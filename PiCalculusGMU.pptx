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91" r:id="rId1"/>
  </p:sldMasterIdLst>
  <p:notesMasterIdLst>
    <p:notesMasterId r:id="rId51"/>
  </p:notesMasterIdLst>
  <p:handoutMasterIdLst>
    <p:handoutMasterId r:id="rId52"/>
  </p:handoutMasterIdLst>
  <p:sldIdLst>
    <p:sldId id="256" r:id="rId2"/>
    <p:sldId id="306"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30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1" r:id="rId46"/>
    <p:sldId id="307" r:id="rId47"/>
    <p:sldId id="302" r:id="rId48"/>
    <p:sldId id="304" r:id="rId49"/>
    <p:sldId id="303" r:id="rId50"/>
  </p:sldIdLst>
  <p:sldSz cx="9144000" cy="6858000" type="screen4x3"/>
  <p:notesSz cx="6858000" cy="9144000"/>
  <p:defaultTextStyle>
    <a:defPPr>
      <a:defRPr lang="en-US"/>
    </a:defPPr>
    <a:lvl1pPr algn="l" defTabSz="4572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defTabSz="4572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defTabSz="4572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defTabSz="4572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defTabSz="4572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440"/>
    <p:restoredTop sz="94444"/>
  </p:normalViewPr>
  <p:slideViewPr>
    <p:cSldViewPr snapToGrid="0" snapToObjects="1">
      <p:cViewPr varScale="1">
        <p:scale>
          <a:sx n="73" d="100"/>
          <a:sy n="73" d="100"/>
        </p:scale>
        <p:origin x="976" y="17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7B22D9C-CBA0-941A-67CA-0CA59CFBB767}"/>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a:extLst>
              <a:ext uri="{FF2B5EF4-FFF2-40B4-BE49-F238E27FC236}">
                <a16:creationId xmlns:a16="http://schemas.microsoft.com/office/drawing/2014/main" id="{3C316CF1-27E1-99D7-13D3-AF8E4B35E732}"/>
              </a:ext>
            </a:extLst>
          </p:cNvPr>
          <p:cNvSpPr>
            <a:spLocks noGrp="1"/>
          </p:cNvSpPr>
          <p:nvPr>
            <p:ph type="dt" sz="quarter"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atin typeface="Calibri" panose="020F0502020204030204" pitchFamily="34" charset="0"/>
              </a:defRPr>
            </a:lvl1pPr>
          </a:lstStyle>
          <a:p>
            <a:fld id="{7EB45FA9-4488-4144-9EE2-67BF39C11C70}" type="datetime1">
              <a:rPr lang="en-US" altLang="en-US"/>
              <a:pPr/>
              <a:t>12/29/25</a:t>
            </a:fld>
            <a:endParaRPr lang="en-US" altLang="en-US"/>
          </a:p>
        </p:txBody>
      </p:sp>
      <p:sp>
        <p:nvSpPr>
          <p:cNvPr id="4" name="Footer Placeholder 3">
            <a:extLst>
              <a:ext uri="{FF2B5EF4-FFF2-40B4-BE49-F238E27FC236}">
                <a16:creationId xmlns:a16="http://schemas.microsoft.com/office/drawing/2014/main" id="{5919CEC1-D488-A2D0-9537-C6CAB7046B59}"/>
              </a:ext>
            </a:extLst>
          </p:cNvPr>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5" name="Slide Number Placeholder 4">
            <a:extLst>
              <a:ext uri="{FF2B5EF4-FFF2-40B4-BE49-F238E27FC236}">
                <a16:creationId xmlns:a16="http://schemas.microsoft.com/office/drawing/2014/main" id="{52A70F31-4876-4055-7C43-FF583C7AD59E}"/>
              </a:ext>
            </a:extLst>
          </p:cNvPr>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anose="020F0502020204030204" pitchFamily="34" charset="0"/>
              </a:defRPr>
            </a:lvl1pPr>
          </a:lstStyle>
          <a:p>
            <a:fld id="{5CADC61F-CE20-9B4B-A79D-7C42CB0D0092}" type="slidenum">
              <a:rPr lang="en-US" altLang="en-US"/>
              <a:pPr/>
              <a:t>‹#›</a:t>
            </a:fld>
            <a:endParaRPr lang="en-US" altLang="en-US"/>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A57AC93-C9CD-BCC1-30CA-61586C7BA5FB}"/>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a:extLst>
              <a:ext uri="{FF2B5EF4-FFF2-40B4-BE49-F238E27FC236}">
                <a16:creationId xmlns:a16="http://schemas.microsoft.com/office/drawing/2014/main" id="{B9A22C1C-E9E5-F088-4DD0-A6887C94BEB9}"/>
              </a:ext>
            </a:extLst>
          </p:cNvPr>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atin typeface="Calibri" panose="020F0502020204030204" pitchFamily="34" charset="0"/>
              </a:defRPr>
            </a:lvl1pPr>
          </a:lstStyle>
          <a:p>
            <a:fld id="{6FE00EB4-2816-7C41-AD3C-1F4AFE1230A5}" type="datetime1">
              <a:rPr lang="en-US" altLang="en-US"/>
              <a:pPr/>
              <a:t>12/29/25</a:t>
            </a:fld>
            <a:endParaRPr lang="en-US" altLang="en-US"/>
          </a:p>
        </p:txBody>
      </p:sp>
      <p:sp>
        <p:nvSpPr>
          <p:cNvPr id="4" name="Slide Image Placeholder 3">
            <a:extLst>
              <a:ext uri="{FF2B5EF4-FFF2-40B4-BE49-F238E27FC236}">
                <a16:creationId xmlns:a16="http://schemas.microsoft.com/office/drawing/2014/main" id="{FEA60ACD-4E73-F434-2ADA-71F942ED3DF6}"/>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BAE857F9-B7F4-6EE0-AF3D-B71B50A8E0D4}"/>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8B18E68D-EC03-4082-2B9A-D3D74309ABB4}"/>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a:extLst>
              <a:ext uri="{FF2B5EF4-FFF2-40B4-BE49-F238E27FC236}">
                <a16:creationId xmlns:a16="http://schemas.microsoft.com/office/drawing/2014/main" id="{61C6E32B-1131-D2AB-6EBA-DA5A9591E0C1}"/>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anose="020F0502020204030204" pitchFamily="34" charset="0"/>
              </a:defRPr>
            </a:lvl1pPr>
          </a:lstStyle>
          <a:p>
            <a:fld id="{0E898F15-BF67-9944-81F3-18EF12AA3FB0}" type="slidenum">
              <a:rPr lang="en-US" altLang="en-US"/>
              <a:pPr/>
              <a:t>‹#›</a:t>
            </a:fld>
            <a:endParaRPr lang="en-US" altLang="en-US"/>
          </a:p>
        </p:txBody>
      </p:sp>
    </p:spTree>
  </p:cSld>
  <p:clrMap bg1="lt1" tx1="dk1" bg2="lt2" tx2="dk2" accent1="accent1" accent2="accent2" accent3="accent3" accent4="accent4" accent5="accent5" accent6="accent6" hlink="hlink" folHlink="folHlink"/>
  <p:hf hdr="0" ftr="0" dt="0"/>
  <p:notesStyle>
    <a:lvl1pPr algn="l" defTabSz="457200" rtl="0" eaLnBrk="0" fontAlgn="base" hangingPunct="0">
      <a:spcBef>
        <a:spcPct val="30000"/>
      </a:spcBef>
      <a:spcAft>
        <a:spcPct val="0"/>
      </a:spcAft>
      <a:defRPr sz="1200" kern="1200">
        <a:solidFill>
          <a:schemeClr val="tx1"/>
        </a:solidFill>
        <a:latin typeface="+mn-lt"/>
        <a:ea typeface="ＭＳ Ｐゴシック" charset="-128"/>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128"/>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128"/>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128"/>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2">
            <a:extLst>
              <a:ext uri="{FF2B5EF4-FFF2-40B4-BE49-F238E27FC236}">
                <a16:creationId xmlns:a16="http://schemas.microsoft.com/office/drawing/2014/main" id="{3045D268-05BD-724D-0ACF-DFC117A1ED1E}"/>
              </a:ext>
            </a:extLst>
          </p:cNvPr>
          <p:cNvSpPr>
            <a:spLocks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5538" name="Rectangle 3">
            <a:extLst>
              <a:ext uri="{FF2B5EF4-FFF2-40B4-BE49-F238E27FC236}">
                <a16:creationId xmlns:a16="http://schemas.microsoft.com/office/drawing/2014/main" id="{CC1ABC6A-C649-5F00-48AC-A4351B467B0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2">
            <a:extLst>
              <a:ext uri="{FF2B5EF4-FFF2-40B4-BE49-F238E27FC236}">
                <a16:creationId xmlns:a16="http://schemas.microsoft.com/office/drawing/2014/main" id="{33C403DC-EE5F-0CC6-D811-FE235A8D6D74}"/>
              </a:ext>
            </a:extLst>
          </p:cNvPr>
          <p:cNvSpPr>
            <a:spLocks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7586" name="Rectangle 3">
            <a:extLst>
              <a:ext uri="{FF2B5EF4-FFF2-40B4-BE49-F238E27FC236}">
                <a16:creationId xmlns:a16="http://schemas.microsoft.com/office/drawing/2014/main" id="{C8357940-7E2C-3A79-D3A8-7044630BC74B}"/>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AAF9F6C2-98A6-DEA6-C482-E3D1AB80BF62}"/>
              </a:ext>
            </a:extLst>
          </p:cNvPr>
          <p:cNvSpPr>
            <a:spLocks noGrp="1"/>
          </p:cNvSpPr>
          <p:nvPr>
            <p:ph type="dt" sz="half" idx="10"/>
          </p:nvPr>
        </p:nvSpPr>
        <p:spPr/>
        <p:txBody>
          <a:bodyPr/>
          <a:lstStyle>
            <a:lvl1pPr>
              <a:defRPr/>
            </a:lvl1pPr>
          </a:lstStyle>
          <a:p>
            <a:fld id="{1172E4B7-48CB-1742-8BA7-BF8B53790A83}" type="datetime1">
              <a:rPr lang="en-US" altLang="en-US"/>
              <a:pPr/>
              <a:t>12/29/25</a:t>
            </a:fld>
            <a:endParaRPr lang="en-US" altLang="en-US"/>
          </a:p>
        </p:txBody>
      </p:sp>
      <p:sp>
        <p:nvSpPr>
          <p:cNvPr id="5" name="Footer Placeholder 4">
            <a:extLst>
              <a:ext uri="{FF2B5EF4-FFF2-40B4-BE49-F238E27FC236}">
                <a16:creationId xmlns:a16="http://schemas.microsoft.com/office/drawing/2014/main" id="{F177B10D-1791-69E2-7239-1E2825FADAD5}"/>
              </a:ext>
            </a:extLst>
          </p:cNvPr>
          <p:cNvSpPr>
            <a:spLocks noGrp="1"/>
          </p:cNvSpPr>
          <p:nvPr>
            <p:ph type="ftr" sz="quarter" idx="11"/>
          </p:nvPr>
        </p:nvSpPr>
        <p:spPr/>
        <p:txBody>
          <a:bodyPr/>
          <a:lstStyle>
            <a:lvl1pPr>
              <a:defRPr/>
            </a:lvl1pPr>
          </a:lstStyle>
          <a:p>
            <a:pPr>
              <a:defRPr/>
            </a:pPr>
            <a:r>
              <a:rPr lang="en-US"/>
              <a:t>Introduction to Pi-Calculus</a:t>
            </a:r>
          </a:p>
        </p:txBody>
      </p:sp>
      <p:sp>
        <p:nvSpPr>
          <p:cNvPr id="6" name="Slide Number Placeholder 5">
            <a:extLst>
              <a:ext uri="{FF2B5EF4-FFF2-40B4-BE49-F238E27FC236}">
                <a16:creationId xmlns:a16="http://schemas.microsoft.com/office/drawing/2014/main" id="{DB966A88-534D-4E50-E7B1-27BFCB50C458}"/>
              </a:ext>
            </a:extLst>
          </p:cNvPr>
          <p:cNvSpPr>
            <a:spLocks noGrp="1"/>
          </p:cNvSpPr>
          <p:nvPr>
            <p:ph type="sldNum" sz="quarter" idx="12"/>
          </p:nvPr>
        </p:nvSpPr>
        <p:spPr/>
        <p:txBody>
          <a:bodyPr/>
          <a:lstStyle>
            <a:lvl1pPr>
              <a:defRPr/>
            </a:lvl1pPr>
          </a:lstStyle>
          <a:p>
            <a:fld id="{AFE4AA03-855D-E140-9A0A-75CFCFB0B9DE}" type="slidenum">
              <a:rPr lang="en-US" altLang="en-US"/>
              <a:pPr/>
              <a:t>‹#›</a:t>
            </a:fld>
            <a:endParaRPr lang="en-US" altLang="en-US"/>
          </a:p>
        </p:txBody>
      </p:sp>
    </p:spTree>
    <p:extLst>
      <p:ext uri="{BB962C8B-B14F-4D97-AF65-F5344CB8AC3E}">
        <p14:creationId xmlns:p14="http://schemas.microsoft.com/office/powerpoint/2010/main" val="35799292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48DCFEC-F8D3-D28C-7B27-731E6023102B}"/>
              </a:ext>
            </a:extLst>
          </p:cNvPr>
          <p:cNvSpPr>
            <a:spLocks noGrp="1"/>
          </p:cNvSpPr>
          <p:nvPr>
            <p:ph type="dt" sz="half" idx="10"/>
          </p:nvPr>
        </p:nvSpPr>
        <p:spPr/>
        <p:txBody>
          <a:bodyPr/>
          <a:lstStyle>
            <a:lvl1pPr>
              <a:defRPr/>
            </a:lvl1pPr>
          </a:lstStyle>
          <a:p>
            <a:fld id="{C5739DA4-F80E-EB4C-B69F-CA0E0FC8112F}" type="datetime1">
              <a:rPr lang="en-US" altLang="en-US"/>
              <a:pPr/>
              <a:t>12/29/25</a:t>
            </a:fld>
            <a:endParaRPr lang="en-US" altLang="en-US"/>
          </a:p>
        </p:txBody>
      </p:sp>
      <p:sp>
        <p:nvSpPr>
          <p:cNvPr id="5" name="Footer Placeholder 4">
            <a:extLst>
              <a:ext uri="{FF2B5EF4-FFF2-40B4-BE49-F238E27FC236}">
                <a16:creationId xmlns:a16="http://schemas.microsoft.com/office/drawing/2014/main" id="{849CF3EA-D881-D7CC-23C4-E5AECF65C6C8}"/>
              </a:ext>
            </a:extLst>
          </p:cNvPr>
          <p:cNvSpPr>
            <a:spLocks noGrp="1"/>
          </p:cNvSpPr>
          <p:nvPr>
            <p:ph type="ftr" sz="quarter" idx="11"/>
          </p:nvPr>
        </p:nvSpPr>
        <p:spPr/>
        <p:txBody>
          <a:bodyPr/>
          <a:lstStyle>
            <a:lvl1pPr>
              <a:defRPr/>
            </a:lvl1pPr>
          </a:lstStyle>
          <a:p>
            <a:pPr>
              <a:defRPr/>
            </a:pPr>
            <a:r>
              <a:rPr lang="en-US"/>
              <a:t>Introduction to Pi-Calculus</a:t>
            </a:r>
          </a:p>
        </p:txBody>
      </p:sp>
      <p:sp>
        <p:nvSpPr>
          <p:cNvPr id="6" name="Slide Number Placeholder 5">
            <a:extLst>
              <a:ext uri="{FF2B5EF4-FFF2-40B4-BE49-F238E27FC236}">
                <a16:creationId xmlns:a16="http://schemas.microsoft.com/office/drawing/2014/main" id="{3DCD516E-8D6A-5D9B-B022-9EE8061E4C1D}"/>
              </a:ext>
            </a:extLst>
          </p:cNvPr>
          <p:cNvSpPr>
            <a:spLocks noGrp="1"/>
          </p:cNvSpPr>
          <p:nvPr>
            <p:ph type="sldNum" sz="quarter" idx="12"/>
          </p:nvPr>
        </p:nvSpPr>
        <p:spPr/>
        <p:txBody>
          <a:bodyPr/>
          <a:lstStyle>
            <a:lvl1pPr>
              <a:defRPr/>
            </a:lvl1pPr>
          </a:lstStyle>
          <a:p>
            <a:fld id="{D215415D-0FDD-AD46-82B6-89A8039AC09D}" type="slidenum">
              <a:rPr lang="en-US" altLang="en-US"/>
              <a:pPr/>
              <a:t>‹#›</a:t>
            </a:fld>
            <a:endParaRPr lang="en-US" altLang="en-US"/>
          </a:p>
        </p:txBody>
      </p:sp>
    </p:spTree>
    <p:extLst>
      <p:ext uri="{BB962C8B-B14F-4D97-AF65-F5344CB8AC3E}">
        <p14:creationId xmlns:p14="http://schemas.microsoft.com/office/powerpoint/2010/main" val="5596927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5473704-5BB9-6AF9-8B5E-9B15708469D7}"/>
              </a:ext>
            </a:extLst>
          </p:cNvPr>
          <p:cNvSpPr>
            <a:spLocks noGrp="1"/>
          </p:cNvSpPr>
          <p:nvPr>
            <p:ph type="dt" sz="half" idx="10"/>
          </p:nvPr>
        </p:nvSpPr>
        <p:spPr/>
        <p:txBody>
          <a:bodyPr/>
          <a:lstStyle>
            <a:lvl1pPr>
              <a:defRPr/>
            </a:lvl1pPr>
          </a:lstStyle>
          <a:p>
            <a:fld id="{D25231F9-286D-C04B-AD4A-0C3F80D41B3D}" type="datetime1">
              <a:rPr lang="en-US" altLang="en-US"/>
              <a:pPr/>
              <a:t>12/29/25</a:t>
            </a:fld>
            <a:endParaRPr lang="en-US" altLang="en-US"/>
          </a:p>
        </p:txBody>
      </p:sp>
      <p:sp>
        <p:nvSpPr>
          <p:cNvPr id="5" name="Footer Placeholder 4">
            <a:extLst>
              <a:ext uri="{FF2B5EF4-FFF2-40B4-BE49-F238E27FC236}">
                <a16:creationId xmlns:a16="http://schemas.microsoft.com/office/drawing/2014/main" id="{98E9EEC4-3CE2-2769-C503-338979436254}"/>
              </a:ext>
            </a:extLst>
          </p:cNvPr>
          <p:cNvSpPr>
            <a:spLocks noGrp="1"/>
          </p:cNvSpPr>
          <p:nvPr>
            <p:ph type="ftr" sz="quarter" idx="11"/>
          </p:nvPr>
        </p:nvSpPr>
        <p:spPr/>
        <p:txBody>
          <a:bodyPr/>
          <a:lstStyle>
            <a:lvl1pPr>
              <a:defRPr/>
            </a:lvl1pPr>
          </a:lstStyle>
          <a:p>
            <a:pPr>
              <a:defRPr/>
            </a:pPr>
            <a:r>
              <a:rPr lang="en-US"/>
              <a:t>Introduction to Pi-Calculus</a:t>
            </a:r>
          </a:p>
        </p:txBody>
      </p:sp>
      <p:sp>
        <p:nvSpPr>
          <p:cNvPr id="6" name="Slide Number Placeholder 5">
            <a:extLst>
              <a:ext uri="{FF2B5EF4-FFF2-40B4-BE49-F238E27FC236}">
                <a16:creationId xmlns:a16="http://schemas.microsoft.com/office/drawing/2014/main" id="{73ACC16B-7199-38BB-7E76-8882770FC104}"/>
              </a:ext>
            </a:extLst>
          </p:cNvPr>
          <p:cNvSpPr>
            <a:spLocks noGrp="1"/>
          </p:cNvSpPr>
          <p:nvPr>
            <p:ph type="sldNum" sz="quarter" idx="12"/>
          </p:nvPr>
        </p:nvSpPr>
        <p:spPr/>
        <p:txBody>
          <a:bodyPr/>
          <a:lstStyle>
            <a:lvl1pPr>
              <a:defRPr/>
            </a:lvl1pPr>
          </a:lstStyle>
          <a:p>
            <a:fld id="{50282BAB-0380-0442-9CA8-6F346BC3245E}" type="slidenum">
              <a:rPr lang="en-US" altLang="en-US"/>
              <a:pPr/>
              <a:t>‹#›</a:t>
            </a:fld>
            <a:endParaRPr lang="en-US" altLang="en-US"/>
          </a:p>
        </p:txBody>
      </p:sp>
    </p:spTree>
    <p:extLst>
      <p:ext uri="{BB962C8B-B14F-4D97-AF65-F5344CB8AC3E}">
        <p14:creationId xmlns:p14="http://schemas.microsoft.com/office/powerpoint/2010/main" val="18994687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78E0A8BA-BC74-0BE2-F168-F3F24DF84B2D}"/>
              </a:ext>
            </a:extLst>
          </p:cNvPr>
          <p:cNvSpPr>
            <a:spLocks noGrp="1"/>
          </p:cNvSpPr>
          <p:nvPr>
            <p:ph type="dt" sz="half" idx="10"/>
          </p:nvPr>
        </p:nvSpPr>
        <p:spPr/>
        <p:txBody>
          <a:bodyPr/>
          <a:lstStyle>
            <a:lvl1pPr>
              <a:defRPr/>
            </a:lvl1pPr>
          </a:lstStyle>
          <a:p>
            <a:fld id="{8456232C-1983-9748-B982-167E22DA4801}" type="datetime1">
              <a:rPr lang="en-US" altLang="en-US"/>
              <a:pPr/>
              <a:t>12/29/25</a:t>
            </a:fld>
            <a:endParaRPr lang="en-US" altLang="en-US"/>
          </a:p>
        </p:txBody>
      </p:sp>
      <p:sp>
        <p:nvSpPr>
          <p:cNvPr id="6" name="Footer Placeholder 4">
            <a:extLst>
              <a:ext uri="{FF2B5EF4-FFF2-40B4-BE49-F238E27FC236}">
                <a16:creationId xmlns:a16="http://schemas.microsoft.com/office/drawing/2014/main" id="{84DE0CCE-D104-6740-B7AF-FEEC2B31137B}"/>
              </a:ext>
            </a:extLst>
          </p:cNvPr>
          <p:cNvSpPr>
            <a:spLocks noGrp="1"/>
          </p:cNvSpPr>
          <p:nvPr>
            <p:ph type="ftr" sz="quarter" idx="11"/>
          </p:nvPr>
        </p:nvSpPr>
        <p:spPr/>
        <p:txBody>
          <a:bodyPr/>
          <a:lstStyle>
            <a:lvl1pPr>
              <a:defRPr/>
            </a:lvl1pPr>
          </a:lstStyle>
          <a:p>
            <a:pPr>
              <a:defRPr/>
            </a:pPr>
            <a:r>
              <a:rPr lang="en-US"/>
              <a:t>Introduction to Pi-Calculus</a:t>
            </a:r>
          </a:p>
        </p:txBody>
      </p:sp>
      <p:sp>
        <p:nvSpPr>
          <p:cNvPr id="7" name="Slide Number Placeholder 5">
            <a:extLst>
              <a:ext uri="{FF2B5EF4-FFF2-40B4-BE49-F238E27FC236}">
                <a16:creationId xmlns:a16="http://schemas.microsoft.com/office/drawing/2014/main" id="{B5589E02-D0D2-0575-05D1-1D0963DAC499}"/>
              </a:ext>
            </a:extLst>
          </p:cNvPr>
          <p:cNvSpPr>
            <a:spLocks noGrp="1"/>
          </p:cNvSpPr>
          <p:nvPr>
            <p:ph type="sldNum" sz="quarter" idx="12"/>
          </p:nvPr>
        </p:nvSpPr>
        <p:spPr/>
        <p:txBody>
          <a:bodyPr/>
          <a:lstStyle>
            <a:lvl1pPr>
              <a:defRPr/>
            </a:lvl1pPr>
          </a:lstStyle>
          <a:p>
            <a:fld id="{5F478F4A-65F8-6F40-89D7-027FF8ECDEA8}" type="slidenum">
              <a:rPr lang="en-US" altLang="en-US"/>
              <a:pPr/>
              <a:t>‹#›</a:t>
            </a:fld>
            <a:endParaRPr lang="en-US" altLang="en-US"/>
          </a:p>
        </p:txBody>
      </p:sp>
    </p:spTree>
    <p:extLst>
      <p:ext uri="{BB962C8B-B14F-4D97-AF65-F5344CB8AC3E}">
        <p14:creationId xmlns:p14="http://schemas.microsoft.com/office/powerpoint/2010/main" val="42682519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14C434BC-F7CE-DBCC-069A-D571B8848540}"/>
              </a:ext>
            </a:extLst>
          </p:cNvPr>
          <p:cNvSpPr>
            <a:spLocks noGrp="1"/>
          </p:cNvSpPr>
          <p:nvPr>
            <p:ph type="dt" sz="half" idx="10"/>
          </p:nvPr>
        </p:nvSpPr>
        <p:spPr/>
        <p:txBody>
          <a:bodyPr/>
          <a:lstStyle>
            <a:lvl1pPr>
              <a:defRPr/>
            </a:lvl1pPr>
          </a:lstStyle>
          <a:p>
            <a:fld id="{AE4BB08A-49BE-5946-9771-17DBC93BA92D}" type="datetime1">
              <a:rPr lang="en-US" altLang="en-US"/>
              <a:pPr/>
              <a:t>12/29/25</a:t>
            </a:fld>
            <a:endParaRPr lang="en-US" altLang="en-US"/>
          </a:p>
        </p:txBody>
      </p:sp>
      <p:sp>
        <p:nvSpPr>
          <p:cNvPr id="8" name="Footer Placeholder 4">
            <a:extLst>
              <a:ext uri="{FF2B5EF4-FFF2-40B4-BE49-F238E27FC236}">
                <a16:creationId xmlns:a16="http://schemas.microsoft.com/office/drawing/2014/main" id="{BBE6EA05-38C8-0704-28B7-B2BCE5C01022}"/>
              </a:ext>
            </a:extLst>
          </p:cNvPr>
          <p:cNvSpPr>
            <a:spLocks noGrp="1"/>
          </p:cNvSpPr>
          <p:nvPr>
            <p:ph type="ftr" sz="quarter" idx="11"/>
          </p:nvPr>
        </p:nvSpPr>
        <p:spPr/>
        <p:txBody>
          <a:bodyPr/>
          <a:lstStyle>
            <a:lvl1pPr>
              <a:defRPr/>
            </a:lvl1pPr>
          </a:lstStyle>
          <a:p>
            <a:pPr>
              <a:defRPr/>
            </a:pPr>
            <a:r>
              <a:rPr lang="en-US"/>
              <a:t>Introduction to Pi-Calculus</a:t>
            </a:r>
          </a:p>
        </p:txBody>
      </p:sp>
      <p:sp>
        <p:nvSpPr>
          <p:cNvPr id="9" name="Slide Number Placeholder 5">
            <a:extLst>
              <a:ext uri="{FF2B5EF4-FFF2-40B4-BE49-F238E27FC236}">
                <a16:creationId xmlns:a16="http://schemas.microsoft.com/office/drawing/2014/main" id="{1037489F-243A-6E70-C2CA-544F09C165C1}"/>
              </a:ext>
            </a:extLst>
          </p:cNvPr>
          <p:cNvSpPr>
            <a:spLocks noGrp="1"/>
          </p:cNvSpPr>
          <p:nvPr>
            <p:ph type="sldNum" sz="quarter" idx="12"/>
          </p:nvPr>
        </p:nvSpPr>
        <p:spPr/>
        <p:txBody>
          <a:bodyPr/>
          <a:lstStyle>
            <a:lvl1pPr>
              <a:defRPr/>
            </a:lvl1pPr>
          </a:lstStyle>
          <a:p>
            <a:fld id="{8A17727D-6191-3F4A-AD76-B1804A7A8AB4}" type="slidenum">
              <a:rPr lang="en-US" altLang="en-US"/>
              <a:pPr/>
              <a:t>‹#›</a:t>
            </a:fld>
            <a:endParaRPr lang="en-US" altLang="en-US"/>
          </a:p>
        </p:txBody>
      </p:sp>
    </p:spTree>
    <p:extLst>
      <p:ext uri="{BB962C8B-B14F-4D97-AF65-F5344CB8AC3E}">
        <p14:creationId xmlns:p14="http://schemas.microsoft.com/office/powerpoint/2010/main" val="6111510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766C1E7A-E4DB-28E9-6989-FC9C1CB48FBE}"/>
              </a:ext>
            </a:extLst>
          </p:cNvPr>
          <p:cNvSpPr>
            <a:spLocks noGrp="1"/>
          </p:cNvSpPr>
          <p:nvPr>
            <p:ph type="dt" sz="half" idx="10"/>
          </p:nvPr>
        </p:nvSpPr>
        <p:spPr/>
        <p:txBody>
          <a:bodyPr/>
          <a:lstStyle>
            <a:lvl1pPr>
              <a:defRPr/>
            </a:lvl1pPr>
          </a:lstStyle>
          <a:p>
            <a:fld id="{64A305A4-4D07-3A4D-A28F-5AEADA4ED52F}" type="datetime1">
              <a:rPr lang="en-US" altLang="en-US"/>
              <a:pPr/>
              <a:t>12/29/25</a:t>
            </a:fld>
            <a:endParaRPr lang="en-US" altLang="en-US"/>
          </a:p>
        </p:txBody>
      </p:sp>
      <p:sp>
        <p:nvSpPr>
          <p:cNvPr id="4" name="Footer Placeholder 4">
            <a:extLst>
              <a:ext uri="{FF2B5EF4-FFF2-40B4-BE49-F238E27FC236}">
                <a16:creationId xmlns:a16="http://schemas.microsoft.com/office/drawing/2014/main" id="{C3CDBAB0-7D20-51A9-E3B0-FC7F0749E9BA}"/>
              </a:ext>
            </a:extLst>
          </p:cNvPr>
          <p:cNvSpPr>
            <a:spLocks noGrp="1"/>
          </p:cNvSpPr>
          <p:nvPr>
            <p:ph type="ftr" sz="quarter" idx="11"/>
          </p:nvPr>
        </p:nvSpPr>
        <p:spPr/>
        <p:txBody>
          <a:bodyPr/>
          <a:lstStyle>
            <a:lvl1pPr>
              <a:defRPr/>
            </a:lvl1pPr>
          </a:lstStyle>
          <a:p>
            <a:pPr>
              <a:defRPr/>
            </a:pPr>
            <a:r>
              <a:rPr lang="en-US"/>
              <a:t>Introduction to Pi-Calculus</a:t>
            </a:r>
          </a:p>
        </p:txBody>
      </p:sp>
      <p:sp>
        <p:nvSpPr>
          <p:cNvPr id="5" name="Slide Number Placeholder 5">
            <a:extLst>
              <a:ext uri="{FF2B5EF4-FFF2-40B4-BE49-F238E27FC236}">
                <a16:creationId xmlns:a16="http://schemas.microsoft.com/office/drawing/2014/main" id="{85E96693-3A33-93FB-E3E9-07575B254821}"/>
              </a:ext>
            </a:extLst>
          </p:cNvPr>
          <p:cNvSpPr>
            <a:spLocks noGrp="1"/>
          </p:cNvSpPr>
          <p:nvPr>
            <p:ph type="sldNum" sz="quarter" idx="12"/>
          </p:nvPr>
        </p:nvSpPr>
        <p:spPr/>
        <p:txBody>
          <a:bodyPr/>
          <a:lstStyle>
            <a:lvl1pPr>
              <a:defRPr/>
            </a:lvl1pPr>
          </a:lstStyle>
          <a:p>
            <a:fld id="{4C0BB9CE-B8E1-B247-82CC-FFA72028C018}" type="slidenum">
              <a:rPr lang="en-US" altLang="en-US"/>
              <a:pPr/>
              <a:t>‹#›</a:t>
            </a:fld>
            <a:endParaRPr lang="en-US" altLang="en-US"/>
          </a:p>
        </p:txBody>
      </p:sp>
    </p:spTree>
    <p:extLst>
      <p:ext uri="{BB962C8B-B14F-4D97-AF65-F5344CB8AC3E}">
        <p14:creationId xmlns:p14="http://schemas.microsoft.com/office/powerpoint/2010/main" val="31747099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6F722790-9299-2AA9-D61A-D10B615905FD}"/>
              </a:ext>
            </a:extLst>
          </p:cNvPr>
          <p:cNvSpPr>
            <a:spLocks noGrp="1"/>
          </p:cNvSpPr>
          <p:nvPr>
            <p:ph type="dt" sz="half" idx="10"/>
          </p:nvPr>
        </p:nvSpPr>
        <p:spPr/>
        <p:txBody>
          <a:bodyPr/>
          <a:lstStyle>
            <a:lvl1pPr>
              <a:defRPr/>
            </a:lvl1pPr>
          </a:lstStyle>
          <a:p>
            <a:fld id="{37E444DF-03DC-604A-A4A0-137AF1E8BFCD}" type="datetime1">
              <a:rPr lang="en-US" altLang="en-US"/>
              <a:pPr/>
              <a:t>12/29/25</a:t>
            </a:fld>
            <a:endParaRPr lang="en-US" altLang="en-US"/>
          </a:p>
        </p:txBody>
      </p:sp>
      <p:sp>
        <p:nvSpPr>
          <p:cNvPr id="3" name="Footer Placeholder 4">
            <a:extLst>
              <a:ext uri="{FF2B5EF4-FFF2-40B4-BE49-F238E27FC236}">
                <a16:creationId xmlns:a16="http://schemas.microsoft.com/office/drawing/2014/main" id="{E1A2DDEE-3EE2-F754-EE49-1AE15B92AF20}"/>
              </a:ext>
            </a:extLst>
          </p:cNvPr>
          <p:cNvSpPr>
            <a:spLocks noGrp="1"/>
          </p:cNvSpPr>
          <p:nvPr>
            <p:ph type="ftr" sz="quarter" idx="11"/>
          </p:nvPr>
        </p:nvSpPr>
        <p:spPr/>
        <p:txBody>
          <a:bodyPr/>
          <a:lstStyle>
            <a:lvl1pPr>
              <a:defRPr/>
            </a:lvl1pPr>
          </a:lstStyle>
          <a:p>
            <a:pPr>
              <a:defRPr/>
            </a:pPr>
            <a:r>
              <a:rPr lang="en-US"/>
              <a:t>Introduction to Pi-Calculus</a:t>
            </a:r>
          </a:p>
        </p:txBody>
      </p:sp>
      <p:sp>
        <p:nvSpPr>
          <p:cNvPr id="4" name="Slide Number Placeholder 5">
            <a:extLst>
              <a:ext uri="{FF2B5EF4-FFF2-40B4-BE49-F238E27FC236}">
                <a16:creationId xmlns:a16="http://schemas.microsoft.com/office/drawing/2014/main" id="{2F68C4A6-B506-7D7E-8FF6-0B6F32165D27}"/>
              </a:ext>
            </a:extLst>
          </p:cNvPr>
          <p:cNvSpPr>
            <a:spLocks noGrp="1"/>
          </p:cNvSpPr>
          <p:nvPr>
            <p:ph type="sldNum" sz="quarter" idx="12"/>
          </p:nvPr>
        </p:nvSpPr>
        <p:spPr/>
        <p:txBody>
          <a:bodyPr/>
          <a:lstStyle>
            <a:lvl1pPr>
              <a:defRPr/>
            </a:lvl1pPr>
          </a:lstStyle>
          <a:p>
            <a:fld id="{DB369732-0BA6-8642-A68B-CEC5D737237F}" type="slidenum">
              <a:rPr lang="en-US" altLang="en-US"/>
              <a:pPr/>
              <a:t>‹#›</a:t>
            </a:fld>
            <a:endParaRPr lang="en-US" altLang="en-US"/>
          </a:p>
        </p:txBody>
      </p:sp>
    </p:spTree>
    <p:extLst>
      <p:ext uri="{BB962C8B-B14F-4D97-AF65-F5344CB8AC3E}">
        <p14:creationId xmlns:p14="http://schemas.microsoft.com/office/powerpoint/2010/main" val="10887354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55D98EEF-3341-E8FE-ED48-434343C94C56}"/>
              </a:ext>
            </a:extLst>
          </p:cNvPr>
          <p:cNvSpPr>
            <a:spLocks noGrp="1"/>
          </p:cNvSpPr>
          <p:nvPr>
            <p:ph type="dt" sz="half" idx="10"/>
          </p:nvPr>
        </p:nvSpPr>
        <p:spPr/>
        <p:txBody>
          <a:bodyPr/>
          <a:lstStyle>
            <a:lvl1pPr>
              <a:defRPr/>
            </a:lvl1pPr>
          </a:lstStyle>
          <a:p>
            <a:fld id="{799EE4A3-19E3-C24A-B88F-1ECBE241853A}" type="datetime1">
              <a:rPr lang="en-US" altLang="en-US"/>
              <a:pPr/>
              <a:t>12/29/25</a:t>
            </a:fld>
            <a:endParaRPr lang="en-US" altLang="en-US"/>
          </a:p>
        </p:txBody>
      </p:sp>
      <p:sp>
        <p:nvSpPr>
          <p:cNvPr id="6" name="Footer Placeholder 4">
            <a:extLst>
              <a:ext uri="{FF2B5EF4-FFF2-40B4-BE49-F238E27FC236}">
                <a16:creationId xmlns:a16="http://schemas.microsoft.com/office/drawing/2014/main" id="{E45CE85C-D199-07D2-6875-E159DF002398}"/>
              </a:ext>
            </a:extLst>
          </p:cNvPr>
          <p:cNvSpPr>
            <a:spLocks noGrp="1"/>
          </p:cNvSpPr>
          <p:nvPr>
            <p:ph type="ftr" sz="quarter" idx="11"/>
          </p:nvPr>
        </p:nvSpPr>
        <p:spPr/>
        <p:txBody>
          <a:bodyPr/>
          <a:lstStyle>
            <a:lvl1pPr>
              <a:defRPr/>
            </a:lvl1pPr>
          </a:lstStyle>
          <a:p>
            <a:pPr>
              <a:defRPr/>
            </a:pPr>
            <a:r>
              <a:rPr lang="en-US"/>
              <a:t>Introduction to Pi-Calculus</a:t>
            </a:r>
          </a:p>
        </p:txBody>
      </p:sp>
      <p:sp>
        <p:nvSpPr>
          <p:cNvPr id="7" name="Slide Number Placeholder 5">
            <a:extLst>
              <a:ext uri="{FF2B5EF4-FFF2-40B4-BE49-F238E27FC236}">
                <a16:creationId xmlns:a16="http://schemas.microsoft.com/office/drawing/2014/main" id="{5C72BC37-86FC-15B5-EDCA-E4BCEE4A3338}"/>
              </a:ext>
            </a:extLst>
          </p:cNvPr>
          <p:cNvSpPr>
            <a:spLocks noGrp="1"/>
          </p:cNvSpPr>
          <p:nvPr>
            <p:ph type="sldNum" sz="quarter" idx="12"/>
          </p:nvPr>
        </p:nvSpPr>
        <p:spPr/>
        <p:txBody>
          <a:bodyPr/>
          <a:lstStyle>
            <a:lvl1pPr>
              <a:defRPr/>
            </a:lvl1pPr>
          </a:lstStyle>
          <a:p>
            <a:fld id="{2369FB4C-D7EB-824E-8477-8152BBEE9B84}" type="slidenum">
              <a:rPr lang="en-US" altLang="en-US"/>
              <a:pPr/>
              <a:t>‹#›</a:t>
            </a:fld>
            <a:endParaRPr lang="en-US" altLang="en-US"/>
          </a:p>
        </p:txBody>
      </p:sp>
    </p:spTree>
    <p:extLst>
      <p:ext uri="{BB962C8B-B14F-4D97-AF65-F5344CB8AC3E}">
        <p14:creationId xmlns:p14="http://schemas.microsoft.com/office/powerpoint/2010/main" val="1931335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0D6A341A-B44C-6C7D-3173-56BDAF651F24}"/>
              </a:ext>
            </a:extLst>
          </p:cNvPr>
          <p:cNvSpPr>
            <a:spLocks noGrp="1"/>
          </p:cNvSpPr>
          <p:nvPr>
            <p:ph type="dt" sz="half" idx="10"/>
          </p:nvPr>
        </p:nvSpPr>
        <p:spPr/>
        <p:txBody>
          <a:bodyPr/>
          <a:lstStyle>
            <a:lvl1pPr>
              <a:defRPr/>
            </a:lvl1pPr>
          </a:lstStyle>
          <a:p>
            <a:fld id="{02FEDE7E-17D4-BA4A-889F-755F5AF616EE}" type="datetime1">
              <a:rPr lang="en-US" altLang="en-US"/>
              <a:pPr/>
              <a:t>12/29/25</a:t>
            </a:fld>
            <a:endParaRPr lang="en-US" altLang="en-US"/>
          </a:p>
        </p:txBody>
      </p:sp>
      <p:sp>
        <p:nvSpPr>
          <p:cNvPr id="6" name="Footer Placeholder 4">
            <a:extLst>
              <a:ext uri="{FF2B5EF4-FFF2-40B4-BE49-F238E27FC236}">
                <a16:creationId xmlns:a16="http://schemas.microsoft.com/office/drawing/2014/main" id="{6798A0D2-5131-3469-3818-78CCCECB8910}"/>
              </a:ext>
            </a:extLst>
          </p:cNvPr>
          <p:cNvSpPr>
            <a:spLocks noGrp="1"/>
          </p:cNvSpPr>
          <p:nvPr>
            <p:ph type="ftr" sz="quarter" idx="11"/>
          </p:nvPr>
        </p:nvSpPr>
        <p:spPr/>
        <p:txBody>
          <a:bodyPr/>
          <a:lstStyle>
            <a:lvl1pPr>
              <a:defRPr/>
            </a:lvl1pPr>
          </a:lstStyle>
          <a:p>
            <a:pPr>
              <a:defRPr/>
            </a:pPr>
            <a:r>
              <a:rPr lang="en-US"/>
              <a:t>Introduction to Pi-Calculus</a:t>
            </a:r>
          </a:p>
        </p:txBody>
      </p:sp>
      <p:sp>
        <p:nvSpPr>
          <p:cNvPr id="7" name="Slide Number Placeholder 5">
            <a:extLst>
              <a:ext uri="{FF2B5EF4-FFF2-40B4-BE49-F238E27FC236}">
                <a16:creationId xmlns:a16="http://schemas.microsoft.com/office/drawing/2014/main" id="{21074FA2-6078-F5AA-2C17-CBA65C91FF7C}"/>
              </a:ext>
            </a:extLst>
          </p:cNvPr>
          <p:cNvSpPr>
            <a:spLocks noGrp="1"/>
          </p:cNvSpPr>
          <p:nvPr>
            <p:ph type="sldNum" sz="quarter" idx="12"/>
          </p:nvPr>
        </p:nvSpPr>
        <p:spPr/>
        <p:txBody>
          <a:bodyPr/>
          <a:lstStyle>
            <a:lvl1pPr>
              <a:defRPr/>
            </a:lvl1pPr>
          </a:lstStyle>
          <a:p>
            <a:fld id="{287FA0B4-14DC-A64C-8BAA-8340E0B1BC25}" type="slidenum">
              <a:rPr lang="en-US" altLang="en-US"/>
              <a:pPr/>
              <a:t>‹#›</a:t>
            </a:fld>
            <a:endParaRPr lang="en-US" altLang="en-US"/>
          </a:p>
        </p:txBody>
      </p:sp>
    </p:spTree>
    <p:extLst>
      <p:ext uri="{BB962C8B-B14F-4D97-AF65-F5344CB8AC3E}">
        <p14:creationId xmlns:p14="http://schemas.microsoft.com/office/powerpoint/2010/main" val="26944399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A58571D-11F4-6647-B51B-10B8BFA3AC4F}"/>
              </a:ext>
            </a:extLst>
          </p:cNvPr>
          <p:cNvSpPr>
            <a:spLocks noGrp="1"/>
          </p:cNvSpPr>
          <p:nvPr>
            <p:ph type="dt" sz="half" idx="10"/>
          </p:nvPr>
        </p:nvSpPr>
        <p:spPr/>
        <p:txBody>
          <a:bodyPr/>
          <a:lstStyle>
            <a:lvl1pPr>
              <a:defRPr/>
            </a:lvl1pPr>
          </a:lstStyle>
          <a:p>
            <a:fld id="{B3232E36-9352-8242-AB37-20BDD8292392}" type="datetime1">
              <a:rPr lang="en-US" altLang="en-US"/>
              <a:pPr/>
              <a:t>12/29/25</a:t>
            </a:fld>
            <a:endParaRPr lang="en-US" altLang="en-US"/>
          </a:p>
        </p:txBody>
      </p:sp>
      <p:sp>
        <p:nvSpPr>
          <p:cNvPr id="5" name="Footer Placeholder 4">
            <a:extLst>
              <a:ext uri="{FF2B5EF4-FFF2-40B4-BE49-F238E27FC236}">
                <a16:creationId xmlns:a16="http://schemas.microsoft.com/office/drawing/2014/main" id="{06B68383-62A4-1DB9-5E06-417FC33035C2}"/>
              </a:ext>
            </a:extLst>
          </p:cNvPr>
          <p:cNvSpPr>
            <a:spLocks noGrp="1"/>
          </p:cNvSpPr>
          <p:nvPr>
            <p:ph type="ftr" sz="quarter" idx="11"/>
          </p:nvPr>
        </p:nvSpPr>
        <p:spPr/>
        <p:txBody>
          <a:bodyPr/>
          <a:lstStyle>
            <a:lvl1pPr>
              <a:defRPr/>
            </a:lvl1pPr>
          </a:lstStyle>
          <a:p>
            <a:pPr>
              <a:defRPr/>
            </a:pPr>
            <a:r>
              <a:rPr lang="en-US"/>
              <a:t>Introduction to Pi-Calculus</a:t>
            </a:r>
          </a:p>
        </p:txBody>
      </p:sp>
      <p:sp>
        <p:nvSpPr>
          <p:cNvPr id="6" name="Slide Number Placeholder 5">
            <a:extLst>
              <a:ext uri="{FF2B5EF4-FFF2-40B4-BE49-F238E27FC236}">
                <a16:creationId xmlns:a16="http://schemas.microsoft.com/office/drawing/2014/main" id="{25632F34-440A-DD68-44B9-4E3F575D3DB8}"/>
              </a:ext>
            </a:extLst>
          </p:cNvPr>
          <p:cNvSpPr>
            <a:spLocks noGrp="1"/>
          </p:cNvSpPr>
          <p:nvPr>
            <p:ph type="sldNum" sz="quarter" idx="12"/>
          </p:nvPr>
        </p:nvSpPr>
        <p:spPr/>
        <p:txBody>
          <a:bodyPr/>
          <a:lstStyle>
            <a:lvl1pPr>
              <a:defRPr/>
            </a:lvl1pPr>
          </a:lstStyle>
          <a:p>
            <a:fld id="{521A6577-7729-FE46-8460-35839AB6FE69}" type="slidenum">
              <a:rPr lang="en-US" altLang="en-US"/>
              <a:pPr/>
              <a:t>‹#›</a:t>
            </a:fld>
            <a:endParaRPr lang="en-US" altLang="en-US"/>
          </a:p>
        </p:txBody>
      </p:sp>
    </p:spTree>
    <p:extLst>
      <p:ext uri="{BB962C8B-B14F-4D97-AF65-F5344CB8AC3E}">
        <p14:creationId xmlns:p14="http://schemas.microsoft.com/office/powerpoint/2010/main" val="5787856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D7B836-79D3-083D-0EB1-A32E24DB3EEA}"/>
              </a:ext>
            </a:extLst>
          </p:cNvPr>
          <p:cNvSpPr>
            <a:spLocks noGrp="1"/>
          </p:cNvSpPr>
          <p:nvPr>
            <p:ph type="dt" sz="half" idx="10"/>
          </p:nvPr>
        </p:nvSpPr>
        <p:spPr/>
        <p:txBody>
          <a:bodyPr/>
          <a:lstStyle>
            <a:lvl1pPr>
              <a:defRPr/>
            </a:lvl1pPr>
          </a:lstStyle>
          <a:p>
            <a:fld id="{157B9832-75C2-7C44-8671-B91580637D30}" type="datetime1">
              <a:rPr lang="en-US" altLang="en-US"/>
              <a:pPr/>
              <a:t>12/29/25</a:t>
            </a:fld>
            <a:endParaRPr lang="en-US" altLang="en-US"/>
          </a:p>
        </p:txBody>
      </p:sp>
      <p:sp>
        <p:nvSpPr>
          <p:cNvPr id="5" name="Footer Placeholder 4">
            <a:extLst>
              <a:ext uri="{FF2B5EF4-FFF2-40B4-BE49-F238E27FC236}">
                <a16:creationId xmlns:a16="http://schemas.microsoft.com/office/drawing/2014/main" id="{6BDEED1D-FC66-51EF-E950-4C1357D20B6A}"/>
              </a:ext>
            </a:extLst>
          </p:cNvPr>
          <p:cNvSpPr>
            <a:spLocks noGrp="1"/>
          </p:cNvSpPr>
          <p:nvPr>
            <p:ph type="ftr" sz="quarter" idx="11"/>
          </p:nvPr>
        </p:nvSpPr>
        <p:spPr/>
        <p:txBody>
          <a:bodyPr/>
          <a:lstStyle>
            <a:lvl1pPr>
              <a:defRPr/>
            </a:lvl1pPr>
          </a:lstStyle>
          <a:p>
            <a:pPr>
              <a:defRPr/>
            </a:pPr>
            <a:r>
              <a:rPr lang="en-US"/>
              <a:t>Introduction to Pi-Calculus</a:t>
            </a:r>
          </a:p>
        </p:txBody>
      </p:sp>
      <p:sp>
        <p:nvSpPr>
          <p:cNvPr id="6" name="Slide Number Placeholder 5">
            <a:extLst>
              <a:ext uri="{FF2B5EF4-FFF2-40B4-BE49-F238E27FC236}">
                <a16:creationId xmlns:a16="http://schemas.microsoft.com/office/drawing/2014/main" id="{1EBF000D-70E0-2184-86C5-D95317E3F14D}"/>
              </a:ext>
            </a:extLst>
          </p:cNvPr>
          <p:cNvSpPr>
            <a:spLocks noGrp="1"/>
          </p:cNvSpPr>
          <p:nvPr>
            <p:ph type="sldNum" sz="quarter" idx="12"/>
          </p:nvPr>
        </p:nvSpPr>
        <p:spPr/>
        <p:txBody>
          <a:bodyPr/>
          <a:lstStyle>
            <a:lvl1pPr>
              <a:defRPr/>
            </a:lvl1pPr>
          </a:lstStyle>
          <a:p>
            <a:fld id="{701F6EB2-EDBC-094C-9F31-4E253BD10919}" type="slidenum">
              <a:rPr lang="en-US" altLang="en-US"/>
              <a:pPr/>
              <a:t>‹#›</a:t>
            </a:fld>
            <a:endParaRPr lang="en-US" altLang="en-US"/>
          </a:p>
        </p:txBody>
      </p:sp>
    </p:spTree>
    <p:extLst>
      <p:ext uri="{BB962C8B-B14F-4D97-AF65-F5344CB8AC3E}">
        <p14:creationId xmlns:p14="http://schemas.microsoft.com/office/powerpoint/2010/main" val="34907299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609600"/>
          </a:xfrm>
        </p:spPr>
        <p:txBody>
          <a:bodyPr/>
          <a:lstStyle/>
          <a:p>
            <a:r>
              <a:rPr lang="en-US"/>
              <a:t>Click to edit Master title style</a:t>
            </a:r>
          </a:p>
        </p:txBody>
      </p:sp>
      <p:sp>
        <p:nvSpPr>
          <p:cNvPr id="3" name="Table Placeholder 2"/>
          <p:cNvSpPr>
            <a:spLocks noGrp="1"/>
          </p:cNvSpPr>
          <p:nvPr>
            <p:ph type="tbl" idx="1"/>
          </p:nvPr>
        </p:nvSpPr>
        <p:spPr>
          <a:xfrm>
            <a:off x="457200" y="1219200"/>
            <a:ext cx="8229600" cy="4648200"/>
          </a:xfrm>
        </p:spPr>
        <p:txBody>
          <a:bodyPr rtlCol="0">
            <a:normAutofit/>
          </a:bodyPr>
          <a:lstStyle/>
          <a:p>
            <a:pPr lvl="0"/>
            <a:endParaRPr lang="en-US" noProof="0"/>
          </a:p>
        </p:txBody>
      </p:sp>
      <p:sp>
        <p:nvSpPr>
          <p:cNvPr id="4" name="Footer Placeholder 3">
            <a:extLst>
              <a:ext uri="{FF2B5EF4-FFF2-40B4-BE49-F238E27FC236}">
                <a16:creationId xmlns:a16="http://schemas.microsoft.com/office/drawing/2014/main" id="{D90615B8-81A1-D4C8-4EA3-74FE4811FC63}"/>
              </a:ext>
            </a:extLst>
          </p:cNvPr>
          <p:cNvSpPr>
            <a:spLocks noGrp="1"/>
          </p:cNvSpPr>
          <p:nvPr>
            <p:ph type="ftr" sz="quarter" idx="10"/>
          </p:nvPr>
        </p:nvSpPr>
        <p:spPr>
          <a:xfrm>
            <a:off x="3124200" y="6248400"/>
            <a:ext cx="2895600" cy="457200"/>
          </a:xfrm>
        </p:spPr>
        <p:txBody>
          <a:bodyPr/>
          <a:lstStyle>
            <a:lvl1pPr>
              <a:defRPr/>
            </a:lvl1pPr>
          </a:lstStyle>
          <a:p>
            <a:pPr>
              <a:defRPr/>
            </a:pPr>
            <a:r>
              <a:rPr lang="en-US"/>
              <a:t>Introduction to Pi-Calculus</a:t>
            </a:r>
          </a:p>
        </p:txBody>
      </p:sp>
      <p:sp>
        <p:nvSpPr>
          <p:cNvPr id="5" name="Slide Number Placeholder 4">
            <a:extLst>
              <a:ext uri="{FF2B5EF4-FFF2-40B4-BE49-F238E27FC236}">
                <a16:creationId xmlns:a16="http://schemas.microsoft.com/office/drawing/2014/main" id="{66E2C1A7-5DCC-88EF-7D9C-E1FE13BF5270}"/>
              </a:ext>
            </a:extLst>
          </p:cNvPr>
          <p:cNvSpPr>
            <a:spLocks noGrp="1"/>
          </p:cNvSpPr>
          <p:nvPr>
            <p:ph type="sldNum" sz="quarter" idx="11"/>
          </p:nvPr>
        </p:nvSpPr>
        <p:spPr>
          <a:xfrm>
            <a:off x="6553200" y="6248400"/>
            <a:ext cx="2133600" cy="457200"/>
          </a:xfrm>
        </p:spPr>
        <p:txBody>
          <a:bodyPr/>
          <a:lstStyle>
            <a:lvl1pPr>
              <a:defRPr/>
            </a:lvl1pPr>
          </a:lstStyle>
          <a:p>
            <a:fld id="{43337C58-6BB8-CA48-B162-4E4AC53649A5}" type="slidenum">
              <a:rPr lang="en-US" altLang="en-US"/>
              <a:pPr/>
              <a:t>‹#›</a:t>
            </a:fld>
            <a:endParaRPr lang="en-US" altLang="en-US"/>
          </a:p>
        </p:txBody>
      </p:sp>
      <p:sp>
        <p:nvSpPr>
          <p:cNvPr id="6" name="Date Placeholder 5">
            <a:extLst>
              <a:ext uri="{FF2B5EF4-FFF2-40B4-BE49-F238E27FC236}">
                <a16:creationId xmlns:a16="http://schemas.microsoft.com/office/drawing/2014/main" id="{29745F2C-BC6E-647B-AD7F-7D45D6D93977}"/>
              </a:ext>
            </a:extLst>
          </p:cNvPr>
          <p:cNvSpPr>
            <a:spLocks noGrp="1"/>
          </p:cNvSpPr>
          <p:nvPr>
            <p:ph type="dt" sz="half" idx="12"/>
          </p:nvPr>
        </p:nvSpPr>
        <p:spPr>
          <a:xfrm>
            <a:off x="457200" y="6245225"/>
            <a:ext cx="2133600" cy="476250"/>
          </a:xfrm>
        </p:spPr>
        <p:txBody>
          <a:bodyPr/>
          <a:lstStyle>
            <a:lvl1pPr>
              <a:defRPr/>
            </a:lvl1pPr>
          </a:lstStyle>
          <a:p>
            <a:fld id="{51AE2E53-E604-5F40-B469-489BE6BD4071}" type="datetime1">
              <a:rPr lang="en-US" altLang="en-US"/>
              <a:pPr/>
              <a:t>12/29/25</a:t>
            </a:fld>
            <a:endParaRPr lang="en-US" altLang="en-US"/>
          </a:p>
        </p:txBody>
      </p:sp>
    </p:spTree>
    <p:extLst>
      <p:ext uri="{BB962C8B-B14F-4D97-AF65-F5344CB8AC3E}">
        <p14:creationId xmlns:p14="http://schemas.microsoft.com/office/powerpoint/2010/main" val="17808323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73EA6E15-71ED-BC97-C237-E5E540BDCC42}"/>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2BD689B0-EB46-8870-69DD-A5AB144CDFF9}"/>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8F283949-5966-6964-9964-8E153B63706D}"/>
              </a:ext>
            </a:extLst>
          </p:cNvPr>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defRPr>
            </a:lvl1pPr>
          </a:lstStyle>
          <a:p>
            <a:fld id="{0BF59D6A-9945-0A49-8BDF-4C816E79A4B5}" type="datetime1">
              <a:rPr lang="en-US" altLang="en-US"/>
              <a:pPr/>
              <a:t>12/29/25</a:t>
            </a:fld>
            <a:endParaRPr lang="en-US" altLang="en-US"/>
          </a:p>
        </p:txBody>
      </p:sp>
      <p:sp>
        <p:nvSpPr>
          <p:cNvPr id="5" name="Footer Placeholder 4">
            <a:extLst>
              <a:ext uri="{FF2B5EF4-FFF2-40B4-BE49-F238E27FC236}">
                <a16:creationId xmlns:a16="http://schemas.microsoft.com/office/drawing/2014/main" id="{1C99A0EE-D9A0-4388-B15B-DF761A6CEF68}"/>
              </a:ext>
            </a:extLst>
          </p:cNvPr>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a:defRPr sz="1200">
                <a:solidFill>
                  <a:srgbClr val="898989"/>
                </a:solidFill>
                <a:latin typeface="Arial" charset="0"/>
                <a:ea typeface="ＭＳ Ｐゴシック" charset="0"/>
                <a:cs typeface="ＭＳ Ｐゴシック" charset="0"/>
              </a:defRPr>
            </a:lvl1pPr>
          </a:lstStyle>
          <a:p>
            <a:pPr>
              <a:defRPr/>
            </a:pPr>
            <a:r>
              <a:rPr lang="en-US"/>
              <a:t>Introduction to Pi-Calculus</a:t>
            </a:r>
          </a:p>
        </p:txBody>
      </p:sp>
      <p:sp>
        <p:nvSpPr>
          <p:cNvPr id="6" name="Slide Number Placeholder 5">
            <a:extLst>
              <a:ext uri="{FF2B5EF4-FFF2-40B4-BE49-F238E27FC236}">
                <a16:creationId xmlns:a16="http://schemas.microsoft.com/office/drawing/2014/main" id="{F6568737-F078-C3DF-07C4-4FF62CF69ABD}"/>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fld id="{E000A6B0-46A4-6D44-9AA6-21C51C3BC5AE}"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883" r:id="rId1"/>
    <p:sldLayoutId id="2147483884" r:id="rId2"/>
    <p:sldLayoutId id="2147483885" r:id="rId3"/>
    <p:sldLayoutId id="2147483886" r:id="rId4"/>
    <p:sldLayoutId id="2147483887" r:id="rId5"/>
    <p:sldLayoutId id="2147483888" r:id="rId6"/>
    <p:sldLayoutId id="2147483889" r:id="rId7"/>
    <p:sldLayoutId id="2147483890" r:id="rId8"/>
    <p:sldLayoutId id="2147483891" r:id="rId9"/>
    <p:sldLayoutId id="2147483892" r:id="rId10"/>
    <p:sldLayoutId id="2147483893" r:id="rId11"/>
    <p:sldLayoutId id="2147483894" r:id="rId12"/>
  </p:sldLayoutIdLst>
  <p:hf hdr="0" dt="0"/>
  <p:txStyles>
    <p:titleStyle>
      <a:lvl1pPr algn="ctr" rtl="0" eaLnBrk="0" fontAlgn="base" hangingPunct="0">
        <a:spcBef>
          <a:spcPct val="0"/>
        </a:spcBef>
        <a:spcAft>
          <a:spcPct val="0"/>
        </a:spcAft>
        <a:defRPr sz="4400" kern="1200">
          <a:solidFill>
            <a:schemeClr val="tx1"/>
          </a:solidFill>
          <a:latin typeface="+mj-lt"/>
          <a:ea typeface="ＭＳ Ｐゴシック" charset="0"/>
          <a:cs typeface="ＭＳ Ｐゴシック" charset="0"/>
        </a:defRPr>
      </a:lvl1pPr>
      <a:lvl2pPr algn="ctr" rtl="0" eaLnBrk="0" fontAlgn="base" hangingPunct="0">
        <a:spcBef>
          <a:spcPct val="0"/>
        </a:spcBef>
        <a:spcAft>
          <a:spcPct val="0"/>
        </a:spcAft>
        <a:defRPr sz="4400">
          <a:solidFill>
            <a:schemeClr val="tx1"/>
          </a:solidFill>
          <a:latin typeface="Calibri" charset="0"/>
          <a:ea typeface="ＭＳ Ｐゴシック" charset="0"/>
          <a:cs typeface="ＭＳ Ｐゴシック" charset="0"/>
        </a:defRPr>
      </a:lvl2pPr>
      <a:lvl3pPr algn="ctr" rtl="0" eaLnBrk="0" fontAlgn="base" hangingPunct="0">
        <a:spcBef>
          <a:spcPct val="0"/>
        </a:spcBef>
        <a:spcAft>
          <a:spcPct val="0"/>
        </a:spcAft>
        <a:defRPr sz="4400">
          <a:solidFill>
            <a:schemeClr val="tx1"/>
          </a:solidFill>
          <a:latin typeface="Calibri" charset="0"/>
          <a:ea typeface="ＭＳ Ｐゴシック" charset="0"/>
          <a:cs typeface="ＭＳ Ｐゴシック" charset="0"/>
        </a:defRPr>
      </a:lvl3pPr>
      <a:lvl4pPr algn="ctr" rtl="0" eaLnBrk="0" fontAlgn="base" hangingPunct="0">
        <a:spcBef>
          <a:spcPct val="0"/>
        </a:spcBef>
        <a:spcAft>
          <a:spcPct val="0"/>
        </a:spcAft>
        <a:defRPr sz="4400">
          <a:solidFill>
            <a:schemeClr val="tx1"/>
          </a:solidFill>
          <a:latin typeface="Calibri" charset="0"/>
          <a:ea typeface="ＭＳ Ｐゴシック" charset="0"/>
          <a:cs typeface="ＭＳ Ｐゴシック" charset="0"/>
        </a:defRPr>
      </a:lvl4pPr>
      <a:lvl5pPr algn="ctr" rtl="0" eaLnBrk="0" fontAlgn="base" hangingPunct="0">
        <a:spcBef>
          <a:spcPct val="0"/>
        </a:spcBef>
        <a:spcAft>
          <a:spcPct val="0"/>
        </a:spcAft>
        <a:defRPr sz="4400">
          <a:solidFill>
            <a:schemeClr val="tx1"/>
          </a:solidFill>
          <a:latin typeface="Calibri" charset="0"/>
          <a:ea typeface="ＭＳ Ｐゴシック" charset="0"/>
          <a:cs typeface="ＭＳ Ｐゴシック" charset="0"/>
        </a:defRPr>
      </a:lvl5pPr>
      <a:lvl6pPr marL="457200" algn="ctr" rtl="0" fontAlgn="base">
        <a:spcBef>
          <a:spcPct val="0"/>
        </a:spcBef>
        <a:spcAft>
          <a:spcPct val="0"/>
        </a:spcAft>
        <a:defRPr sz="4400">
          <a:solidFill>
            <a:schemeClr val="tx1"/>
          </a:solidFill>
          <a:latin typeface="Calibri" charset="0"/>
          <a:ea typeface="ＭＳ Ｐゴシック" charset="0"/>
        </a:defRPr>
      </a:lvl6pPr>
      <a:lvl7pPr marL="914400" algn="ctr" rtl="0" fontAlgn="base">
        <a:spcBef>
          <a:spcPct val="0"/>
        </a:spcBef>
        <a:spcAft>
          <a:spcPct val="0"/>
        </a:spcAft>
        <a:defRPr sz="4400">
          <a:solidFill>
            <a:schemeClr val="tx1"/>
          </a:solidFill>
          <a:latin typeface="Calibri" charset="0"/>
          <a:ea typeface="ＭＳ Ｐゴシック" charset="0"/>
        </a:defRPr>
      </a:lvl7pPr>
      <a:lvl8pPr marL="1371600" algn="ctr" rtl="0" fontAlgn="base">
        <a:spcBef>
          <a:spcPct val="0"/>
        </a:spcBef>
        <a:spcAft>
          <a:spcPct val="0"/>
        </a:spcAft>
        <a:defRPr sz="4400">
          <a:solidFill>
            <a:schemeClr val="tx1"/>
          </a:solidFill>
          <a:latin typeface="Calibri" charset="0"/>
          <a:ea typeface="ＭＳ Ｐゴシック" charset="0"/>
        </a:defRPr>
      </a:lvl8pPr>
      <a:lvl9pPr marL="1828800" algn="ctr" rtl="0" fontAlgn="base">
        <a:spcBef>
          <a:spcPct val="0"/>
        </a:spcBef>
        <a:spcAft>
          <a:spcPct val="0"/>
        </a:spcAft>
        <a:defRPr sz="4400">
          <a:solidFill>
            <a:schemeClr val="tx1"/>
          </a:solidFill>
          <a:latin typeface="Calibri" charset="0"/>
          <a:ea typeface="ＭＳ Ｐゴシック"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ＭＳ Ｐゴシック" charset="0"/>
          <a:cs typeface="ＭＳ Ｐゴシック"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ＭＳ Ｐゴシック" charset="0"/>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ＭＳ Ｐゴシック" charset="0"/>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ＭＳ Ｐゴシック" charset="0"/>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ＭＳ Ｐゴシック" charset="0"/>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helix4.vbs.vt.edu/ramgen/cs5204/09PiCalculusII.rm" TargetMode="External"/><Relationship Id="rId2" Type="http://schemas.openxmlformats.org/officeDocument/2006/relationships/hyperlink" Target="http://helix4.vbs.vt.edu/ramgen/cs5204/08PiCalculusI.rm" TargetMode="External"/><Relationship Id="rId1" Type="http://schemas.openxmlformats.org/officeDocument/2006/relationships/slideLayout" Target="../slideLayouts/slideLayout2.xml"/><Relationship Id="rId5" Type="http://schemas.openxmlformats.org/officeDocument/2006/relationships/hyperlink" Target="http://www.barnesandnoble.com/c/davide-sangiorgi" TargetMode="External"/><Relationship Id="rId4" Type="http://schemas.openxmlformats.org/officeDocument/2006/relationships/hyperlink" Target="http://www.barnesandnoble.com/w/pi-calculus-davide-sangiorgi/1100953441?ean=9780521543279"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oleObject" Target="../embeddings/oleObject1.bin"/><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itle 1">
            <a:extLst>
              <a:ext uri="{FF2B5EF4-FFF2-40B4-BE49-F238E27FC236}">
                <a16:creationId xmlns:a16="http://schemas.microsoft.com/office/drawing/2014/main" id="{F360E88A-9C94-2080-B8E0-3170B189C77F}"/>
              </a:ext>
            </a:extLst>
          </p:cNvPr>
          <p:cNvSpPr>
            <a:spLocks noGrp="1"/>
          </p:cNvSpPr>
          <p:nvPr>
            <p:ph type="ctrTitle"/>
          </p:nvPr>
        </p:nvSpPr>
        <p:spPr/>
        <p:txBody>
          <a:bodyPr/>
          <a:lstStyle/>
          <a:p>
            <a:pPr eaLnBrk="1" hangingPunct="1"/>
            <a:r>
              <a:rPr lang="en-US" altLang="en-US" sz="5400">
                <a:solidFill>
                  <a:srgbClr val="FF0000"/>
                </a:solidFill>
                <a:latin typeface="Symbol" pitchFamily="2" charset="2"/>
                <a:ea typeface="ＭＳ Ｐゴシック" panose="020B0600070205080204" pitchFamily="34" charset="-128"/>
              </a:rPr>
              <a:t>p</a:t>
            </a:r>
            <a:r>
              <a:rPr lang="en-US" altLang="en-US" sz="3600">
                <a:solidFill>
                  <a:srgbClr val="FF0000"/>
                </a:solidFill>
                <a:ea typeface="ＭＳ Ｐゴシック" panose="020B0600070205080204" pitchFamily="34" charset="-128"/>
              </a:rPr>
              <a:t> - Calculus</a:t>
            </a:r>
            <a:br>
              <a:rPr lang="en-US" altLang="en-US" sz="3600">
                <a:solidFill>
                  <a:srgbClr val="3366FF"/>
                </a:solidFill>
                <a:ea typeface="ＭＳ Ｐゴシック" panose="020B0600070205080204" pitchFamily="34" charset="-128"/>
              </a:rPr>
            </a:br>
            <a:r>
              <a:rPr lang="en-US" altLang="en-US" sz="3600">
                <a:solidFill>
                  <a:srgbClr val="3366FF"/>
                </a:solidFill>
                <a:ea typeface="ＭＳ Ｐゴシック" panose="020B0600070205080204" pitchFamily="34" charset="-128"/>
              </a:rPr>
              <a:t>A Model for Mobile Processes</a:t>
            </a:r>
          </a:p>
        </p:txBody>
      </p:sp>
      <p:sp>
        <p:nvSpPr>
          <p:cNvPr id="3" name="Subtitle 2">
            <a:extLst>
              <a:ext uri="{FF2B5EF4-FFF2-40B4-BE49-F238E27FC236}">
                <a16:creationId xmlns:a16="http://schemas.microsoft.com/office/drawing/2014/main" id="{0D010857-FD05-EE7A-24EE-96DE1D9CEF77}"/>
              </a:ext>
            </a:extLst>
          </p:cNvPr>
          <p:cNvSpPr>
            <a:spLocks noGrp="1"/>
          </p:cNvSpPr>
          <p:nvPr>
            <p:ph type="subTitle" idx="1"/>
          </p:nvPr>
        </p:nvSpPr>
        <p:spPr/>
        <p:txBody>
          <a:bodyPr rtlCol="0">
            <a:normAutofit/>
          </a:bodyPr>
          <a:lstStyle/>
          <a:p>
            <a:pPr eaLnBrk="1" fontAlgn="auto" hangingPunct="1">
              <a:spcAft>
                <a:spcPts val="0"/>
              </a:spcAft>
              <a:buFont typeface="Arial"/>
              <a:buNone/>
              <a:defRPr/>
            </a:pPr>
            <a:r>
              <a:rPr lang="en-US" dirty="0">
                <a:ea typeface="+mn-ea"/>
                <a:cs typeface="+mn-cs"/>
              </a:rPr>
              <a:t>ISA 763, Fall 2013</a:t>
            </a:r>
          </a:p>
          <a:p>
            <a:pPr eaLnBrk="1" fontAlgn="auto" hangingPunct="1">
              <a:spcAft>
                <a:spcPts val="0"/>
              </a:spcAft>
              <a:buFont typeface="Arial"/>
              <a:buNone/>
              <a:defRPr/>
            </a:pPr>
            <a:r>
              <a:rPr lang="en-US" dirty="0">
                <a:ea typeface="+mn-ea"/>
                <a:cs typeface="+mn-cs"/>
              </a:rPr>
              <a:t>Duminda Wijesekera</a:t>
            </a:r>
          </a:p>
          <a:p>
            <a:pPr eaLnBrk="1" fontAlgn="auto" hangingPunct="1">
              <a:spcAft>
                <a:spcPts val="0"/>
              </a:spcAft>
              <a:buFont typeface="Arial"/>
              <a:buNone/>
              <a:defRPr/>
            </a:pPr>
            <a:r>
              <a:rPr lang="en-US" sz="2000" dirty="0">
                <a:ea typeface="+mn-ea"/>
                <a:cs typeface="+mn-cs"/>
              </a:rPr>
              <a:t>based on many papers and transparencies on the web</a:t>
            </a:r>
          </a:p>
        </p:txBody>
      </p:sp>
      <p:sp>
        <p:nvSpPr>
          <p:cNvPr id="16387" name="Footer Placeholder 3">
            <a:extLst>
              <a:ext uri="{FF2B5EF4-FFF2-40B4-BE49-F238E27FC236}">
                <a16:creationId xmlns:a16="http://schemas.microsoft.com/office/drawing/2014/main" id="{F77DF505-5F66-DB58-CBE3-F0C98EDADD9F}"/>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200">
                <a:solidFill>
                  <a:srgbClr val="898989"/>
                </a:solidFill>
              </a:rPr>
              <a:t>Introduction to Pi-Calculus</a:t>
            </a:r>
          </a:p>
        </p:txBody>
      </p:sp>
      <p:sp>
        <p:nvSpPr>
          <p:cNvPr id="16388" name="Slide Number Placeholder 4">
            <a:extLst>
              <a:ext uri="{FF2B5EF4-FFF2-40B4-BE49-F238E27FC236}">
                <a16:creationId xmlns:a16="http://schemas.microsoft.com/office/drawing/2014/main" id="{6A558C20-DA6A-3A67-8D04-1F90636BDD6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6376BCD8-FF1A-2043-AA73-07885B336ADF}" type="slidenum">
              <a:rPr lang="en-US" altLang="en-US" sz="1200">
                <a:solidFill>
                  <a:srgbClr val="898989"/>
                </a:solidFill>
              </a:rPr>
              <a:pPr eaLnBrk="1" hangingPunct="1"/>
              <a:t>1</a:t>
            </a:fld>
            <a:endParaRPr lang="en-US" altLang="en-US" sz="1200">
              <a:solidFill>
                <a:srgbClr val="898989"/>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a:extLst>
              <a:ext uri="{FF2B5EF4-FFF2-40B4-BE49-F238E27FC236}">
                <a16:creationId xmlns:a16="http://schemas.microsoft.com/office/drawing/2014/main" id="{93D4B297-6D39-54B9-606E-2A4D48EC7D90}"/>
              </a:ext>
            </a:extLst>
          </p:cNvPr>
          <p:cNvSpPr>
            <a:spLocks noGrp="1"/>
          </p:cNvSpPr>
          <p:nvPr>
            <p:ph type="title"/>
          </p:nvPr>
        </p:nvSpPr>
        <p:spPr/>
        <p:txBody>
          <a:bodyPr/>
          <a:lstStyle/>
          <a:p>
            <a:r>
              <a:rPr lang="en-US" altLang="en-US">
                <a:solidFill>
                  <a:srgbClr val="0000FF"/>
                </a:solidFill>
                <a:ea typeface="ＭＳ Ｐゴシック" panose="020B0600070205080204" pitchFamily="34" charset="-128"/>
              </a:rPr>
              <a:t>References</a:t>
            </a:r>
          </a:p>
        </p:txBody>
      </p:sp>
      <p:sp>
        <p:nvSpPr>
          <p:cNvPr id="17410" name="Content Placeholder 2">
            <a:extLst>
              <a:ext uri="{FF2B5EF4-FFF2-40B4-BE49-F238E27FC236}">
                <a16:creationId xmlns:a16="http://schemas.microsoft.com/office/drawing/2014/main" id="{29030725-0882-891A-FAD2-44A1A7FD3178}"/>
              </a:ext>
            </a:extLst>
          </p:cNvPr>
          <p:cNvSpPr>
            <a:spLocks noGrp="1"/>
          </p:cNvSpPr>
          <p:nvPr>
            <p:ph idx="1"/>
          </p:nvPr>
        </p:nvSpPr>
        <p:spPr>
          <a:xfrm>
            <a:off x="457200" y="1258888"/>
            <a:ext cx="8229600" cy="4867275"/>
          </a:xfrm>
        </p:spPr>
        <p:txBody>
          <a:bodyPr/>
          <a:lstStyle/>
          <a:p>
            <a:r>
              <a:rPr lang="en-US" altLang="en-US" sz="2000">
                <a:ea typeface="ＭＳ Ｐゴシック" panose="020B0600070205080204" pitchFamily="34" charset="-128"/>
              </a:rPr>
              <a:t>This talk is made using lectures of Prof. Dennis Kafoury’s lecture material (Virginia Tech) -2010</a:t>
            </a:r>
          </a:p>
          <a:p>
            <a:r>
              <a:rPr lang="en-US" altLang="en-US" sz="2000">
                <a:ea typeface="ＭＳ Ｐゴシック" panose="020B0600070205080204" pitchFamily="34" charset="-128"/>
              </a:rPr>
              <a:t>He has an online presentations at:</a:t>
            </a:r>
          </a:p>
          <a:p>
            <a:pPr lvl="1"/>
            <a:r>
              <a:rPr lang="en-US" altLang="en-US" sz="2000">
                <a:ea typeface="ＭＳ Ｐゴシック" panose="020B0600070205080204" pitchFamily="34" charset="-128"/>
                <a:hlinkClick r:id="rId2"/>
              </a:rPr>
              <a:t>http://helix4.vbs.vt.edu/ramgen/cs5204/08PiCalculusI.rm</a:t>
            </a:r>
            <a:r>
              <a:rPr lang="en-US" altLang="en-US" sz="2000">
                <a:ea typeface="ＭＳ Ｐゴシック" panose="020B0600070205080204" pitchFamily="34" charset="-128"/>
              </a:rPr>
              <a:t> </a:t>
            </a:r>
            <a:br>
              <a:rPr lang="en-US" altLang="en-US" sz="2000">
                <a:ea typeface="ＭＳ Ｐゴシック" panose="020B0600070205080204" pitchFamily="34" charset="-128"/>
              </a:rPr>
            </a:br>
            <a:r>
              <a:rPr lang="en-US" altLang="en-US" sz="2000">
                <a:ea typeface="ＭＳ Ｐゴシック" panose="020B0600070205080204" pitchFamily="34" charset="-128"/>
                <a:hlinkClick r:id="rId3"/>
              </a:rPr>
              <a:t>http://helix4.vbs.vt.edu/ramgen/cs5204/09PiCalculusII.rm</a:t>
            </a:r>
            <a:endParaRPr lang="en-US" altLang="en-US" sz="2000">
              <a:ea typeface="ＭＳ Ｐゴシック" panose="020B0600070205080204" pitchFamily="34" charset="-128"/>
            </a:endParaRPr>
          </a:p>
          <a:p>
            <a:r>
              <a:rPr lang="en-US" altLang="en-US" sz="2000">
                <a:ea typeface="ＭＳ Ｐゴシック" panose="020B0600070205080204" pitchFamily="34" charset="-128"/>
              </a:rPr>
              <a:t>The material also appears in the text book</a:t>
            </a:r>
          </a:p>
          <a:p>
            <a:pPr lvl="1"/>
            <a:r>
              <a:rPr lang="en-US" altLang="en-US" sz="2000">
                <a:ea typeface="ＭＳ Ｐゴシック" panose="020B0600070205080204" pitchFamily="34" charset="-128"/>
              </a:rPr>
              <a:t>Communication and Mobile Systems: The </a:t>
            </a:r>
            <a:r>
              <a:rPr lang="en-US" altLang="en-US" sz="2000">
                <a:solidFill>
                  <a:srgbClr val="000000"/>
                </a:solidFill>
                <a:latin typeface="Symbol" pitchFamily="2" charset="2"/>
                <a:ea typeface="ＭＳ Ｐゴシック" panose="020B0600070205080204" pitchFamily="34" charset="-128"/>
              </a:rPr>
              <a:t>p -</a:t>
            </a:r>
            <a:r>
              <a:rPr lang="en-US" altLang="en-US" sz="2000">
                <a:solidFill>
                  <a:srgbClr val="000000"/>
                </a:solidFill>
                <a:ea typeface="ＭＳ Ｐゴシック" panose="020B0600070205080204" pitchFamily="34" charset="-128"/>
              </a:rPr>
              <a:t>Calculus by Robin Miner, Cambridge University Press 2003.</a:t>
            </a:r>
          </a:p>
          <a:p>
            <a:r>
              <a:rPr lang="en-US" altLang="en-US" sz="2000">
                <a:solidFill>
                  <a:srgbClr val="000000"/>
                </a:solidFill>
                <a:ea typeface="ＭＳ Ｐゴシック" panose="020B0600070205080204" pitchFamily="34" charset="-128"/>
              </a:rPr>
              <a:t>A comprehensive book on </a:t>
            </a:r>
            <a:r>
              <a:rPr lang="en-US" altLang="en-US" sz="2000">
                <a:solidFill>
                  <a:srgbClr val="000000"/>
                </a:solidFill>
                <a:latin typeface="Symbol" pitchFamily="2" charset="2"/>
                <a:ea typeface="ＭＳ Ｐゴシック" panose="020B0600070205080204" pitchFamily="34" charset="-128"/>
              </a:rPr>
              <a:t>p –</a:t>
            </a:r>
            <a:r>
              <a:rPr lang="en-US" altLang="en-US" sz="2000">
                <a:solidFill>
                  <a:srgbClr val="000000"/>
                </a:solidFill>
                <a:ea typeface="ＭＳ Ｐゴシック" panose="020B0600070205080204" pitchFamily="34" charset="-128"/>
              </a:rPr>
              <a:t>Calculus is </a:t>
            </a:r>
          </a:p>
          <a:p>
            <a:pPr lvl="1"/>
            <a:r>
              <a:rPr lang="en-US" altLang="en-US" sz="2000">
                <a:ea typeface="ＭＳ Ｐゴシック" panose="020B0600070205080204" pitchFamily="34" charset="-128"/>
                <a:hlinkClick r:id="rId4"/>
              </a:rPr>
              <a:t>The Pi-Calculus: A Theory of Mobile Processes</a:t>
            </a:r>
            <a:r>
              <a:rPr lang="en-US" altLang="en-US" sz="2000">
                <a:ea typeface="ＭＳ Ｐゴシック" panose="020B0600070205080204" pitchFamily="34" charset="-128"/>
              </a:rPr>
              <a:t> by</a:t>
            </a:r>
            <a:r>
              <a:rPr lang="en-US" altLang="en-US" sz="2000" b="1">
                <a:ea typeface="ＭＳ Ｐゴシック" panose="020B0600070205080204" pitchFamily="34" charset="-128"/>
              </a:rPr>
              <a:t> </a:t>
            </a:r>
            <a:r>
              <a:rPr lang="en-US" altLang="en-US" sz="2000">
                <a:ea typeface="ＭＳ Ｐゴシック" panose="020B0600070205080204" pitchFamily="34" charset="-128"/>
                <a:hlinkClick r:id="rId5"/>
              </a:rPr>
              <a:t>Davide Sangiorgi</a:t>
            </a:r>
            <a:r>
              <a:rPr lang="en-US" altLang="en-US" sz="2000">
                <a:ea typeface="ＭＳ Ｐゴシック" panose="020B0600070205080204" pitchFamily="34" charset="-128"/>
              </a:rPr>
              <a:t>, and David Walker</a:t>
            </a:r>
          </a:p>
          <a:p>
            <a:r>
              <a:rPr lang="en-US" altLang="en-US" sz="2000">
                <a:ea typeface="ＭＳ Ｐゴシック" panose="020B0600070205080204" pitchFamily="34" charset="-128"/>
              </a:rPr>
              <a:t>Another book:</a:t>
            </a:r>
          </a:p>
          <a:p>
            <a:pPr lvl="1"/>
            <a:r>
              <a:rPr lang="en-US" altLang="en-US" sz="2000">
                <a:ea typeface="ＭＳ Ｐゴシック" panose="020B0600070205080204" pitchFamily="34" charset="-128"/>
              </a:rPr>
              <a:t>A Distributed Pi-Calculus by Mathew Hennessey</a:t>
            </a:r>
          </a:p>
          <a:p>
            <a:r>
              <a:rPr lang="en-US" altLang="en-US" sz="2000">
                <a:solidFill>
                  <a:srgbClr val="FF6600"/>
                </a:solidFill>
                <a:ea typeface="ＭＳ Ｐゴシック" panose="020B0600070205080204" pitchFamily="34" charset="-128"/>
              </a:rPr>
              <a:t>I have attached a tutorial to the Blackboard</a:t>
            </a:r>
          </a:p>
        </p:txBody>
      </p:sp>
      <p:sp>
        <p:nvSpPr>
          <p:cNvPr id="17411" name="Footer Placeholder 3">
            <a:extLst>
              <a:ext uri="{FF2B5EF4-FFF2-40B4-BE49-F238E27FC236}">
                <a16:creationId xmlns:a16="http://schemas.microsoft.com/office/drawing/2014/main" id="{46C35F92-74E7-D33E-19DF-35BAFA94D78C}"/>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200">
                <a:solidFill>
                  <a:srgbClr val="898989"/>
                </a:solidFill>
              </a:rPr>
              <a:t>Introduction to Pi-Calculus</a:t>
            </a:r>
          </a:p>
        </p:txBody>
      </p:sp>
      <p:sp>
        <p:nvSpPr>
          <p:cNvPr id="17412" name="Slide Number Placeholder 4">
            <a:extLst>
              <a:ext uri="{FF2B5EF4-FFF2-40B4-BE49-F238E27FC236}">
                <a16:creationId xmlns:a16="http://schemas.microsoft.com/office/drawing/2014/main" id="{B23B7495-BF78-16E6-2094-19D7888C269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1D1C0F7F-781E-0C42-9DB3-B6A2758473FC}" type="slidenum">
              <a:rPr lang="en-US" altLang="en-US" sz="1200">
                <a:solidFill>
                  <a:srgbClr val="898989"/>
                </a:solidFill>
              </a:rPr>
              <a:pPr eaLnBrk="1" hangingPunct="1"/>
              <a:t>2</a:t>
            </a:fld>
            <a:endParaRPr lang="en-US" altLang="en-US" sz="1200">
              <a:solidFill>
                <a:srgbClr val="898989"/>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2">
            <a:extLst>
              <a:ext uri="{FF2B5EF4-FFF2-40B4-BE49-F238E27FC236}">
                <a16:creationId xmlns:a16="http://schemas.microsoft.com/office/drawing/2014/main" id="{91F8C610-FEE5-6FCB-8D06-0FCF4E28A251}"/>
              </a:ext>
            </a:extLst>
          </p:cNvPr>
          <p:cNvSpPr>
            <a:spLocks noGrp="1" noChangeArrowheads="1"/>
          </p:cNvSpPr>
          <p:nvPr>
            <p:ph type="title"/>
          </p:nvPr>
        </p:nvSpPr>
        <p:spPr/>
        <p:txBody>
          <a:bodyPr/>
          <a:lstStyle/>
          <a:p>
            <a:pPr eaLnBrk="1" hangingPunct="1"/>
            <a:r>
              <a:rPr lang="en-US" altLang="en-US" sz="3600">
                <a:solidFill>
                  <a:srgbClr val="0000FF"/>
                </a:solidFill>
                <a:ea typeface="ＭＳ Ｐゴシック" panose="020B0600070205080204" pitchFamily="34" charset="-128"/>
              </a:rPr>
              <a:t>Theoretical Foundations of Concurrency</a:t>
            </a:r>
          </a:p>
        </p:txBody>
      </p:sp>
      <p:sp>
        <p:nvSpPr>
          <p:cNvPr id="18434" name="Text Box 3">
            <a:extLst>
              <a:ext uri="{FF2B5EF4-FFF2-40B4-BE49-F238E27FC236}">
                <a16:creationId xmlns:a16="http://schemas.microsoft.com/office/drawing/2014/main" id="{053CDD16-811A-316B-987C-B17C5CB6EA93}"/>
              </a:ext>
            </a:extLst>
          </p:cNvPr>
          <p:cNvSpPr txBox="1">
            <a:spLocks noChangeArrowheads="1"/>
          </p:cNvSpPr>
          <p:nvPr/>
        </p:nvSpPr>
        <p:spPr bwMode="auto">
          <a:xfrm>
            <a:off x="457200" y="1192213"/>
            <a:ext cx="8372475" cy="547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457200" indent="-457200" eaLnBrk="0" hangingPunct="0">
              <a:defRPr sz="2400">
                <a:solidFill>
                  <a:schemeClr val="tx1"/>
                </a:solidFill>
                <a:latin typeface="Arial" panose="020B0604020202020204" pitchFamily="34" charset="0"/>
                <a:ea typeface="ＭＳ Ｐゴシック" panose="020B0600070205080204" pitchFamily="34" charset="-128"/>
              </a:defRPr>
            </a:lvl1pPr>
            <a:lvl2pPr marL="800100" indent="-34290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20000"/>
              </a:spcBef>
              <a:buFont typeface="Arial" panose="020B0604020202020204" pitchFamily="34" charset="0"/>
              <a:buChar char="•"/>
            </a:pPr>
            <a:r>
              <a:rPr lang="en-US" altLang="en-US" sz="2800">
                <a:latin typeface="Calibri" panose="020F0502020204030204" pitchFamily="34" charset="0"/>
              </a:rPr>
              <a:t>A formal study of concurrency enables</a:t>
            </a:r>
          </a:p>
          <a:p>
            <a:pPr lvl="1" eaLnBrk="1" hangingPunct="1">
              <a:spcBef>
                <a:spcPct val="20000"/>
              </a:spcBef>
              <a:buFont typeface="Arial" panose="020B0604020202020204" pitchFamily="34" charset="0"/>
              <a:buChar char="•"/>
            </a:pPr>
            <a:r>
              <a:rPr lang="en-US" altLang="en-US" sz="2000">
                <a:latin typeface="Calibri" panose="020F0502020204030204" pitchFamily="34" charset="0"/>
              </a:rPr>
              <a:t>Understanding the essential nature of concurrency</a:t>
            </a:r>
          </a:p>
          <a:p>
            <a:pPr lvl="1" eaLnBrk="1" hangingPunct="1">
              <a:spcBef>
                <a:spcPct val="20000"/>
              </a:spcBef>
              <a:buFont typeface="Arial" panose="020B0604020202020204" pitchFamily="34" charset="0"/>
              <a:buChar char="•"/>
            </a:pPr>
            <a:r>
              <a:rPr lang="en-US" altLang="en-US" sz="2000">
                <a:latin typeface="Calibri" panose="020F0502020204030204" pitchFamily="34" charset="0"/>
              </a:rPr>
              <a:t>Reasoning about the behavior of concurrent systems</a:t>
            </a:r>
          </a:p>
          <a:p>
            <a:pPr lvl="1" eaLnBrk="1" hangingPunct="1">
              <a:spcBef>
                <a:spcPct val="20000"/>
              </a:spcBef>
              <a:buFont typeface="Arial" panose="020B0604020202020204" pitchFamily="34" charset="0"/>
              <a:buChar char="•"/>
            </a:pPr>
            <a:r>
              <a:rPr lang="en-US" altLang="en-US" sz="2000">
                <a:latin typeface="Calibri" panose="020F0502020204030204" pitchFamily="34" charset="0"/>
              </a:rPr>
              <a:t>Developing tools to aid in producing correct systems</a:t>
            </a:r>
          </a:p>
          <a:p>
            <a:pPr eaLnBrk="1" hangingPunct="1">
              <a:spcBef>
                <a:spcPct val="20000"/>
              </a:spcBef>
              <a:buFont typeface="Arial" panose="020B0604020202020204" pitchFamily="34" charset="0"/>
              <a:buChar char="•"/>
            </a:pPr>
            <a:r>
              <a:rPr lang="en-US" altLang="en-US" sz="2800">
                <a:latin typeface="Calibri" panose="020F0502020204030204" pitchFamily="34" charset="0"/>
              </a:rPr>
              <a:t>We studied CSP, a calculus for communicating sequential processes</a:t>
            </a:r>
          </a:p>
          <a:p>
            <a:pPr eaLnBrk="1" hangingPunct="1">
              <a:spcBef>
                <a:spcPct val="20000"/>
              </a:spcBef>
              <a:buFont typeface="Arial" panose="020B0604020202020204" pitchFamily="34" charset="0"/>
              <a:buChar char="•"/>
            </a:pPr>
            <a:r>
              <a:rPr lang="en-US" altLang="en-US" sz="2800">
                <a:latin typeface="Calibri" panose="020F0502020204030204" pitchFamily="34" charset="0"/>
              </a:rPr>
              <a:t>But the processes were static – </a:t>
            </a:r>
          </a:p>
          <a:p>
            <a:pPr lvl="1" eaLnBrk="1" hangingPunct="1">
              <a:spcBef>
                <a:spcPct val="20000"/>
              </a:spcBef>
              <a:buFont typeface="Arial" panose="020B0604020202020204" pitchFamily="34" charset="0"/>
              <a:buChar char="•"/>
            </a:pPr>
            <a:r>
              <a:rPr lang="en-US" altLang="en-US" sz="2800">
                <a:latin typeface="Calibri" panose="020F0502020204030204" pitchFamily="34" charset="0"/>
              </a:rPr>
              <a:t>i.e. did not move from one location to another</a:t>
            </a:r>
          </a:p>
          <a:p>
            <a:pPr eaLnBrk="1" hangingPunct="1">
              <a:spcBef>
                <a:spcPct val="20000"/>
              </a:spcBef>
              <a:buFont typeface="Arial" panose="020B0604020202020204" pitchFamily="34" charset="0"/>
              <a:buChar char="•"/>
            </a:pPr>
            <a:r>
              <a:rPr lang="en-US" altLang="en-US" sz="2800">
                <a:latin typeface="Symbol" pitchFamily="2" charset="2"/>
              </a:rPr>
              <a:t>p</a:t>
            </a:r>
            <a:r>
              <a:rPr lang="en-US" altLang="en-US" sz="2800">
                <a:latin typeface="Calibri" panose="020F0502020204030204" pitchFamily="34" charset="0"/>
              </a:rPr>
              <a:t>-calculus of Robin Milner is a process calculi for mobile processes providing</a:t>
            </a:r>
          </a:p>
          <a:p>
            <a:pPr lvl="1" eaLnBrk="1" hangingPunct="1">
              <a:spcBef>
                <a:spcPct val="20000"/>
              </a:spcBef>
              <a:buFont typeface="Arial" panose="020B0604020202020204" pitchFamily="34" charset="0"/>
              <a:buChar char="•"/>
            </a:pPr>
            <a:r>
              <a:rPr lang="en-US" altLang="en-US" sz="2000">
                <a:latin typeface="Calibri" panose="020F0502020204030204" pitchFamily="34" charset="0"/>
              </a:rPr>
              <a:t>An algebra (operators, expressions, reaction rules)</a:t>
            </a:r>
          </a:p>
          <a:p>
            <a:pPr lvl="1" eaLnBrk="1" hangingPunct="1">
              <a:spcBef>
                <a:spcPct val="20000"/>
              </a:spcBef>
              <a:buFont typeface="Arial" panose="020B0604020202020204" pitchFamily="34" charset="0"/>
              <a:buChar char="•"/>
            </a:pPr>
            <a:r>
              <a:rPr lang="en-US" altLang="en-US" sz="2000">
                <a:latin typeface="Calibri" panose="020F0502020204030204" pitchFamily="34" charset="0"/>
              </a:rPr>
              <a:t>An interpretation for concurrent/communicating/mobile processes</a:t>
            </a:r>
          </a:p>
        </p:txBody>
      </p:sp>
      <p:sp>
        <p:nvSpPr>
          <p:cNvPr id="18435" name="Footer Placeholder 1">
            <a:extLst>
              <a:ext uri="{FF2B5EF4-FFF2-40B4-BE49-F238E27FC236}">
                <a16:creationId xmlns:a16="http://schemas.microsoft.com/office/drawing/2014/main" id="{62AF56A8-3DFF-DDD7-F283-80667F1E5A4F}"/>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200">
                <a:solidFill>
                  <a:srgbClr val="898989"/>
                </a:solidFill>
              </a:rPr>
              <a:t>Introduction to Pi-Calculus</a:t>
            </a:r>
          </a:p>
        </p:txBody>
      </p:sp>
      <p:sp>
        <p:nvSpPr>
          <p:cNvPr id="18436" name="Slide Number Placeholder 2">
            <a:extLst>
              <a:ext uri="{FF2B5EF4-FFF2-40B4-BE49-F238E27FC236}">
                <a16:creationId xmlns:a16="http://schemas.microsoft.com/office/drawing/2014/main" id="{A95C4962-E366-958C-1D7E-955E27356F1A}"/>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6E6D477A-C3FB-7C4C-A2D8-F1C8D8EA5B7C}" type="slidenum">
              <a:rPr lang="en-US" altLang="en-US" sz="1200">
                <a:solidFill>
                  <a:srgbClr val="898989"/>
                </a:solidFill>
              </a:rPr>
              <a:pPr eaLnBrk="1" hangingPunct="1"/>
              <a:t>3</a:t>
            </a:fld>
            <a:endParaRPr lang="en-US" altLang="en-US" sz="1200">
              <a:solidFill>
                <a:srgbClr val="898989"/>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a:extLst>
              <a:ext uri="{FF2B5EF4-FFF2-40B4-BE49-F238E27FC236}">
                <a16:creationId xmlns:a16="http://schemas.microsoft.com/office/drawing/2014/main" id="{75578C4A-CDA3-66F0-75C8-EFD66C36C530}"/>
              </a:ext>
            </a:extLst>
          </p:cNvPr>
          <p:cNvSpPr>
            <a:spLocks noGrp="1" noChangeArrowheads="1"/>
          </p:cNvSpPr>
          <p:nvPr>
            <p:ph type="title"/>
          </p:nvPr>
        </p:nvSpPr>
        <p:spPr/>
        <p:txBody>
          <a:bodyPr rtlCol="0">
            <a:normAutofit fontScale="90000"/>
          </a:bodyPr>
          <a:lstStyle/>
          <a:p>
            <a:pPr eaLnBrk="1" fontAlgn="auto" hangingPunct="1">
              <a:spcAft>
                <a:spcPts val="0"/>
              </a:spcAft>
              <a:defRPr/>
            </a:pPr>
            <a:r>
              <a:rPr lang="en-US" altLang="en-US" sz="3600">
                <a:solidFill>
                  <a:srgbClr val="0000FF"/>
                </a:solidFill>
                <a:ea typeface="+mj-ea"/>
                <a:cs typeface="+mj-cs"/>
              </a:rPr>
              <a:t>A Quick Overview of the Syntax</a:t>
            </a:r>
          </a:p>
        </p:txBody>
      </p:sp>
      <p:graphicFrame>
        <p:nvGraphicFramePr>
          <p:cNvPr id="19458" name="Object 2">
            <a:extLst>
              <a:ext uri="{FF2B5EF4-FFF2-40B4-BE49-F238E27FC236}">
                <a16:creationId xmlns:a16="http://schemas.microsoft.com/office/drawing/2014/main" id="{66E30958-406E-5B82-D7D8-BAD8BACE50CE}"/>
              </a:ext>
            </a:extLst>
          </p:cNvPr>
          <p:cNvGraphicFramePr>
            <a:graphicFrameLocks noGrp="1" noChangeAspect="1"/>
          </p:cNvGraphicFramePr>
          <p:nvPr>
            <p:ph type="tbl" idx="1"/>
          </p:nvPr>
        </p:nvGraphicFramePr>
        <p:xfrm>
          <a:off x="1069975" y="1524000"/>
          <a:ext cx="6999288" cy="4303713"/>
        </p:xfrm>
        <a:graphic>
          <a:graphicData uri="http://schemas.openxmlformats.org/presentationml/2006/ole">
            <mc:AlternateContent xmlns:mc="http://schemas.openxmlformats.org/markup-compatibility/2006">
              <mc:Choice xmlns:v="urn:schemas-microsoft-com:vml" Requires="v">
                <p:oleObj name="Document" r:id="rId2" imgW="44653200" imgH="27457400" progId="Word.Document.8">
                  <p:embed/>
                </p:oleObj>
              </mc:Choice>
              <mc:Fallback>
                <p:oleObj name="Document" r:id="rId2" imgW="44653200" imgH="27457400" progId="Word.Document.8">
                  <p:embed/>
                  <p:pic>
                    <p:nvPicPr>
                      <p:cNvPr id="0" name="Object 2"/>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9975" y="1524000"/>
                        <a:ext cx="6999288" cy="430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9459" name="Line 4">
            <a:extLst>
              <a:ext uri="{FF2B5EF4-FFF2-40B4-BE49-F238E27FC236}">
                <a16:creationId xmlns:a16="http://schemas.microsoft.com/office/drawing/2014/main" id="{310429E3-3957-0A10-940C-FAC462A7B16B}"/>
              </a:ext>
            </a:extLst>
          </p:cNvPr>
          <p:cNvSpPr>
            <a:spLocks noChangeShapeType="1"/>
          </p:cNvSpPr>
          <p:nvPr/>
        </p:nvSpPr>
        <p:spPr bwMode="auto">
          <a:xfrm>
            <a:off x="4752975" y="2895600"/>
            <a:ext cx="13335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460" name="Footer Placeholder 1">
            <a:extLst>
              <a:ext uri="{FF2B5EF4-FFF2-40B4-BE49-F238E27FC236}">
                <a16:creationId xmlns:a16="http://schemas.microsoft.com/office/drawing/2014/main" id="{D4DE5772-9AA1-B4FA-7548-17A18FA27C11}"/>
              </a:ext>
            </a:extLst>
          </p:cNvPr>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200">
                <a:solidFill>
                  <a:srgbClr val="898989"/>
                </a:solidFill>
              </a:rPr>
              <a:t>Introduction to Pi-Calculus</a:t>
            </a:r>
          </a:p>
        </p:txBody>
      </p:sp>
      <p:sp>
        <p:nvSpPr>
          <p:cNvPr id="19461" name="Slide Number Placeholder 2">
            <a:extLst>
              <a:ext uri="{FF2B5EF4-FFF2-40B4-BE49-F238E27FC236}">
                <a16:creationId xmlns:a16="http://schemas.microsoft.com/office/drawing/2014/main" id="{45776E10-1936-3AC0-12BF-ECD2ADF1062D}"/>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680096FA-BAB6-4B46-8586-955BE6370D29}" type="slidenum">
              <a:rPr lang="en-US" altLang="en-US" sz="1200">
                <a:solidFill>
                  <a:srgbClr val="898989"/>
                </a:solidFill>
              </a:rPr>
              <a:pPr eaLnBrk="1" hangingPunct="1"/>
              <a:t>4</a:t>
            </a:fld>
            <a:endParaRPr lang="en-US" altLang="en-US" sz="1200">
              <a:solidFill>
                <a:srgbClr val="898989"/>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a:extLst>
              <a:ext uri="{FF2B5EF4-FFF2-40B4-BE49-F238E27FC236}">
                <a16:creationId xmlns:a16="http://schemas.microsoft.com/office/drawing/2014/main" id="{C1B9CEBF-6EEB-B046-71C3-704DC387F82E}"/>
              </a:ext>
            </a:extLst>
          </p:cNvPr>
          <p:cNvSpPr>
            <a:spLocks noGrp="1" noChangeArrowheads="1"/>
          </p:cNvSpPr>
          <p:nvPr>
            <p:ph type="title"/>
          </p:nvPr>
        </p:nvSpPr>
        <p:spPr/>
        <p:txBody>
          <a:bodyPr/>
          <a:lstStyle/>
          <a:p>
            <a:pPr eaLnBrk="1" hangingPunct="1"/>
            <a:r>
              <a:rPr lang="en-US" altLang="en-US" sz="3600">
                <a:solidFill>
                  <a:srgbClr val="0000FF"/>
                </a:solidFill>
                <a:ea typeface="ＭＳ Ｐゴシック" panose="020B0600070205080204" pitchFamily="34" charset="-128"/>
              </a:rPr>
              <a:t>The Structure of a Process </a:t>
            </a:r>
          </a:p>
        </p:txBody>
      </p:sp>
      <p:sp>
        <p:nvSpPr>
          <p:cNvPr id="20482" name="Rectangle 3">
            <a:extLst>
              <a:ext uri="{FF2B5EF4-FFF2-40B4-BE49-F238E27FC236}">
                <a16:creationId xmlns:a16="http://schemas.microsoft.com/office/drawing/2014/main" id="{959EA47B-53A8-15F7-320D-A21F195C9E91}"/>
              </a:ext>
            </a:extLst>
          </p:cNvPr>
          <p:cNvSpPr>
            <a:spLocks noGrp="1" noChangeArrowheads="1"/>
          </p:cNvSpPr>
          <p:nvPr>
            <p:ph idx="1"/>
          </p:nvPr>
        </p:nvSpPr>
        <p:spPr>
          <a:xfrm>
            <a:off x="534988" y="1417638"/>
            <a:ext cx="8250237" cy="2581275"/>
          </a:xfrm>
        </p:spPr>
        <p:txBody>
          <a:bodyPr/>
          <a:lstStyle/>
          <a:p>
            <a:pPr marL="0" indent="0" eaLnBrk="1" hangingPunct="1">
              <a:lnSpc>
                <a:spcPct val="75000"/>
              </a:lnSpc>
              <a:buFont typeface="Wingdings" pitchFamily="2" charset="2"/>
              <a:buNone/>
            </a:pPr>
            <a:r>
              <a:rPr lang="en-US" altLang="en-US" sz="1800">
                <a:ea typeface="ＭＳ Ｐゴシック" panose="020B0600070205080204" pitchFamily="34" charset="-128"/>
              </a:rPr>
              <a:t>A process is  an autonomous entity possessing named ports through which it may communicate with other processes. The name of the process and its ports are defined as:</a:t>
            </a:r>
          </a:p>
          <a:p>
            <a:pPr marL="0" indent="0" algn="ctr" eaLnBrk="1" hangingPunct="1">
              <a:lnSpc>
                <a:spcPct val="75000"/>
              </a:lnSpc>
              <a:buFont typeface="Wingdings" pitchFamily="2" charset="2"/>
              <a:buNone/>
            </a:pPr>
            <a:r>
              <a:rPr lang="en-US" altLang="en-US" sz="2000" i="1">
                <a:solidFill>
                  <a:srgbClr val="FF6600"/>
                </a:solidFill>
                <a:ea typeface="ＭＳ Ｐゴシック" panose="020B0600070205080204" pitchFamily="34" charset="-128"/>
              </a:rPr>
              <a:t>ProcessName </a:t>
            </a:r>
            <a:r>
              <a:rPr lang="en-US" altLang="en-US" sz="2000">
                <a:solidFill>
                  <a:srgbClr val="FF6600"/>
                </a:solidFill>
                <a:ea typeface="ＭＳ Ｐゴシック" panose="020B0600070205080204" pitchFamily="34" charset="-128"/>
              </a:rPr>
              <a:t>(</a:t>
            </a:r>
            <a:r>
              <a:rPr lang="en-US" altLang="en-US" sz="2000" i="1">
                <a:solidFill>
                  <a:srgbClr val="FF6600"/>
                </a:solidFill>
                <a:ea typeface="ＭＳ Ｐゴシック" panose="020B0600070205080204" pitchFamily="34" charset="-128"/>
              </a:rPr>
              <a:t>port-list</a:t>
            </a:r>
            <a:r>
              <a:rPr lang="en-US" altLang="en-US" sz="2000">
                <a:solidFill>
                  <a:srgbClr val="FF6600"/>
                </a:solidFill>
                <a:ea typeface="ＭＳ Ｐゴシック" panose="020B0600070205080204" pitchFamily="34" charset="-128"/>
              </a:rPr>
              <a:t>) = </a:t>
            </a:r>
            <a:r>
              <a:rPr lang="en-US" altLang="en-US" sz="2000" i="1">
                <a:solidFill>
                  <a:srgbClr val="FF6600"/>
                </a:solidFill>
                <a:ea typeface="ＭＳ Ｐゴシック" panose="020B0600070205080204" pitchFamily="34" charset="-128"/>
              </a:rPr>
              <a:t> behavior of the process </a:t>
            </a:r>
            <a:endParaRPr lang="en-US" altLang="en-US" sz="2000">
              <a:solidFill>
                <a:srgbClr val="FF6600"/>
              </a:solidFill>
              <a:ea typeface="ＭＳ Ｐゴシック" panose="020B0600070205080204" pitchFamily="34" charset="-128"/>
            </a:endParaRPr>
          </a:p>
          <a:p>
            <a:pPr marL="0" indent="0" eaLnBrk="1" hangingPunct="1">
              <a:lnSpc>
                <a:spcPct val="75000"/>
              </a:lnSpc>
              <a:buFont typeface="Wingdings" pitchFamily="2" charset="2"/>
              <a:buNone/>
            </a:pPr>
            <a:endParaRPr lang="en-US" altLang="en-US" sz="1700">
              <a:ea typeface="ＭＳ Ｐゴシック" panose="020B0600070205080204" pitchFamily="34" charset="-128"/>
            </a:endParaRPr>
          </a:p>
          <a:p>
            <a:pPr marL="0" indent="0" eaLnBrk="1" hangingPunct="1">
              <a:lnSpc>
                <a:spcPct val="75000"/>
              </a:lnSpc>
              <a:buFont typeface="Wingdings" pitchFamily="2" charset="2"/>
              <a:buNone/>
            </a:pPr>
            <a:r>
              <a:rPr lang="en-US" altLang="en-US" sz="1800">
                <a:ea typeface="ＭＳ Ｐゴシック" panose="020B0600070205080204" pitchFamily="34" charset="-128"/>
              </a:rPr>
              <a:t>In the description of the process’ behavior, port names with </a:t>
            </a:r>
            <a:r>
              <a:rPr lang="en-US" altLang="en-US" sz="1800">
                <a:solidFill>
                  <a:srgbClr val="FF0000"/>
                </a:solidFill>
                <a:ea typeface="ＭＳ Ｐゴシック" panose="020B0600070205080204" pitchFamily="34" charset="-128"/>
              </a:rPr>
              <a:t>overbars are </a:t>
            </a:r>
            <a:r>
              <a:rPr lang="en-US" altLang="en-US" sz="1800">
                <a:ea typeface="ＭＳ Ｐゴシック" panose="020B0600070205080204" pitchFamily="34" charset="-128"/>
              </a:rPr>
              <a:t>interpreted as </a:t>
            </a:r>
            <a:r>
              <a:rPr lang="en-US" altLang="en-US" sz="1800">
                <a:solidFill>
                  <a:srgbClr val="FF0000"/>
                </a:solidFill>
                <a:ea typeface="ＭＳ Ｐゴシック" panose="020B0600070205080204" pitchFamily="34" charset="-128"/>
              </a:rPr>
              <a:t>“output” ports </a:t>
            </a:r>
            <a:r>
              <a:rPr lang="en-US" altLang="en-US" sz="1800">
                <a:ea typeface="ＭＳ Ｐゴシック" panose="020B0600070205080204" pitchFamily="34" charset="-128"/>
              </a:rPr>
              <a:t>while </a:t>
            </a:r>
            <a:r>
              <a:rPr lang="en-US" altLang="en-US" sz="1800">
                <a:solidFill>
                  <a:srgbClr val="0000FF"/>
                </a:solidFill>
                <a:ea typeface="ＭＳ Ｐゴシック" panose="020B0600070205080204" pitchFamily="34" charset="-128"/>
              </a:rPr>
              <a:t>names without overbars are </a:t>
            </a:r>
            <a:r>
              <a:rPr lang="en-US" altLang="en-US" sz="1800">
                <a:ea typeface="ＭＳ Ｐゴシック" panose="020B0600070205080204" pitchFamily="34" charset="-128"/>
              </a:rPr>
              <a:t>often interpreted as </a:t>
            </a:r>
            <a:r>
              <a:rPr lang="en-US" altLang="en-US" sz="1800">
                <a:solidFill>
                  <a:srgbClr val="00B050"/>
                </a:solidFill>
                <a:ea typeface="ＭＳ Ｐゴシック" panose="020B0600070205080204" pitchFamily="34" charset="-128"/>
              </a:rPr>
              <a:t>“input’” ports. </a:t>
            </a:r>
          </a:p>
          <a:p>
            <a:pPr marL="0" indent="0" eaLnBrk="1" hangingPunct="1">
              <a:lnSpc>
                <a:spcPct val="75000"/>
              </a:lnSpc>
              <a:spcBef>
                <a:spcPct val="60000"/>
              </a:spcBef>
              <a:buFont typeface="Wingdings" pitchFamily="2" charset="2"/>
              <a:buNone/>
            </a:pPr>
            <a:r>
              <a:rPr lang="en-US" altLang="en-US" sz="1800">
                <a:ea typeface="ＭＳ Ｐゴシック" panose="020B0600070205080204" pitchFamily="34" charset="-128"/>
              </a:rPr>
              <a:t>The process below models a simple client that has one output port, “request” and one input port, “reply”.</a:t>
            </a:r>
          </a:p>
          <a:p>
            <a:pPr marL="0" indent="0" eaLnBrk="1" hangingPunct="1">
              <a:lnSpc>
                <a:spcPct val="75000"/>
              </a:lnSpc>
              <a:buFont typeface="Wingdings" pitchFamily="2" charset="2"/>
              <a:buNone/>
            </a:pPr>
            <a:endParaRPr lang="en-US" altLang="en-US" sz="1700">
              <a:ea typeface="ＭＳ Ｐゴシック" panose="020B0600070205080204" pitchFamily="34" charset="-128"/>
            </a:endParaRPr>
          </a:p>
        </p:txBody>
      </p:sp>
      <p:sp>
        <p:nvSpPr>
          <p:cNvPr id="20483" name="Text Box 4">
            <a:extLst>
              <a:ext uri="{FF2B5EF4-FFF2-40B4-BE49-F238E27FC236}">
                <a16:creationId xmlns:a16="http://schemas.microsoft.com/office/drawing/2014/main" id="{81B1B522-3850-6C67-17B7-219D69932107}"/>
              </a:ext>
            </a:extLst>
          </p:cNvPr>
          <p:cNvSpPr txBox="1">
            <a:spLocks noChangeArrowheads="1"/>
          </p:cNvSpPr>
          <p:nvPr/>
        </p:nvSpPr>
        <p:spPr bwMode="auto">
          <a:xfrm>
            <a:off x="433388" y="5715000"/>
            <a:ext cx="81692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20000"/>
              </a:spcBef>
            </a:pPr>
            <a:r>
              <a:rPr lang="en-US" altLang="en-US" sz="1800">
                <a:latin typeface="Calibri" panose="020F0502020204030204" pitchFamily="34" charset="0"/>
              </a:rPr>
              <a:t>The special behavior “0” (zero) represents a terminated process (e.g., a process that takes no action), i.e. the NULL process in CSP</a:t>
            </a:r>
          </a:p>
        </p:txBody>
      </p:sp>
      <p:grpSp>
        <p:nvGrpSpPr>
          <p:cNvPr id="20484" name="Group 5">
            <a:extLst>
              <a:ext uri="{FF2B5EF4-FFF2-40B4-BE49-F238E27FC236}">
                <a16:creationId xmlns:a16="http://schemas.microsoft.com/office/drawing/2014/main" id="{3BDF8220-0E9C-1CE0-6F33-262140924F48}"/>
              </a:ext>
            </a:extLst>
          </p:cNvPr>
          <p:cNvGrpSpPr>
            <a:grpSpLocks/>
          </p:cNvGrpSpPr>
          <p:nvPr/>
        </p:nvGrpSpPr>
        <p:grpSpPr bwMode="auto">
          <a:xfrm>
            <a:off x="433388" y="4038600"/>
            <a:ext cx="3278187" cy="1558925"/>
            <a:chOff x="265" y="2493"/>
            <a:chExt cx="2065" cy="982"/>
          </a:xfrm>
        </p:grpSpPr>
        <p:sp>
          <p:nvSpPr>
            <p:cNvPr id="20492" name="Rectangle 6">
              <a:extLst>
                <a:ext uri="{FF2B5EF4-FFF2-40B4-BE49-F238E27FC236}">
                  <a16:creationId xmlns:a16="http://schemas.microsoft.com/office/drawing/2014/main" id="{51F5D809-8301-E885-663E-1AE2CDFF57A4}"/>
                </a:ext>
              </a:extLst>
            </p:cNvPr>
            <p:cNvSpPr>
              <a:spLocks noChangeArrowheads="1"/>
            </p:cNvSpPr>
            <p:nvPr/>
          </p:nvSpPr>
          <p:spPr bwMode="auto">
            <a:xfrm>
              <a:off x="265" y="2493"/>
              <a:ext cx="2065" cy="98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endParaRPr lang="en-US" altLang="en-US" sz="2800">
                <a:latin typeface="Times New Roman" panose="02020603050405020304" pitchFamily="18" charset="0"/>
              </a:endParaRPr>
            </a:p>
          </p:txBody>
        </p:sp>
        <p:sp>
          <p:nvSpPr>
            <p:cNvPr id="20493" name="Oval 7">
              <a:extLst>
                <a:ext uri="{FF2B5EF4-FFF2-40B4-BE49-F238E27FC236}">
                  <a16:creationId xmlns:a16="http://schemas.microsoft.com/office/drawing/2014/main" id="{0F514E07-557F-FFB7-1911-BE5FCF0AF053}"/>
                </a:ext>
              </a:extLst>
            </p:cNvPr>
            <p:cNvSpPr>
              <a:spLocks noChangeArrowheads="1"/>
            </p:cNvSpPr>
            <p:nvPr/>
          </p:nvSpPr>
          <p:spPr bwMode="auto">
            <a:xfrm>
              <a:off x="447" y="2650"/>
              <a:ext cx="708" cy="59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endParaRPr lang="en-US" altLang="en-US" sz="2800">
                <a:latin typeface="Times New Roman" panose="02020603050405020304" pitchFamily="18" charset="0"/>
              </a:endParaRPr>
            </a:p>
          </p:txBody>
        </p:sp>
        <p:sp>
          <p:nvSpPr>
            <p:cNvPr id="20494" name="Line 8">
              <a:extLst>
                <a:ext uri="{FF2B5EF4-FFF2-40B4-BE49-F238E27FC236}">
                  <a16:creationId xmlns:a16="http://schemas.microsoft.com/office/drawing/2014/main" id="{65AD074B-A19B-ECED-CC58-4301D79CB579}"/>
                </a:ext>
              </a:extLst>
            </p:cNvPr>
            <p:cNvSpPr>
              <a:spLocks noChangeShapeType="1"/>
            </p:cNvSpPr>
            <p:nvPr/>
          </p:nvSpPr>
          <p:spPr bwMode="auto">
            <a:xfrm flipH="1">
              <a:off x="1125" y="2802"/>
              <a:ext cx="1007" cy="0"/>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en-US"/>
            </a:p>
          </p:txBody>
        </p:sp>
        <p:sp>
          <p:nvSpPr>
            <p:cNvPr id="20495" name="Text Box 9">
              <a:extLst>
                <a:ext uri="{FF2B5EF4-FFF2-40B4-BE49-F238E27FC236}">
                  <a16:creationId xmlns:a16="http://schemas.microsoft.com/office/drawing/2014/main" id="{FAB01172-F5B1-41D4-8040-C90B824E8B67}"/>
                </a:ext>
              </a:extLst>
            </p:cNvPr>
            <p:cNvSpPr txBox="1">
              <a:spLocks noChangeArrowheads="1"/>
            </p:cNvSpPr>
            <p:nvPr/>
          </p:nvSpPr>
          <p:spPr bwMode="auto">
            <a:xfrm>
              <a:off x="1290" y="2878"/>
              <a:ext cx="437"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US" sz="1800" b="1">
                  <a:solidFill>
                    <a:srgbClr val="00B050"/>
                  </a:solidFill>
                  <a:latin typeface="Times New Roman" panose="02020603050405020304" pitchFamily="18" charset="0"/>
                </a:rPr>
                <a:t>reply</a:t>
              </a:r>
              <a:endParaRPr lang="en-US" altLang="en-US" sz="2800" b="1">
                <a:solidFill>
                  <a:srgbClr val="00B050"/>
                </a:solidFill>
                <a:latin typeface="Times New Roman" panose="02020603050405020304" pitchFamily="18" charset="0"/>
              </a:endParaRPr>
            </a:p>
          </p:txBody>
        </p:sp>
        <p:sp>
          <p:nvSpPr>
            <p:cNvPr id="20496" name="Line 10">
              <a:extLst>
                <a:ext uri="{FF2B5EF4-FFF2-40B4-BE49-F238E27FC236}">
                  <a16:creationId xmlns:a16="http://schemas.microsoft.com/office/drawing/2014/main" id="{51BF3AB6-7403-EA50-082A-BEA206FFF4CD}"/>
                </a:ext>
              </a:extLst>
            </p:cNvPr>
            <p:cNvSpPr>
              <a:spLocks noChangeShapeType="1"/>
            </p:cNvSpPr>
            <p:nvPr/>
          </p:nvSpPr>
          <p:spPr bwMode="auto">
            <a:xfrm flipH="1">
              <a:off x="1074" y="3131"/>
              <a:ext cx="1007" cy="0"/>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en-US"/>
            </a:p>
          </p:txBody>
        </p:sp>
        <p:grpSp>
          <p:nvGrpSpPr>
            <p:cNvPr id="20497" name="Group 11">
              <a:extLst>
                <a:ext uri="{FF2B5EF4-FFF2-40B4-BE49-F238E27FC236}">
                  <a16:creationId xmlns:a16="http://schemas.microsoft.com/office/drawing/2014/main" id="{112F9519-4076-A0DA-891C-4BDED4F76E70}"/>
                </a:ext>
              </a:extLst>
            </p:cNvPr>
            <p:cNvGrpSpPr>
              <a:grpSpLocks/>
            </p:cNvGrpSpPr>
            <p:nvPr/>
          </p:nvGrpSpPr>
          <p:grpSpPr bwMode="auto">
            <a:xfrm>
              <a:off x="1231" y="2578"/>
              <a:ext cx="572" cy="231"/>
              <a:chOff x="2151" y="2019"/>
              <a:chExt cx="572" cy="231"/>
            </a:xfrm>
          </p:grpSpPr>
          <p:sp>
            <p:nvSpPr>
              <p:cNvPr id="20499" name="Text Box 12">
                <a:extLst>
                  <a:ext uri="{FF2B5EF4-FFF2-40B4-BE49-F238E27FC236}">
                    <a16:creationId xmlns:a16="http://schemas.microsoft.com/office/drawing/2014/main" id="{01547186-5F01-5EEE-1C5E-A8155B2F3214}"/>
                  </a:ext>
                </a:extLst>
              </p:cNvPr>
              <p:cNvSpPr txBox="1">
                <a:spLocks noChangeArrowheads="1"/>
              </p:cNvSpPr>
              <p:nvPr/>
            </p:nvSpPr>
            <p:spPr bwMode="auto">
              <a:xfrm>
                <a:off x="2151" y="2019"/>
                <a:ext cx="57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US" sz="1800" b="1">
                    <a:solidFill>
                      <a:srgbClr val="FF0000"/>
                    </a:solidFill>
                    <a:latin typeface="Times New Roman" panose="02020603050405020304" pitchFamily="18" charset="0"/>
                  </a:rPr>
                  <a:t>request</a:t>
                </a:r>
              </a:p>
            </p:txBody>
          </p:sp>
          <p:sp>
            <p:nvSpPr>
              <p:cNvPr id="20500" name="Line 13">
                <a:extLst>
                  <a:ext uri="{FF2B5EF4-FFF2-40B4-BE49-F238E27FC236}">
                    <a16:creationId xmlns:a16="http://schemas.microsoft.com/office/drawing/2014/main" id="{0BA31F91-1CF9-8111-3F04-47C0297739FE}"/>
                  </a:ext>
                </a:extLst>
              </p:cNvPr>
              <p:cNvSpPr>
                <a:spLocks noChangeShapeType="1"/>
              </p:cNvSpPr>
              <p:nvPr/>
            </p:nvSpPr>
            <p:spPr bwMode="auto">
              <a:xfrm>
                <a:off x="2205" y="2081"/>
                <a:ext cx="46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2" name="Rectangle 14">
              <a:extLst>
                <a:ext uri="{FF2B5EF4-FFF2-40B4-BE49-F238E27FC236}">
                  <a16:creationId xmlns:a16="http://schemas.microsoft.com/office/drawing/2014/main" id="{B3520280-CBC4-1805-E367-77FCEB0280BC}"/>
                </a:ext>
              </a:extLst>
            </p:cNvPr>
            <p:cNvSpPr>
              <a:spLocks noChangeArrowheads="1"/>
            </p:cNvSpPr>
            <p:nvPr/>
          </p:nvSpPr>
          <p:spPr bwMode="auto">
            <a:xfrm>
              <a:off x="1397" y="3242"/>
              <a:ext cx="822" cy="19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spAutoFit/>
            </a:bodyPr>
            <a:lstStyle>
              <a:lvl1pPr>
                <a:defRPr>
                  <a:solidFill>
                    <a:schemeClr val="tx1"/>
                  </a:solidFill>
                  <a:latin typeface="Calibri" charset="0"/>
                  <a:ea typeface="ＭＳ Ｐゴシック" charset="-128"/>
                </a:defRPr>
              </a:lvl1pPr>
              <a:lvl2pPr marL="37931725" indent="-37474525">
                <a:defRPr>
                  <a:solidFill>
                    <a:schemeClr val="tx1"/>
                  </a:solidFill>
                  <a:latin typeface="Calibri" charset="0"/>
                  <a:ea typeface="ＭＳ Ｐゴシック" charset="-128"/>
                </a:defRPr>
              </a:lvl2pPr>
              <a:lvl3pPr>
                <a:defRPr>
                  <a:solidFill>
                    <a:schemeClr val="tx1"/>
                  </a:solidFill>
                  <a:latin typeface="Calibri" charset="0"/>
                  <a:ea typeface="ＭＳ Ｐゴシック" charset="-128"/>
                </a:defRPr>
              </a:lvl3pPr>
              <a:lvl4pPr>
                <a:defRPr>
                  <a:solidFill>
                    <a:schemeClr val="tx1"/>
                  </a:solidFill>
                  <a:latin typeface="Calibri" charset="0"/>
                  <a:ea typeface="ＭＳ Ｐゴシック" charset="-128"/>
                </a:defRPr>
              </a:lvl4pPr>
              <a:lvl5pPr>
                <a:defRPr>
                  <a:solidFill>
                    <a:schemeClr val="tx1"/>
                  </a:solidFill>
                  <a:latin typeface="Calibri" charset="0"/>
                  <a:ea typeface="ＭＳ Ｐゴシック" charset="-128"/>
                </a:defRPr>
              </a:lvl5pPr>
              <a:lvl6pPr marL="457200" fontAlgn="base">
                <a:spcBef>
                  <a:spcPct val="0"/>
                </a:spcBef>
                <a:spcAft>
                  <a:spcPct val="0"/>
                </a:spcAft>
                <a:defRPr>
                  <a:solidFill>
                    <a:schemeClr val="tx1"/>
                  </a:solidFill>
                  <a:latin typeface="Calibri" charset="0"/>
                  <a:ea typeface="ＭＳ Ｐゴシック" charset="-128"/>
                </a:defRPr>
              </a:lvl6pPr>
              <a:lvl7pPr marL="914400" fontAlgn="base">
                <a:spcBef>
                  <a:spcPct val="0"/>
                </a:spcBef>
                <a:spcAft>
                  <a:spcPct val="0"/>
                </a:spcAft>
                <a:defRPr>
                  <a:solidFill>
                    <a:schemeClr val="tx1"/>
                  </a:solidFill>
                  <a:latin typeface="Calibri" charset="0"/>
                  <a:ea typeface="ＭＳ Ｐゴシック" charset="-128"/>
                </a:defRPr>
              </a:lvl7pPr>
              <a:lvl8pPr marL="1371600" fontAlgn="base">
                <a:spcBef>
                  <a:spcPct val="0"/>
                </a:spcBef>
                <a:spcAft>
                  <a:spcPct val="0"/>
                </a:spcAft>
                <a:defRPr>
                  <a:solidFill>
                    <a:schemeClr val="tx1"/>
                  </a:solidFill>
                  <a:latin typeface="Calibri" charset="0"/>
                  <a:ea typeface="ＭＳ Ｐゴシック" charset="-128"/>
                </a:defRPr>
              </a:lvl8pPr>
              <a:lvl9pPr marL="1828800" fontAlgn="base">
                <a:spcBef>
                  <a:spcPct val="0"/>
                </a:spcBef>
                <a:spcAft>
                  <a:spcPct val="0"/>
                </a:spcAft>
                <a:defRPr>
                  <a:solidFill>
                    <a:schemeClr val="tx1"/>
                  </a:solidFill>
                  <a:latin typeface="Calibri" charset="0"/>
                  <a:ea typeface="ＭＳ Ｐゴシック" charset="-128"/>
                </a:defRPr>
              </a:lvl9pPr>
            </a:lstStyle>
            <a:p>
              <a:pPr algn="ctr">
                <a:spcBef>
                  <a:spcPct val="20000"/>
                </a:spcBef>
                <a:defRPr/>
              </a:pPr>
              <a:r>
                <a:rPr lang="en-US" altLang="en-US" sz="1400" b="1" dirty="0">
                  <a:latin typeface="+mj-lt"/>
                </a:rPr>
                <a:t>graphical</a:t>
              </a:r>
            </a:p>
          </p:txBody>
        </p:sp>
      </p:grpSp>
      <p:grpSp>
        <p:nvGrpSpPr>
          <p:cNvPr id="20485" name="Group 15">
            <a:extLst>
              <a:ext uri="{FF2B5EF4-FFF2-40B4-BE49-F238E27FC236}">
                <a16:creationId xmlns:a16="http://schemas.microsoft.com/office/drawing/2014/main" id="{0E740226-5FE7-7545-9F06-1DBC759385BA}"/>
              </a:ext>
            </a:extLst>
          </p:cNvPr>
          <p:cNvGrpSpPr>
            <a:grpSpLocks/>
          </p:cNvGrpSpPr>
          <p:nvPr/>
        </p:nvGrpSpPr>
        <p:grpSpPr bwMode="auto">
          <a:xfrm>
            <a:off x="4171950" y="3998913"/>
            <a:ext cx="4613275" cy="1558925"/>
            <a:chOff x="2612" y="2408"/>
            <a:chExt cx="2906" cy="982"/>
          </a:xfrm>
        </p:grpSpPr>
        <p:sp>
          <p:nvSpPr>
            <p:cNvPr id="20488" name="Rectangle 16">
              <a:extLst>
                <a:ext uri="{FF2B5EF4-FFF2-40B4-BE49-F238E27FC236}">
                  <a16:creationId xmlns:a16="http://schemas.microsoft.com/office/drawing/2014/main" id="{AE44C792-6E0F-91A7-A9F6-B3A73B43DF5C}"/>
                </a:ext>
              </a:extLst>
            </p:cNvPr>
            <p:cNvSpPr>
              <a:spLocks noChangeArrowheads="1"/>
            </p:cNvSpPr>
            <p:nvPr/>
          </p:nvSpPr>
          <p:spPr bwMode="auto">
            <a:xfrm>
              <a:off x="2612" y="2408"/>
              <a:ext cx="2906" cy="98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0489" name="Text Box 17">
              <a:extLst>
                <a:ext uri="{FF2B5EF4-FFF2-40B4-BE49-F238E27FC236}">
                  <a16:creationId xmlns:a16="http://schemas.microsoft.com/office/drawing/2014/main" id="{7C5B9370-7380-02AB-6C43-57A8150E93D1}"/>
                </a:ext>
              </a:extLst>
            </p:cNvPr>
            <p:cNvSpPr txBox="1">
              <a:spLocks noChangeArrowheads="1"/>
            </p:cNvSpPr>
            <p:nvPr/>
          </p:nvSpPr>
          <p:spPr bwMode="auto">
            <a:xfrm>
              <a:off x="2734" y="2831"/>
              <a:ext cx="264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800">
                  <a:solidFill>
                    <a:srgbClr val="FF6600"/>
                  </a:solidFill>
                  <a:latin typeface="Times New Roman" panose="02020603050405020304" pitchFamily="18" charset="0"/>
                </a:rPr>
                <a:t>Client(request,reply) = ….request…reply...</a:t>
              </a:r>
              <a:endParaRPr lang="en-US" altLang="en-US" sz="2800">
                <a:solidFill>
                  <a:srgbClr val="FF6600"/>
                </a:solidFill>
                <a:latin typeface="Times New Roman" panose="02020603050405020304" pitchFamily="18" charset="0"/>
              </a:endParaRPr>
            </a:p>
          </p:txBody>
        </p:sp>
        <p:sp>
          <p:nvSpPr>
            <p:cNvPr id="3" name="Rectangle 18">
              <a:extLst>
                <a:ext uri="{FF2B5EF4-FFF2-40B4-BE49-F238E27FC236}">
                  <a16:creationId xmlns:a16="http://schemas.microsoft.com/office/drawing/2014/main" id="{2429B257-3C3A-71E9-21C5-F20A9AE11C29}"/>
                </a:ext>
              </a:extLst>
            </p:cNvPr>
            <p:cNvSpPr>
              <a:spLocks noChangeArrowheads="1"/>
            </p:cNvSpPr>
            <p:nvPr/>
          </p:nvSpPr>
          <p:spPr bwMode="auto">
            <a:xfrm>
              <a:off x="2669" y="3155"/>
              <a:ext cx="558" cy="19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spAutoFit/>
            </a:bodyPr>
            <a:lstStyle>
              <a:lvl1pPr>
                <a:defRPr>
                  <a:solidFill>
                    <a:schemeClr val="tx1"/>
                  </a:solidFill>
                  <a:latin typeface="Calibri" charset="0"/>
                  <a:ea typeface="ＭＳ Ｐゴシック" charset="-128"/>
                </a:defRPr>
              </a:lvl1pPr>
              <a:lvl2pPr marL="37931725" indent="-37474525">
                <a:defRPr>
                  <a:solidFill>
                    <a:schemeClr val="tx1"/>
                  </a:solidFill>
                  <a:latin typeface="Calibri" charset="0"/>
                  <a:ea typeface="ＭＳ Ｐゴシック" charset="-128"/>
                </a:defRPr>
              </a:lvl2pPr>
              <a:lvl3pPr>
                <a:defRPr>
                  <a:solidFill>
                    <a:schemeClr val="tx1"/>
                  </a:solidFill>
                  <a:latin typeface="Calibri" charset="0"/>
                  <a:ea typeface="ＭＳ Ｐゴシック" charset="-128"/>
                </a:defRPr>
              </a:lvl3pPr>
              <a:lvl4pPr>
                <a:defRPr>
                  <a:solidFill>
                    <a:schemeClr val="tx1"/>
                  </a:solidFill>
                  <a:latin typeface="Calibri" charset="0"/>
                  <a:ea typeface="ＭＳ Ｐゴシック" charset="-128"/>
                </a:defRPr>
              </a:lvl4pPr>
              <a:lvl5pPr>
                <a:defRPr>
                  <a:solidFill>
                    <a:schemeClr val="tx1"/>
                  </a:solidFill>
                  <a:latin typeface="Calibri" charset="0"/>
                  <a:ea typeface="ＭＳ Ｐゴシック" charset="-128"/>
                </a:defRPr>
              </a:lvl5pPr>
              <a:lvl6pPr marL="457200" fontAlgn="base">
                <a:spcBef>
                  <a:spcPct val="0"/>
                </a:spcBef>
                <a:spcAft>
                  <a:spcPct val="0"/>
                </a:spcAft>
                <a:defRPr>
                  <a:solidFill>
                    <a:schemeClr val="tx1"/>
                  </a:solidFill>
                  <a:latin typeface="Calibri" charset="0"/>
                  <a:ea typeface="ＭＳ Ｐゴシック" charset="-128"/>
                </a:defRPr>
              </a:lvl6pPr>
              <a:lvl7pPr marL="914400" fontAlgn="base">
                <a:spcBef>
                  <a:spcPct val="0"/>
                </a:spcBef>
                <a:spcAft>
                  <a:spcPct val="0"/>
                </a:spcAft>
                <a:defRPr>
                  <a:solidFill>
                    <a:schemeClr val="tx1"/>
                  </a:solidFill>
                  <a:latin typeface="Calibri" charset="0"/>
                  <a:ea typeface="ＭＳ Ｐゴシック" charset="-128"/>
                </a:defRPr>
              </a:lvl7pPr>
              <a:lvl8pPr marL="1371600" fontAlgn="base">
                <a:spcBef>
                  <a:spcPct val="0"/>
                </a:spcBef>
                <a:spcAft>
                  <a:spcPct val="0"/>
                </a:spcAft>
                <a:defRPr>
                  <a:solidFill>
                    <a:schemeClr val="tx1"/>
                  </a:solidFill>
                  <a:latin typeface="Calibri" charset="0"/>
                  <a:ea typeface="ＭＳ Ｐゴシック" charset="-128"/>
                </a:defRPr>
              </a:lvl8pPr>
              <a:lvl9pPr marL="1828800" fontAlgn="base">
                <a:spcBef>
                  <a:spcPct val="0"/>
                </a:spcBef>
                <a:spcAft>
                  <a:spcPct val="0"/>
                </a:spcAft>
                <a:defRPr>
                  <a:solidFill>
                    <a:schemeClr val="tx1"/>
                  </a:solidFill>
                  <a:latin typeface="Calibri" charset="0"/>
                  <a:ea typeface="ＭＳ Ｐゴシック" charset="-128"/>
                </a:defRPr>
              </a:lvl9pPr>
            </a:lstStyle>
            <a:p>
              <a:pPr algn="ctr">
                <a:spcBef>
                  <a:spcPct val="20000"/>
                </a:spcBef>
                <a:defRPr/>
              </a:pPr>
              <a:r>
                <a:rPr lang="en-US" altLang="en-US" sz="1400" b="1" dirty="0">
                  <a:latin typeface="+mj-lt"/>
                </a:rPr>
                <a:t>algebraic</a:t>
              </a:r>
            </a:p>
          </p:txBody>
        </p:sp>
        <p:sp>
          <p:nvSpPr>
            <p:cNvPr id="20491" name="Line 19">
              <a:extLst>
                <a:ext uri="{FF2B5EF4-FFF2-40B4-BE49-F238E27FC236}">
                  <a16:creationId xmlns:a16="http://schemas.microsoft.com/office/drawing/2014/main" id="{DB448815-444A-15A7-FC07-BB7082A9FD37}"/>
                </a:ext>
              </a:extLst>
            </p:cNvPr>
            <p:cNvSpPr>
              <a:spLocks noChangeShapeType="1"/>
            </p:cNvSpPr>
            <p:nvPr/>
          </p:nvSpPr>
          <p:spPr bwMode="auto">
            <a:xfrm>
              <a:off x="4340" y="2883"/>
              <a:ext cx="43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20486" name="Footer Placeholder 1">
            <a:extLst>
              <a:ext uri="{FF2B5EF4-FFF2-40B4-BE49-F238E27FC236}">
                <a16:creationId xmlns:a16="http://schemas.microsoft.com/office/drawing/2014/main" id="{55E98207-3E50-3648-FA61-A78790B9C230}"/>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200">
                <a:solidFill>
                  <a:srgbClr val="898989"/>
                </a:solidFill>
              </a:rPr>
              <a:t>Introduction to Pi-Calculus</a:t>
            </a:r>
          </a:p>
        </p:txBody>
      </p:sp>
      <p:sp>
        <p:nvSpPr>
          <p:cNvPr id="20487" name="Slide Number Placeholder 2">
            <a:extLst>
              <a:ext uri="{FF2B5EF4-FFF2-40B4-BE49-F238E27FC236}">
                <a16:creationId xmlns:a16="http://schemas.microsoft.com/office/drawing/2014/main" id="{5A225217-D477-5235-D6E7-FDFE0E537AC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8065408F-BD85-D74C-910A-191012B7C038}" type="slidenum">
              <a:rPr lang="en-US" altLang="en-US" sz="1200">
                <a:solidFill>
                  <a:srgbClr val="898989"/>
                </a:solidFill>
              </a:rPr>
              <a:pPr eaLnBrk="1" hangingPunct="1"/>
              <a:t>5</a:t>
            </a:fld>
            <a:endParaRPr lang="en-US" altLang="en-US" sz="1200">
              <a:solidFill>
                <a:srgbClr val="898989"/>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Rectangle 2">
            <a:extLst>
              <a:ext uri="{FF2B5EF4-FFF2-40B4-BE49-F238E27FC236}">
                <a16:creationId xmlns:a16="http://schemas.microsoft.com/office/drawing/2014/main" id="{EC00E6FB-0BFB-F593-584F-297520318465}"/>
              </a:ext>
            </a:extLst>
          </p:cNvPr>
          <p:cNvSpPr>
            <a:spLocks noGrp="1" noChangeArrowheads="1"/>
          </p:cNvSpPr>
          <p:nvPr>
            <p:ph type="title"/>
          </p:nvPr>
        </p:nvSpPr>
        <p:spPr>
          <a:xfrm>
            <a:off x="623888" y="369888"/>
            <a:ext cx="7772400" cy="457200"/>
          </a:xfrm>
        </p:spPr>
        <p:txBody>
          <a:bodyPr rtlCol="0">
            <a:normAutofit fontScale="90000"/>
          </a:bodyPr>
          <a:lstStyle/>
          <a:p>
            <a:pPr eaLnBrk="1" fontAlgn="auto" hangingPunct="1">
              <a:spcAft>
                <a:spcPts val="0"/>
              </a:spcAft>
              <a:defRPr/>
            </a:pPr>
            <a:r>
              <a:rPr lang="en-US" altLang="en-US" sz="3200" dirty="0">
                <a:solidFill>
                  <a:srgbClr val="2402EE"/>
                </a:solidFill>
                <a:ea typeface="+mj-ea"/>
                <a:cs typeface="+mj-cs"/>
              </a:rPr>
              <a:t>A Sequential Process in</a:t>
            </a:r>
            <a:r>
              <a:rPr lang="en-US" altLang="en-US" sz="3600" dirty="0">
                <a:solidFill>
                  <a:srgbClr val="2402EE"/>
                </a:solidFill>
                <a:ea typeface="+mj-ea"/>
                <a:cs typeface="+mj-cs"/>
              </a:rPr>
              <a:t> </a:t>
            </a:r>
            <a:r>
              <a:rPr lang="en-US" altLang="en-US" sz="3600" dirty="0">
                <a:solidFill>
                  <a:srgbClr val="2402EE"/>
                </a:solidFill>
                <a:latin typeface="Symbol" charset="2"/>
                <a:ea typeface="+mj-ea"/>
                <a:cs typeface="+mj-cs"/>
              </a:rPr>
              <a:t>p</a:t>
            </a:r>
            <a:r>
              <a:rPr lang="en-US" altLang="en-US" sz="3600" dirty="0">
                <a:solidFill>
                  <a:srgbClr val="2402EE"/>
                </a:solidFill>
                <a:ea typeface="+mj-ea"/>
                <a:cs typeface="+mj-cs"/>
              </a:rPr>
              <a:t>-calculus  </a:t>
            </a:r>
          </a:p>
        </p:txBody>
      </p:sp>
      <p:sp>
        <p:nvSpPr>
          <p:cNvPr id="21506" name="Text Box 3">
            <a:extLst>
              <a:ext uri="{FF2B5EF4-FFF2-40B4-BE49-F238E27FC236}">
                <a16:creationId xmlns:a16="http://schemas.microsoft.com/office/drawing/2014/main" id="{0C31866C-7849-CCA8-81B7-DE05838D1F37}"/>
              </a:ext>
            </a:extLst>
          </p:cNvPr>
          <p:cNvSpPr txBox="1">
            <a:spLocks noChangeArrowheads="1"/>
          </p:cNvSpPr>
          <p:nvPr/>
        </p:nvSpPr>
        <p:spPr bwMode="auto">
          <a:xfrm>
            <a:off x="358775" y="1425575"/>
            <a:ext cx="8599488" cy="884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defTabSz="1200150"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defTabSz="12001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defTabSz="120015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defTabSz="120015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defTabSz="120015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120015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120015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120015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120015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lnSpc>
                <a:spcPct val="85000"/>
              </a:lnSpc>
            </a:pPr>
            <a:r>
              <a:rPr lang="en-US" altLang="en-US" sz="2000">
                <a:latin typeface="Calibri" panose="020F0502020204030204" pitchFamily="34" charset="0"/>
              </a:rPr>
              <a:t>The </a:t>
            </a:r>
            <a:r>
              <a:rPr lang="en-US" altLang="en-US" sz="2000" i="1">
                <a:solidFill>
                  <a:srgbClr val="FF0000"/>
                </a:solidFill>
                <a:latin typeface="Calibri" panose="020F0502020204030204" pitchFamily="34" charset="0"/>
              </a:rPr>
              <a:t>behavior</a:t>
            </a:r>
            <a:r>
              <a:rPr lang="en-US" altLang="en-US" sz="2000">
                <a:solidFill>
                  <a:srgbClr val="FF0000"/>
                </a:solidFill>
                <a:latin typeface="Calibri" panose="020F0502020204030204" pitchFamily="34" charset="0"/>
              </a:rPr>
              <a:t> </a:t>
            </a:r>
            <a:r>
              <a:rPr lang="en-US" altLang="en-US" sz="2000">
                <a:latin typeface="Calibri" panose="020F0502020204030204" pitchFamily="34" charset="0"/>
              </a:rPr>
              <a:t>of a process is expressed by algebraic equations. Suppose that we want to describe a process that behaves like a “client.” This behavior can be expressed as:</a:t>
            </a:r>
          </a:p>
        </p:txBody>
      </p:sp>
      <p:sp>
        <p:nvSpPr>
          <p:cNvPr id="21507" name="Text Box 4">
            <a:extLst>
              <a:ext uri="{FF2B5EF4-FFF2-40B4-BE49-F238E27FC236}">
                <a16:creationId xmlns:a16="http://schemas.microsoft.com/office/drawing/2014/main" id="{B66234B9-ED71-1FD7-68FB-1BB9F5F9700A}"/>
              </a:ext>
            </a:extLst>
          </p:cNvPr>
          <p:cNvSpPr txBox="1">
            <a:spLocks noChangeArrowheads="1"/>
          </p:cNvSpPr>
          <p:nvPr/>
        </p:nvSpPr>
        <p:spPr bwMode="auto">
          <a:xfrm>
            <a:off x="234950" y="3848100"/>
            <a:ext cx="8599488" cy="234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defTabSz="1200150"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defTabSz="12001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defTabSz="120015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defTabSz="120015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defTabSz="120015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120015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120015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120015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120015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lnSpc>
                <a:spcPct val="85000"/>
              </a:lnSpc>
            </a:pPr>
            <a:endParaRPr lang="en-US" altLang="en-US" sz="1800">
              <a:latin typeface="Times New Roman" panose="02020603050405020304" pitchFamily="18" charset="0"/>
            </a:endParaRPr>
          </a:p>
          <a:p>
            <a:pPr eaLnBrk="1" hangingPunct="1">
              <a:lnSpc>
                <a:spcPct val="85000"/>
              </a:lnSpc>
            </a:pPr>
            <a:r>
              <a:rPr lang="en-US" altLang="en-US">
                <a:latin typeface="Calibri" panose="020F0502020204030204" pitchFamily="34" charset="0"/>
              </a:rPr>
              <a:t>The dot (“.”) is a prefix operation expressing sequential behavior. </a:t>
            </a:r>
          </a:p>
          <a:p>
            <a:pPr eaLnBrk="1" hangingPunct="1">
              <a:lnSpc>
                <a:spcPct val="85000"/>
              </a:lnSpc>
              <a:spcBef>
                <a:spcPct val="60000"/>
              </a:spcBef>
            </a:pPr>
            <a:r>
              <a:rPr lang="en-US" altLang="en-US">
                <a:latin typeface="Calibri" panose="020F0502020204030204" pitchFamily="34" charset="0"/>
              </a:rPr>
              <a:t>The above equation is read as follows: </a:t>
            </a:r>
          </a:p>
          <a:p>
            <a:pPr eaLnBrk="1" hangingPunct="1">
              <a:lnSpc>
                <a:spcPct val="85000"/>
              </a:lnSpc>
              <a:spcBef>
                <a:spcPct val="60000"/>
              </a:spcBef>
            </a:pPr>
            <a:r>
              <a:rPr lang="en-US" altLang="en-US">
                <a:latin typeface="Calibri" panose="020F0502020204030204" pitchFamily="34" charset="0"/>
              </a:rPr>
              <a:t>The Client process issues an “opens” message followed by two request-reply exchanges. It then “closes” the session and terminates. </a:t>
            </a:r>
          </a:p>
        </p:txBody>
      </p:sp>
      <p:grpSp>
        <p:nvGrpSpPr>
          <p:cNvPr id="21508" name="Group 5">
            <a:extLst>
              <a:ext uri="{FF2B5EF4-FFF2-40B4-BE49-F238E27FC236}">
                <a16:creationId xmlns:a16="http://schemas.microsoft.com/office/drawing/2014/main" id="{940C47F7-4311-DCEB-0886-76AD7A7E4B3A}"/>
              </a:ext>
            </a:extLst>
          </p:cNvPr>
          <p:cNvGrpSpPr>
            <a:grpSpLocks/>
          </p:cNvGrpSpPr>
          <p:nvPr/>
        </p:nvGrpSpPr>
        <p:grpSpPr bwMode="auto">
          <a:xfrm>
            <a:off x="358775" y="2693988"/>
            <a:ext cx="8059738" cy="974725"/>
            <a:chOff x="393" y="1539"/>
            <a:chExt cx="5077" cy="614"/>
          </a:xfrm>
        </p:grpSpPr>
        <p:sp>
          <p:nvSpPr>
            <p:cNvPr id="21511" name="Text Box 6">
              <a:extLst>
                <a:ext uri="{FF2B5EF4-FFF2-40B4-BE49-F238E27FC236}">
                  <a16:creationId xmlns:a16="http://schemas.microsoft.com/office/drawing/2014/main" id="{344D13BB-F2FC-5656-0E97-A45E074B2AB1}"/>
                </a:ext>
              </a:extLst>
            </p:cNvPr>
            <p:cNvSpPr txBox="1">
              <a:spLocks noChangeArrowheads="1"/>
            </p:cNvSpPr>
            <p:nvPr/>
          </p:nvSpPr>
          <p:spPr bwMode="auto">
            <a:xfrm>
              <a:off x="393" y="1539"/>
              <a:ext cx="5077" cy="61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20000"/>
                </a:spcBef>
              </a:pPr>
              <a:endParaRPr lang="en-US" altLang="en-US" sz="2000">
                <a:latin typeface="Times New Roman" panose="02020603050405020304" pitchFamily="18" charset="0"/>
              </a:endParaRPr>
            </a:p>
            <a:p>
              <a:pPr eaLnBrk="1" hangingPunct="1">
                <a:spcBef>
                  <a:spcPct val="20000"/>
                </a:spcBef>
              </a:pPr>
              <a:r>
                <a:rPr lang="en-US" altLang="en-US" sz="1800">
                  <a:solidFill>
                    <a:srgbClr val="FF6600"/>
                  </a:solidFill>
                  <a:latin typeface="Times New Roman" panose="02020603050405020304" pitchFamily="18" charset="0"/>
                </a:rPr>
                <a:t>Client(open, close, request, reply) =  open.request</a:t>
              </a:r>
              <a:r>
                <a:rPr lang="en-US" altLang="en-US" sz="1800" baseline="-25000">
                  <a:solidFill>
                    <a:srgbClr val="FF6600"/>
                  </a:solidFill>
                  <a:latin typeface="Times New Roman" panose="02020603050405020304" pitchFamily="18" charset="0"/>
                </a:rPr>
                <a:t>1</a:t>
              </a:r>
              <a:r>
                <a:rPr lang="en-US" altLang="en-US" sz="1800">
                  <a:solidFill>
                    <a:srgbClr val="FF6600"/>
                  </a:solidFill>
                  <a:latin typeface="Times New Roman" panose="02020603050405020304" pitchFamily="18" charset="0"/>
                </a:rPr>
                <a:t>.reply</a:t>
              </a:r>
              <a:r>
                <a:rPr lang="en-US" altLang="en-US" sz="1800" baseline="-25000">
                  <a:solidFill>
                    <a:srgbClr val="FF6600"/>
                  </a:solidFill>
                  <a:latin typeface="Times New Roman" panose="02020603050405020304" pitchFamily="18" charset="0"/>
                </a:rPr>
                <a:t>1</a:t>
              </a:r>
              <a:r>
                <a:rPr lang="en-US" altLang="en-US" sz="1800">
                  <a:solidFill>
                    <a:srgbClr val="FF6600"/>
                  </a:solidFill>
                  <a:latin typeface="Times New Roman" panose="02020603050405020304" pitchFamily="18" charset="0"/>
                </a:rPr>
                <a:t>. request</a:t>
              </a:r>
              <a:r>
                <a:rPr lang="en-US" altLang="en-US" sz="1800" baseline="-25000">
                  <a:solidFill>
                    <a:srgbClr val="FF6600"/>
                  </a:solidFill>
                  <a:latin typeface="Times New Roman" panose="02020603050405020304" pitchFamily="18" charset="0"/>
                </a:rPr>
                <a:t>2</a:t>
              </a:r>
              <a:r>
                <a:rPr lang="en-US" altLang="en-US" sz="1800">
                  <a:solidFill>
                    <a:srgbClr val="FF6600"/>
                  </a:solidFill>
                  <a:latin typeface="Times New Roman" panose="02020603050405020304" pitchFamily="18" charset="0"/>
                </a:rPr>
                <a:t>.reply</a:t>
              </a:r>
              <a:r>
                <a:rPr lang="en-US" altLang="en-US" sz="1800" baseline="-25000">
                  <a:solidFill>
                    <a:srgbClr val="FF6600"/>
                  </a:solidFill>
                  <a:latin typeface="Times New Roman" panose="02020603050405020304" pitchFamily="18" charset="0"/>
                </a:rPr>
                <a:t>2</a:t>
              </a:r>
              <a:r>
                <a:rPr lang="en-US" altLang="en-US" sz="1800">
                  <a:solidFill>
                    <a:srgbClr val="FF6600"/>
                  </a:solidFill>
                  <a:latin typeface="Times New Roman" panose="02020603050405020304" pitchFamily="18" charset="0"/>
                </a:rPr>
                <a:t>.close.0</a:t>
              </a:r>
            </a:p>
            <a:p>
              <a:pPr eaLnBrk="1" hangingPunct="1">
                <a:lnSpc>
                  <a:spcPct val="85000"/>
                </a:lnSpc>
              </a:pPr>
              <a:endParaRPr lang="en-US" altLang="en-US" sz="1800">
                <a:solidFill>
                  <a:srgbClr val="FF6600"/>
                </a:solidFill>
                <a:latin typeface="Times New Roman" panose="02020603050405020304" pitchFamily="18" charset="0"/>
              </a:endParaRPr>
            </a:p>
          </p:txBody>
        </p:sp>
        <p:sp>
          <p:nvSpPr>
            <p:cNvPr id="21512" name="Line 7">
              <a:extLst>
                <a:ext uri="{FF2B5EF4-FFF2-40B4-BE49-F238E27FC236}">
                  <a16:creationId xmlns:a16="http://schemas.microsoft.com/office/drawing/2014/main" id="{14B9A470-8C85-9DB3-C556-8F7506507F4A}"/>
                </a:ext>
              </a:extLst>
            </p:cNvPr>
            <p:cNvSpPr>
              <a:spLocks noChangeShapeType="1"/>
            </p:cNvSpPr>
            <p:nvPr/>
          </p:nvSpPr>
          <p:spPr bwMode="auto">
            <a:xfrm>
              <a:off x="2595" y="1824"/>
              <a:ext cx="26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1513" name="Line 8">
              <a:extLst>
                <a:ext uri="{FF2B5EF4-FFF2-40B4-BE49-F238E27FC236}">
                  <a16:creationId xmlns:a16="http://schemas.microsoft.com/office/drawing/2014/main" id="{0C1CBAC4-B18B-797A-4CEE-74709CFEB989}"/>
                </a:ext>
              </a:extLst>
            </p:cNvPr>
            <p:cNvSpPr>
              <a:spLocks noChangeShapeType="1"/>
            </p:cNvSpPr>
            <p:nvPr/>
          </p:nvSpPr>
          <p:spPr bwMode="auto">
            <a:xfrm>
              <a:off x="2922" y="1831"/>
              <a:ext cx="39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1514" name="Line 9">
              <a:extLst>
                <a:ext uri="{FF2B5EF4-FFF2-40B4-BE49-F238E27FC236}">
                  <a16:creationId xmlns:a16="http://schemas.microsoft.com/office/drawing/2014/main" id="{F0D08902-DF8D-7CDF-BCA9-2D77D3C2738C}"/>
                </a:ext>
              </a:extLst>
            </p:cNvPr>
            <p:cNvSpPr>
              <a:spLocks noChangeShapeType="1"/>
            </p:cNvSpPr>
            <p:nvPr/>
          </p:nvSpPr>
          <p:spPr bwMode="auto">
            <a:xfrm>
              <a:off x="3842" y="1839"/>
              <a:ext cx="38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1515" name="Line 10">
              <a:extLst>
                <a:ext uri="{FF2B5EF4-FFF2-40B4-BE49-F238E27FC236}">
                  <a16:creationId xmlns:a16="http://schemas.microsoft.com/office/drawing/2014/main" id="{CCFD323E-C907-A061-7E21-9B99A35035F5}"/>
                </a:ext>
              </a:extLst>
            </p:cNvPr>
            <p:cNvSpPr>
              <a:spLocks noChangeShapeType="1"/>
            </p:cNvSpPr>
            <p:nvPr/>
          </p:nvSpPr>
          <p:spPr bwMode="auto">
            <a:xfrm>
              <a:off x="4722" y="1808"/>
              <a:ext cx="28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21509" name="Footer Placeholder 1">
            <a:extLst>
              <a:ext uri="{FF2B5EF4-FFF2-40B4-BE49-F238E27FC236}">
                <a16:creationId xmlns:a16="http://schemas.microsoft.com/office/drawing/2014/main" id="{DB788AE4-46FA-CD10-C32B-658A256D333C}"/>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200">
                <a:solidFill>
                  <a:srgbClr val="898989"/>
                </a:solidFill>
              </a:rPr>
              <a:t>Introduction to Pi-Calculus</a:t>
            </a:r>
          </a:p>
        </p:txBody>
      </p:sp>
      <p:sp>
        <p:nvSpPr>
          <p:cNvPr id="21510" name="Slide Number Placeholder 2">
            <a:extLst>
              <a:ext uri="{FF2B5EF4-FFF2-40B4-BE49-F238E27FC236}">
                <a16:creationId xmlns:a16="http://schemas.microsoft.com/office/drawing/2014/main" id="{EFC99FEE-815B-648D-6F55-2A60606C3F4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7A6E8378-22B9-D242-A4D2-DE2C638CA351}" type="slidenum">
              <a:rPr lang="en-US" altLang="en-US" sz="1200">
                <a:solidFill>
                  <a:srgbClr val="898989"/>
                </a:solidFill>
              </a:rPr>
              <a:pPr eaLnBrk="1" hangingPunct="1"/>
              <a:t>6</a:t>
            </a:fld>
            <a:endParaRPr lang="en-US" altLang="en-US" sz="1200">
              <a:solidFill>
                <a:srgbClr val="898989"/>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a:extLst>
              <a:ext uri="{FF2B5EF4-FFF2-40B4-BE49-F238E27FC236}">
                <a16:creationId xmlns:a16="http://schemas.microsoft.com/office/drawing/2014/main" id="{0528D914-09E1-2062-2CAD-54D792AF57CF}"/>
              </a:ext>
            </a:extLst>
          </p:cNvPr>
          <p:cNvSpPr>
            <a:spLocks noGrp="1" noChangeArrowheads="1"/>
          </p:cNvSpPr>
          <p:nvPr>
            <p:ph type="title"/>
          </p:nvPr>
        </p:nvSpPr>
        <p:spPr>
          <a:xfrm>
            <a:off x="180975" y="358775"/>
            <a:ext cx="8726488" cy="1074738"/>
          </a:xfrm>
        </p:spPr>
        <p:txBody>
          <a:bodyPr/>
          <a:lstStyle/>
          <a:p>
            <a:pPr eaLnBrk="1" hangingPunct="1"/>
            <a:r>
              <a:rPr lang="en-US" altLang="en-US" sz="3600">
                <a:solidFill>
                  <a:srgbClr val="2402EE"/>
                </a:solidFill>
                <a:ea typeface="ＭＳ Ｐゴシック" panose="020B0600070205080204" pitchFamily="34" charset="-128"/>
              </a:rPr>
              <a:t>A Recursive Sequential Process in </a:t>
            </a:r>
            <a:r>
              <a:rPr lang="en-US" altLang="en-US" sz="4000">
                <a:solidFill>
                  <a:srgbClr val="2402EE"/>
                </a:solidFill>
                <a:latin typeface="Symbol" pitchFamily="2" charset="2"/>
                <a:ea typeface="ＭＳ Ｐゴシック" panose="020B0600070205080204" pitchFamily="34" charset="-128"/>
              </a:rPr>
              <a:t>p</a:t>
            </a:r>
            <a:r>
              <a:rPr lang="en-US" altLang="en-US" sz="4000">
                <a:solidFill>
                  <a:srgbClr val="2402EE"/>
                </a:solidFill>
                <a:ea typeface="ＭＳ Ｐゴシック" panose="020B0600070205080204" pitchFamily="34" charset="-128"/>
              </a:rPr>
              <a:t>-calculus </a:t>
            </a:r>
          </a:p>
        </p:txBody>
      </p:sp>
      <p:sp>
        <p:nvSpPr>
          <p:cNvPr id="22530" name="Text Box 3">
            <a:extLst>
              <a:ext uri="{FF2B5EF4-FFF2-40B4-BE49-F238E27FC236}">
                <a16:creationId xmlns:a16="http://schemas.microsoft.com/office/drawing/2014/main" id="{A0DA5BCA-D102-B14B-33F8-75C0511AA711}"/>
              </a:ext>
            </a:extLst>
          </p:cNvPr>
          <p:cNvSpPr txBox="1">
            <a:spLocks noChangeArrowheads="1"/>
          </p:cNvSpPr>
          <p:nvPr/>
        </p:nvSpPr>
        <p:spPr bwMode="auto">
          <a:xfrm>
            <a:off x="307975" y="1522413"/>
            <a:ext cx="8599488" cy="623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defTabSz="1200150"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defTabSz="12001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defTabSz="120015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defTabSz="120015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defTabSz="120015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120015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120015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120015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120015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lnSpc>
                <a:spcPct val="85000"/>
              </a:lnSpc>
            </a:pPr>
            <a:r>
              <a:rPr lang="en-US" altLang="en-US" sz="2000">
                <a:latin typeface="Calibri" panose="020F0502020204030204" pitchFamily="34" charset="0"/>
              </a:rPr>
              <a:t>A Client that engages in repeated sessions can be expressed using a recursive definition as:</a:t>
            </a:r>
          </a:p>
        </p:txBody>
      </p:sp>
      <p:grpSp>
        <p:nvGrpSpPr>
          <p:cNvPr id="22531" name="Group 4">
            <a:extLst>
              <a:ext uri="{FF2B5EF4-FFF2-40B4-BE49-F238E27FC236}">
                <a16:creationId xmlns:a16="http://schemas.microsoft.com/office/drawing/2014/main" id="{608854A6-88E6-20C2-B99A-AC637D60FB7A}"/>
              </a:ext>
            </a:extLst>
          </p:cNvPr>
          <p:cNvGrpSpPr>
            <a:grpSpLocks/>
          </p:cNvGrpSpPr>
          <p:nvPr/>
        </p:nvGrpSpPr>
        <p:grpSpPr bwMode="auto">
          <a:xfrm>
            <a:off x="501650" y="2495550"/>
            <a:ext cx="8172450" cy="1719263"/>
            <a:chOff x="-45" y="1923"/>
            <a:chExt cx="4578" cy="516"/>
          </a:xfrm>
        </p:grpSpPr>
        <p:sp>
          <p:nvSpPr>
            <p:cNvPr id="22535" name="Text Box 5">
              <a:extLst>
                <a:ext uri="{FF2B5EF4-FFF2-40B4-BE49-F238E27FC236}">
                  <a16:creationId xmlns:a16="http://schemas.microsoft.com/office/drawing/2014/main" id="{718E796B-8553-BFF7-CFD8-E90E7EF8E2D1}"/>
                </a:ext>
              </a:extLst>
            </p:cNvPr>
            <p:cNvSpPr txBox="1">
              <a:spLocks noChangeArrowheads="1"/>
            </p:cNvSpPr>
            <p:nvPr/>
          </p:nvSpPr>
          <p:spPr bwMode="auto">
            <a:xfrm>
              <a:off x="-45" y="1923"/>
              <a:ext cx="4578" cy="51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a:solidFill>
                    <a:srgbClr val="FF6600"/>
                  </a:solidFill>
                  <a:latin typeface="Times New Roman" panose="02020603050405020304" pitchFamily="18" charset="0"/>
                </a:rPr>
                <a:t>Client(open, close, request, reply) =  </a:t>
              </a:r>
            </a:p>
            <a:p>
              <a:pPr eaLnBrk="1" hangingPunct="1">
                <a:lnSpc>
                  <a:spcPct val="85000"/>
                </a:lnSpc>
              </a:pPr>
              <a:endParaRPr lang="en-US" altLang="en-US">
                <a:solidFill>
                  <a:srgbClr val="FF6600"/>
                </a:solidFill>
                <a:latin typeface="Times New Roman" panose="02020603050405020304" pitchFamily="18" charset="0"/>
              </a:endParaRPr>
            </a:p>
            <a:p>
              <a:pPr eaLnBrk="1" hangingPunct="1">
                <a:lnSpc>
                  <a:spcPct val="85000"/>
                </a:lnSpc>
              </a:pPr>
              <a:r>
                <a:rPr lang="en-US" altLang="en-US">
                  <a:solidFill>
                    <a:srgbClr val="FF6600"/>
                  </a:solidFill>
                  <a:latin typeface="Times New Roman" panose="02020603050405020304" pitchFamily="18" charset="0"/>
                </a:rPr>
                <a:t>      					 open.request.reply. request.reply.close.</a:t>
              </a:r>
            </a:p>
            <a:p>
              <a:pPr eaLnBrk="1" hangingPunct="1">
                <a:lnSpc>
                  <a:spcPct val="85000"/>
                </a:lnSpc>
              </a:pPr>
              <a:r>
                <a:rPr lang="en-US" altLang="en-US">
                  <a:solidFill>
                    <a:srgbClr val="FF6600"/>
                  </a:solidFill>
                  <a:latin typeface="Times New Roman" panose="02020603050405020304" pitchFamily="18" charset="0"/>
                </a:rPr>
                <a:t>						   .Client(open, close, request, reply)</a:t>
              </a:r>
            </a:p>
            <a:p>
              <a:pPr eaLnBrk="1" hangingPunct="1">
                <a:lnSpc>
                  <a:spcPct val="85000"/>
                </a:lnSpc>
              </a:pPr>
              <a:endParaRPr lang="en-US" altLang="en-US">
                <a:latin typeface="Times New Roman" panose="02020603050405020304" pitchFamily="18" charset="0"/>
              </a:endParaRPr>
            </a:p>
          </p:txBody>
        </p:sp>
        <p:sp>
          <p:nvSpPr>
            <p:cNvPr id="22536" name="Line 6">
              <a:extLst>
                <a:ext uri="{FF2B5EF4-FFF2-40B4-BE49-F238E27FC236}">
                  <a16:creationId xmlns:a16="http://schemas.microsoft.com/office/drawing/2014/main" id="{4C86BA75-D900-B4CD-70DE-F67B8F0393B5}"/>
                </a:ext>
              </a:extLst>
            </p:cNvPr>
            <p:cNvSpPr>
              <a:spLocks noChangeShapeType="1"/>
            </p:cNvSpPr>
            <p:nvPr/>
          </p:nvSpPr>
          <p:spPr bwMode="auto">
            <a:xfrm>
              <a:off x="1577" y="2137"/>
              <a:ext cx="30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537" name="Line 7">
              <a:extLst>
                <a:ext uri="{FF2B5EF4-FFF2-40B4-BE49-F238E27FC236}">
                  <a16:creationId xmlns:a16="http://schemas.microsoft.com/office/drawing/2014/main" id="{7F3E181B-73E6-3740-85B6-ACF096E171A9}"/>
                </a:ext>
              </a:extLst>
            </p:cNvPr>
            <p:cNvSpPr>
              <a:spLocks noChangeShapeType="1"/>
            </p:cNvSpPr>
            <p:nvPr/>
          </p:nvSpPr>
          <p:spPr bwMode="auto">
            <a:xfrm flipV="1">
              <a:off x="1944" y="2137"/>
              <a:ext cx="48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538" name="Line 8">
              <a:extLst>
                <a:ext uri="{FF2B5EF4-FFF2-40B4-BE49-F238E27FC236}">
                  <a16:creationId xmlns:a16="http://schemas.microsoft.com/office/drawing/2014/main" id="{89A9AE15-8CBD-F662-A4A4-1DDB8A5B4593}"/>
                </a:ext>
              </a:extLst>
            </p:cNvPr>
            <p:cNvSpPr>
              <a:spLocks noChangeShapeType="1"/>
            </p:cNvSpPr>
            <p:nvPr/>
          </p:nvSpPr>
          <p:spPr bwMode="auto">
            <a:xfrm>
              <a:off x="2931" y="2137"/>
              <a:ext cx="49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539" name="Line 9">
              <a:extLst>
                <a:ext uri="{FF2B5EF4-FFF2-40B4-BE49-F238E27FC236}">
                  <a16:creationId xmlns:a16="http://schemas.microsoft.com/office/drawing/2014/main" id="{EFF9266B-3F9F-4543-3125-B857BD574AB3}"/>
                </a:ext>
              </a:extLst>
            </p:cNvPr>
            <p:cNvSpPr>
              <a:spLocks noChangeShapeType="1"/>
            </p:cNvSpPr>
            <p:nvPr/>
          </p:nvSpPr>
          <p:spPr bwMode="auto">
            <a:xfrm>
              <a:off x="3841" y="2137"/>
              <a:ext cx="3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22532" name="Text Box 10">
            <a:extLst>
              <a:ext uri="{FF2B5EF4-FFF2-40B4-BE49-F238E27FC236}">
                <a16:creationId xmlns:a16="http://schemas.microsoft.com/office/drawing/2014/main" id="{3A336592-5A7E-2B3A-B59A-F69CE2C4A1AD}"/>
              </a:ext>
            </a:extLst>
          </p:cNvPr>
          <p:cNvSpPr txBox="1">
            <a:spLocks noChangeArrowheads="1"/>
          </p:cNvSpPr>
          <p:nvPr/>
        </p:nvSpPr>
        <p:spPr bwMode="auto">
          <a:xfrm>
            <a:off x="501650" y="4476750"/>
            <a:ext cx="8307388"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20000"/>
              </a:spcBef>
            </a:pPr>
            <a:r>
              <a:rPr lang="en-US" altLang="en-US" sz="2000">
                <a:latin typeface="Calibri" panose="020F0502020204030204" pitchFamily="34" charset="0"/>
              </a:rPr>
              <a:t>The above equation is read as follows: </a:t>
            </a:r>
          </a:p>
          <a:p>
            <a:pPr eaLnBrk="1" hangingPunct="1">
              <a:spcBef>
                <a:spcPct val="20000"/>
              </a:spcBef>
            </a:pPr>
            <a:endParaRPr lang="en-US" altLang="en-US" sz="2000">
              <a:latin typeface="Calibri" panose="020F0502020204030204" pitchFamily="34" charset="0"/>
            </a:endParaRPr>
          </a:p>
          <a:p>
            <a:pPr eaLnBrk="1" hangingPunct="1">
              <a:spcBef>
                <a:spcPct val="20000"/>
              </a:spcBef>
            </a:pPr>
            <a:r>
              <a:rPr lang="en-US" altLang="en-US" sz="2000">
                <a:latin typeface="Calibri" panose="020F0502020204030204" pitchFamily="34" charset="0"/>
              </a:rPr>
              <a:t>The Client process issues an “open” message followed by two request-reply exchanges. It then “closes” the session and acts like the Client process again.</a:t>
            </a:r>
          </a:p>
        </p:txBody>
      </p:sp>
      <p:sp>
        <p:nvSpPr>
          <p:cNvPr id="22533" name="Footer Placeholder 1">
            <a:extLst>
              <a:ext uri="{FF2B5EF4-FFF2-40B4-BE49-F238E27FC236}">
                <a16:creationId xmlns:a16="http://schemas.microsoft.com/office/drawing/2014/main" id="{DBE4F95C-8DCA-0F0F-EE5A-B9E07EE0623E}"/>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200">
                <a:solidFill>
                  <a:srgbClr val="898989"/>
                </a:solidFill>
              </a:rPr>
              <a:t>Introduction to Pi-Calculus</a:t>
            </a:r>
          </a:p>
        </p:txBody>
      </p:sp>
      <p:sp>
        <p:nvSpPr>
          <p:cNvPr id="22534" name="Slide Number Placeholder 2">
            <a:extLst>
              <a:ext uri="{FF2B5EF4-FFF2-40B4-BE49-F238E27FC236}">
                <a16:creationId xmlns:a16="http://schemas.microsoft.com/office/drawing/2014/main" id="{525229EC-3AA7-7F3D-DDE5-764BAB6DCBB0}"/>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85EB4EEF-E899-C443-9A5E-6384BD517F5E}" type="slidenum">
              <a:rPr lang="en-US" altLang="en-US" sz="1200">
                <a:solidFill>
                  <a:srgbClr val="898989"/>
                </a:solidFill>
              </a:rPr>
              <a:pPr eaLnBrk="1" hangingPunct="1"/>
              <a:t>7</a:t>
            </a:fld>
            <a:endParaRPr lang="en-US" altLang="en-US" sz="1200">
              <a:solidFill>
                <a:srgbClr val="898989"/>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id="{6AC14536-8631-2ED9-3EF1-106FB2A6752F}"/>
              </a:ext>
            </a:extLst>
          </p:cNvPr>
          <p:cNvSpPr>
            <a:spLocks noGrp="1" noChangeArrowheads="1"/>
          </p:cNvSpPr>
          <p:nvPr>
            <p:ph type="title"/>
          </p:nvPr>
        </p:nvSpPr>
        <p:spPr/>
        <p:txBody>
          <a:bodyPr/>
          <a:lstStyle/>
          <a:p>
            <a:pPr eaLnBrk="1" hangingPunct="1"/>
            <a:r>
              <a:rPr lang="en-US" altLang="en-US" sz="3600">
                <a:solidFill>
                  <a:srgbClr val="2402EE"/>
                </a:solidFill>
                <a:ea typeface="ＭＳ Ｐゴシック" panose="020B0600070205080204" pitchFamily="34" charset="-128"/>
              </a:rPr>
              <a:t>A Process with Alternative Behavior</a:t>
            </a:r>
          </a:p>
        </p:txBody>
      </p:sp>
      <p:sp>
        <p:nvSpPr>
          <p:cNvPr id="22531" name="Rectangle 3">
            <a:extLst>
              <a:ext uri="{FF2B5EF4-FFF2-40B4-BE49-F238E27FC236}">
                <a16:creationId xmlns:a16="http://schemas.microsoft.com/office/drawing/2014/main" id="{4330D152-7EB7-A597-78E6-F5CAA7C99FBB}"/>
              </a:ext>
            </a:extLst>
          </p:cNvPr>
          <p:cNvSpPr>
            <a:spLocks noChangeArrowheads="1"/>
          </p:cNvSpPr>
          <p:nvPr/>
        </p:nvSpPr>
        <p:spPr bwMode="auto">
          <a:xfrm>
            <a:off x="417513" y="1468438"/>
            <a:ext cx="8542337" cy="31559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Calibri" charset="0"/>
                <a:ea typeface="ＭＳ Ｐゴシック" charset="-128"/>
              </a:defRPr>
            </a:lvl1pPr>
            <a:lvl2pPr marL="37931725" indent="-37474525">
              <a:defRPr>
                <a:solidFill>
                  <a:schemeClr val="tx1"/>
                </a:solidFill>
                <a:latin typeface="Calibri" charset="0"/>
                <a:ea typeface="ＭＳ Ｐゴシック" charset="-128"/>
              </a:defRPr>
            </a:lvl2pPr>
            <a:lvl3pPr>
              <a:defRPr>
                <a:solidFill>
                  <a:schemeClr val="tx1"/>
                </a:solidFill>
                <a:latin typeface="Calibri" charset="0"/>
                <a:ea typeface="ＭＳ Ｐゴシック" charset="-128"/>
              </a:defRPr>
            </a:lvl3pPr>
            <a:lvl4pPr>
              <a:defRPr>
                <a:solidFill>
                  <a:schemeClr val="tx1"/>
                </a:solidFill>
                <a:latin typeface="Calibri" charset="0"/>
                <a:ea typeface="ＭＳ Ｐゴシック" charset="-128"/>
              </a:defRPr>
            </a:lvl4pPr>
            <a:lvl5pPr>
              <a:defRPr>
                <a:solidFill>
                  <a:schemeClr val="tx1"/>
                </a:solidFill>
                <a:latin typeface="Calibri" charset="0"/>
                <a:ea typeface="ＭＳ Ｐゴシック" charset="-128"/>
              </a:defRPr>
            </a:lvl5pPr>
            <a:lvl6pPr marL="457200" fontAlgn="base">
              <a:spcBef>
                <a:spcPct val="0"/>
              </a:spcBef>
              <a:spcAft>
                <a:spcPct val="0"/>
              </a:spcAft>
              <a:defRPr>
                <a:solidFill>
                  <a:schemeClr val="tx1"/>
                </a:solidFill>
                <a:latin typeface="Calibri" charset="0"/>
                <a:ea typeface="ＭＳ Ｐゴシック" charset="-128"/>
              </a:defRPr>
            </a:lvl6pPr>
            <a:lvl7pPr marL="914400" fontAlgn="base">
              <a:spcBef>
                <a:spcPct val="0"/>
              </a:spcBef>
              <a:spcAft>
                <a:spcPct val="0"/>
              </a:spcAft>
              <a:defRPr>
                <a:solidFill>
                  <a:schemeClr val="tx1"/>
                </a:solidFill>
                <a:latin typeface="Calibri" charset="0"/>
                <a:ea typeface="ＭＳ Ｐゴシック" charset="-128"/>
              </a:defRPr>
            </a:lvl7pPr>
            <a:lvl8pPr marL="1371600" fontAlgn="base">
              <a:spcBef>
                <a:spcPct val="0"/>
              </a:spcBef>
              <a:spcAft>
                <a:spcPct val="0"/>
              </a:spcAft>
              <a:defRPr>
                <a:solidFill>
                  <a:schemeClr val="tx1"/>
                </a:solidFill>
                <a:latin typeface="Calibri" charset="0"/>
                <a:ea typeface="ＭＳ Ｐゴシック" charset="-128"/>
              </a:defRPr>
            </a:lvl8pPr>
            <a:lvl9pPr marL="1828800" fontAlgn="base">
              <a:spcBef>
                <a:spcPct val="0"/>
              </a:spcBef>
              <a:spcAft>
                <a:spcPct val="0"/>
              </a:spcAft>
              <a:defRPr>
                <a:solidFill>
                  <a:schemeClr val="tx1"/>
                </a:solidFill>
                <a:latin typeface="Calibri" charset="0"/>
                <a:ea typeface="ＭＳ Ｐゴシック" charset="-128"/>
              </a:defRPr>
            </a:lvl9pPr>
          </a:lstStyle>
          <a:p>
            <a:pPr>
              <a:lnSpc>
                <a:spcPct val="85000"/>
              </a:lnSpc>
              <a:spcBef>
                <a:spcPct val="20000"/>
              </a:spcBef>
              <a:buClr>
                <a:schemeClr val="accent1"/>
              </a:buClr>
              <a:buSzPct val="75000"/>
              <a:buFont typeface="Wingdings" charset="2"/>
              <a:buNone/>
              <a:defRPr/>
            </a:pPr>
            <a:r>
              <a:rPr lang="en-US" altLang="en-US" sz="2000" dirty="0">
                <a:latin typeface="+mn-lt"/>
              </a:rPr>
              <a:t>A typical sequential server must be able to enforce a protocol of interaction with its clients. The behavior of a sequential server process  follows.</a:t>
            </a:r>
            <a:endParaRPr lang="en-US" altLang="en-US" sz="2000" dirty="0">
              <a:latin typeface="Times New Roman" charset="0"/>
            </a:endParaRPr>
          </a:p>
          <a:p>
            <a:pPr>
              <a:lnSpc>
                <a:spcPct val="85000"/>
              </a:lnSpc>
              <a:spcBef>
                <a:spcPct val="20000"/>
              </a:spcBef>
              <a:buClr>
                <a:schemeClr val="accent1"/>
              </a:buClr>
              <a:buSzPct val="75000"/>
              <a:buFont typeface="Wingdings" charset="2"/>
              <a:buNone/>
              <a:defRPr/>
            </a:pPr>
            <a:r>
              <a:rPr lang="en-US" altLang="en-US" sz="2000" dirty="0" err="1">
                <a:solidFill>
                  <a:srgbClr val="FF6600"/>
                </a:solidFill>
                <a:latin typeface="Times New Roman" charset="0"/>
              </a:rPr>
              <a:t>IdleServer</a:t>
            </a:r>
            <a:r>
              <a:rPr lang="en-US" altLang="en-US" sz="2000" dirty="0">
                <a:solidFill>
                  <a:srgbClr val="FF6600"/>
                </a:solidFill>
                <a:latin typeface="Times New Roman" charset="0"/>
              </a:rPr>
              <a:t>(open, request, reply, close) =  </a:t>
            </a:r>
          </a:p>
          <a:p>
            <a:pPr>
              <a:lnSpc>
                <a:spcPct val="85000"/>
              </a:lnSpc>
              <a:spcBef>
                <a:spcPct val="20000"/>
              </a:spcBef>
              <a:buClr>
                <a:schemeClr val="accent1"/>
              </a:buClr>
              <a:buSzPct val="75000"/>
              <a:buFont typeface="Wingdings" charset="2"/>
              <a:buNone/>
              <a:defRPr/>
            </a:pPr>
            <a:r>
              <a:rPr lang="en-US" altLang="en-US" sz="2000" dirty="0">
                <a:solidFill>
                  <a:srgbClr val="FF6600"/>
                </a:solidFill>
                <a:latin typeface="Times New Roman" charset="0"/>
              </a:rPr>
              <a:t>							</a:t>
            </a:r>
            <a:r>
              <a:rPr lang="en-US" altLang="en-US" sz="2000" dirty="0" err="1">
                <a:solidFill>
                  <a:srgbClr val="FF6600"/>
                </a:solidFill>
                <a:latin typeface="Times New Roman" charset="0"/>
              </a:rPr>
              <a:t>open.BusyServer</a:t>
            </a:r>
            <a:r>
              <a:rPr lang="en-US" altLang="en-US" sz="2000" dirty="0">
                <a:solidFill>
                  <a:srgbClr val="FF6600"/>
                </a:solidFill>
                <a:latin typeface="Times New Roman" charset="0"/>
              </a:rPr>
              <a:t>(open, request, </a:t>
            </a:r>
            <a:r>
              <a:rPr lang="en-US" altLang="en-US" sz="2000" dirty="0" err="1">
                <a:solidFill>
                  <a:srgbClr val="FF6600"/>
                </a:solidFill>
                <a:latin typeface="Times New Roman" charset="0"/>
              </a:rPr>
              <a:t>reply,close</a:t>
            </a:r>
            <a:r>
              <a:rPr lang="en-US" altLang="en-US" sz="2000" dirty="0">
                <a:solidFill>
                  <a:srgbClr val="FF6600"/>
                </a:solidFill>
                <a:latin typeface="Times New Roman" charset="0"/>
              </a:rPr>
              <a:t>)</a:t>
            </a:r>
          </a:p>
          <a:p>
            <a:pPr>
              <a:lnSpc>
                <a:spcPct val="85000"/>
              </a:lnSpc>
              <a:spcBef>
                <a:spcPct val="20000"/>
              </a:spcBef>
              <a:buClr>
                <a:schemeClr val="accent1"/>
              </a:buClr>
              <a:buSzPct val="75000"/>
              <a:buFont typeface="Wingdings" charset="2"/>
              <a:buNone/>
              <a:defRPr/>
            </a:pPr>
            <a:r>
              <a:rPr lang="en-US" altLang="en-US" sz="2000" dirty="0" err="1">
                <a:solidFill>
                  <a:srgbClr val="FF6600"/>
                </a:solidFill>
                <a:latin typeface="Times New Roman" charset="0"/>
              </a:rPr>
              <a:t>BusyServer</a:t>
            </a:r>
            <a:r>
              <a:rPr lang="en-US" altLang="en-US" sz="2000" dirty="0">
                <a:solidFill>
                  <a:srgbClr val="FF6600"/>
                </a:solidFill>
                <a:latin typeface="Times New Roman" charset="0"/>
              </a:rPr>
              <a:t>(open, request, reply, close) =</a:t>
            </a:r>
          </a:p>
          <a:p>
            <a:pPr>
              <a:lnSpc>
                <a:spcPct val="85000"/>
              </a:lnSpc>
              <a:spcBef>
                <a:spcPct val="20000"/>
              </a:spcBef>
              <a:buClr>
                <a:schemeClr val="accent1"/>
              </a:buClr>
              <a:buSzPct val="75000"/>
              <a:buFont typeface="Wingdings" charset="2"/>
              <a:buNone/>
              <a:defRPr/>
            </a:pPr>
            <a:endParaRPr lang="en-US" altLang="en-US" sz="2000" dirty="0">
              <a:solidFill>
                <a:srgbClr val="FF6600"/>
              </a:solidFill>
              <a:latin typeface="Times New Roman" charset="0"/>
            </a:endParaRPr>
          </a:p>
          <a:p>
            <a:pPr>
              <a:lnSpc>
                <a:spcPct val="85000"/>
              </a:lnSpc>
              <a:spcBef>
                <a:spcPct val="20000"/>
              </a:spcBef>
              <a:buClr>
                <a:schemeClr val="accent1"/>
              </a:buClr>
              <a:buSzPct val="75000"/>
              <a:buFont typeface="Wingdings" charset="2"/>
              <a:buNone/>
              <a:defRPr/>
            </a:pPr>
            <a:r>
              <a:rPr lang="en-US" altLang="en-US" sz="2000" dirty="0">
                <a:solidFill>
                  <a:srgbClr val="FF6600"/>
                </a:solidFill>
                <a:latin typeface="Times New Roman" charset="0"/>
              </a:rPr>
              <a:t>                     		</a:t>
            </a:r>
            <a:r>
              <a:rPr lang="en-US" altLang="en-US" sz="2000" dirty="0" err="1">
                <a:solidFill>
                  <a:srgbClr val="FF6600"/>
                </a:solidFill>
                <a:latin typeface="Times New Roman" charset="0"/>
              </a:rPr>
              <a:t>request.reply.BusyServer</a:t>
            </a:r>
            <a:r>
              <a:rPr lang="en-US" altLang="en-US" sz="2000" dirty="0">
                <a:solidFill>
                  <a:srgbClr val="FF6600"/>
                </a:solidFill>
                <a:latin typeface="Times New Roman" charset="0"/>
              </a:rPr>
              <a:t>(open, request, reply, close) 	</a:t>
            </a:r>
          </a:p>
          <a:p>
            <a:pPr>
              <a:lnSpc>
                <a:spcPct val="85000"/>
              </a:lnSpc>
              <a:spcBef>
                <a:spcPct val="20000"/>
              </a:spcBef>
              <a:buClr>
                <a:schemeClr val="accent1"/>
              </a:buClr>
              <a:buSzPct val="75000"/>
              <a:buFont typeface="Wingdings" charset="2"/>
              <a:buNone/>
              <a:defRPr/>
            </a:pPr>
            <a:endParaRPr lang="en-US" altLang="en-US" sz="2000" dirty="0">
              <a:solidFill>
                <a:srgbClr val="FF6600"/>
              </a:solidFill>
              <a:latin typeface="Times New Roman" charset="0"/>
            </a:endParaRPr>
          </a:p>
          <a:p>
            <a:pPr>
              <a:lnSpc>
                <a:spcPct val="85000"/>
              </a:lnSpc>
              <a:spcBef>
                <a:spcPct val="20000"/>
              </a:spcBef>
              <a:buClr>
                <a:schemeClr val="accent1"/>
              </a:buClr>
              <a:buSzPct val="75000"/>
              <a:buFont typeface="Wingdings" charset="2"/>
              <a:buNone/>
              <a:defRPr/>
            </a:pPr>
            <a:r>
              <a:rPr lang="en-US" altLang="en-US" sz="2000" dirty="0">
                <a:solidFill>
                  <a:srgbClr val="FF6600"/>
                </a:solidFill>
                <a:latin typeface="Times New Roman" charset="0"/>
              </a:rPr>
              <a:t>		  	        + </a:t>
            </a:r>
            <a:r>
              <a:rPr lang="en-US" altLang="en-US" sz="2000" dirty="0" err="1">
                <a:solidFill>
                  <a:srgbClr val="FF6600"/>
                </a:solidFill>
                <a:latin typeface="Times New Roman" charset="0"/>
              </a:rPr>
              <a:t>close.IdleServer</a:t>
            </a:r>
            <a:r>
              <a:rPr lang="en-US" altLang="en-US" sz="2000" dirty="0">
                <a:solidFill>
                  <a:srgbClr val="FF6600"/>
                </a:solidFill>
                <a:latin typeface="Times New Roman" charset="0"/>
              </a:rPr>
              <a:t>(open, request, reply, close)</a:t>
            </a:r>
          </a:p>
          <a:p>
            <a:pPr>
              <a:lnSpc>
                <a:spcPct val="85000"/>
              </a:lnSpc>
              <a:spcBef>
                <a:spcPct val="20000"/>
              </a:spcBef>
              <a:buClr>
                <a:schemeClr val="accent1"/>
              </a:buClr>
              <a:buSzPct val="75000"/>
              <a:buFont typeface="Wingdings" charset="2"/>
              <a:buNone/>
              <a:defRPr/>
            </a:pPr>
            <a:endParaRPr lang="en-US" altLang="en-US" sz="1700" b="1" dirty="0">
              <a:latin typeface="Times New Roman" charset="0"/>
            </a:endParaRPr>
          </a:p>
        </p:txBody>
      </p:sp>
      <p:sp>
        <p:nvSpPr>
          <p:cNvPr id="23555" name="Text Box 5">
            <a:extLst>
              <a:ext uri="{FF2B5EF4-FFF2-40B4-BE49-F238E27FC236}">
                <a16:creationId xmlns:a16="http://schemas.microsoft.com/office/drawing/2014/main" id="{DFD08C0E-E429-F19B-4421-E5AAC6D8FD66}"/>
              </a:ext>
            </a:extLst>
          </p:cNvPr>
          <p:cNvSpPr txBox="1">
            <a:spLocks noChangeArrowheads="1"/>
          </p:cNvSpPr>
          <p:nvPr/>
        </p:nvSpPr>
        <p:spPr bwMode="auto">
          <a:xfrm>
            <a:off x="536575" y="4624388"/>
            <a:ext cx="8304213" cy="1814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285750" indent="-285750"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20000"/>
              </a:spcBef>
              <a:buFont typeface="Arial" panose="020B0604020202020204" pitchFamily="34" charset="0"/>
              <a:buChar char="•"/>
            </a:pPr>
            <a:r>
              <a:rPr lang="en-US" altLang="en-US" sz="2000">
                <a:latin typeface="Calibri" panose="020F0502020204030204" pitchFamily="34" charset="0"/>
              </a:rPr>
              <a:t>The “+” operator represents choice or alternative action</a:t>
            </a:r>
          </a:p>
          <a:p>
            <a:pPr eaLnBrk="1" hangingPunct="1">
              <a:spcBef>
                <a:spcPct val="20000"/>
              </a:spcBef>
              <a:buFont typeface="Arial" panose="020B0604020202020204" pitchFamily="34" charset="0"/>
              <a:buChar char="•"/>
            </a:pPr>
            <a:r>
              <a:rPr lang="en-US" altLang="en-US" sz="2000">
                <a:latin typeface="Calibri" panose="020F0502020204030204" pitchFamily="34" charset="0"/>
              </a:rPr>
              <a:t>The server will only engage in an “open” action interaction at the start</a:t>
            </a:r>
          </a:p>
          <a:p>
            <a:pPr eaLnBrk="1" hangingPunct="1">
              <a:spcBef>
                <a:spcPct val="20000"/>
              </a:spcBef>
              <a:buFont typeface="Arial" panose="020B0604020202020204" pitchFamily="34" charset="0"/>
              <a:buChar char="•"/>
            </a:pPr>
            <a:r>
              <a:rPr lang="en-US" altLang="en-US" sz="2000">
                <a:latin typeface="Calibri" panose="020F0502020204030204" pitchFamily="34" charset="0"/>
              </a:rPr>
              <a:t>The server can handle any number of request-reply sequences</a:t>
            </a:r>
          </a:p>
          <a:p>
            <a:pPr eaLnBrk="1" hangingPunct="1">
              <a:spcBef>
                <a:spcPct val="20000"/>
              </a:spcBef>
              <a:buFont typeface="Arial" panose="020B0604020202020204" pitchFamily="34" charset="0"/>
              <a:buChar char="•"/>
            </a:pPr>
            <a:r>
              <a:rPr lang="en-US" altLang="en-US" sz="2000">
                <a:latin typeface="Calibri" panose="020F0502020204030204" pitchFamily="34" charset="0"/>
              </a:rPr>
              <a:t>Once the server engages in a “close” action, it returns to its original condition</a:t>
            </a:r>
          </a:p>
        </p:txBody>
      </p:sp>
      <p:sp>
        <p:nvSpPr>
          <p:cNvPr id="23556" name="Line 4">
            <a:extLst>
              <a:ext uri="{FF2B5EF4-FFF2-40B4-BE49-F238E27FC236}">
                <a16:creationId xmlns:a16="http://schemas.microsoft.com/office/drawing/2014/main" id="{620E0F82-F675-236C-C31F-9471799A89E0}"/>
              </a:ext>
            </a:extLst>
          </p:cNvPr>
          <p:cNvSpPr>
            <a:spLocks noChangeShapeType="1"/>
          </p:cNvSpPr>
          <p:nvPr/>
        </p:nvSpPr>
        <p:spPr bwMode="auto">
          <a:xfrm>
            <a:off x="3114675" y="3352800"/>
            <a:ext cx="4699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557" name="Line 4">
            <a:extLst>
              <a:ext uri="{FF2B5EF4-FFF2-40B4-BE49-F238E27FC236}">
                <a16:creationId xmlns:a16="http://schemas.microsoft.com/office/drawing/2014/main" id="{C7105C27-DC46-D2CD-D595-9B5987883B4A}"/>
              </a:ext>
            </a:extLst>
          </p:cNvPr>
          <p:cNvSpPr>
            <a:spLocks noChangeShapeType="1"/>
          </p:cNvSpPr>
          <p:nvPr/>
        </p:nvSpPr>
        <p:spPr bwMode="auto">
          <a:xfrm>
            <a:off x="2584450" y="3916363"/>
            <a:ext cx="4699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558" name="Footer Placeholder 1">
            <a:extLst>
              <a:ext uri="{FF2B5EF4-FFF2-40B4-BE49-F238E27FC236}">
                <a16:creationId xmlns:a16="http://schemas.microsoft.com/office/drawing/2014/main" id="{33BB887B-95E3-CF72-9BE7-F218889E95BA}"/>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200">
                <a:solidFill>
                  <a:srgbClr val="898989"/>
                </a:solidFill>
              </a:rPr>
              <a:t>Introduction to Pi-Calculus</a:t>
            </a:r>
          </a:p>
        </p:txBody>
      </p:sp>
      <p:sp>
        <p:nvSpPr>
          <p:cNvPr id="23559" name="Slide Number Placeholder 2">
            <a:extLst>
              <a:ext uri="{FF2B5EF4-FFF2-40B4-BE49-F238E27FC236}">
                <a16:creationId xmlns:a16="http://schemas.microsoft.com/office/drawing/2014/main" id="{1A480EAE-3995-BFDC-53B4-DFFED99EA96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57B5A6DF-07F4-DA4C-9FDD-CB7A0BC23515}" type="slidenum">
              <a:rPr lang="en-US" altLang="en-US" sz="1200">
                <a:solidFill>
                  <a:srgbClr val="898989"/>
                </a:solidFill>
              </a:rPr>
              <a:pPr eaLnBrk="1" hangingPunct="1"/>
              <a:t>8</a:t>
            </a:fld>
            <a:endParaRPr lang="en-US" altLang="en-US" sz="1200">
              <a:solidFill>
                <a:srgbClr val="898989"/>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C78FA621-04E0-4D22-B63C-E36B48BA3FFB}"/>
              </a:ext>
            </a:extLst>
          </p:cNvPr>
          <p:cNvSpPr>
            <a:spLocks noGrp="1" noChangeArrowheads="1"/>
          </p:cNvSpPr>
          <p:nvPr>
            <p:ph type="title"/>
          </p:nvPr>
        </p:nvSpPr>
        <p:spPr>
          <a:xfrm>
            <a:off x="457200" y="274638"/>
            <a:ext cx="8451850" cy="1143000"/>
          </a:xfrm>
        </p:spPr>
        <p:txBody>
          <a:bodyPr rtlCol="0">
            <a:normAutofit fontScale="90000"/>
          </a:bodyPr>
          <a:lstStyle/>
          <a:p>
            <a:pPr eaLnBrk="1" fontAlgn="auto" hangingPunct="1">
              <a:spcAft>
                <a:spcPts val="0"/>
              </a:spcAft>
              <a:defRPr/>
            </a:pPr>
            <a:r>
              <a:rPr lang="en-US" altLang="en-US" dirty="0">
                <a:solidFill>
                  <a:srgbClr val="2402EE"/>
                </a:solidFill>
                <a:ea typeface="+mj-ea"/>
                <a:cs typeface="+mj-cs"/>
              </a:rPr>
              <a:t>Communicating Processes in </a:t>
            </a:r>
            <a:r>
              <a:rPr lang="en-US" altLang="en-US" dirty="0">
                <a:solidFill>
                  <a:srgbClr val="2402EE"/>
                </a:solidFill>
                <a:latin typeface="Symbol" charset="2"/>
                <a:ea typeface="+mj-ea"/>
                <a:cs typeface="+mj-cs"/>
              </a:rPr>
              <a:t>p</a:t>
            </a:r>
            <a:r>
              <a:rPr lang="en-US" altLang="en-US" dirty="0">
                <a:solidFill>
                  <a:srgbClr val="2402EE"/>
                </a:solidFill>
                <a:ea typeface="+mj-ea"/>
                <a:cs typeface="+mj-cs"/>
              </a:rPr>
              <a:t>-calculus</a:t>
            </a:r>
            <a:r>
              <a:rPr lang="en-US" altLang="en-US" dirty="0">
                <a:ea typeface="+mj-ea"/>
                <a:cs typeface="+mj-cs"/>
              </a:rPr>
              <a:t> </a:t>
            </a:r>
          </a:p>
        </p:txBody>
      </p:sp>
      <p:sp>
        <p:nvSpPr>
          <p:cNvPr id="23555" name="Rectangle 3">
            <a:extLst>
              <a:ext uri="{FF2B5EF4-FFF2-40B4-BE49-F238E27FC236}">
                <a16:creationId xmlns:a16="http://schemas.microsoft.com/office/drawing/2014/main" id="{3296222A-B739-7163-4B69-23EF0738341F}"/>
              </a:ext>
            </a:extLst>
          </p:cNvPr>
          <p:cNvSpPr>
            <a:spLocks noChangeArrowheads="1"/>
          </p:cNvSpPr>
          <p:nvPr/>
        </p:nvSpPr>
        <p:spPr bwMode="auto">
          <a:xfrm>
            <a:off x="246063" y="1417638"/>
            <a:ext cx="8440737" cy="30432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Calibri" charset="0"/>
                <a:ea typeface="ＭＳ Ｐゴシック" charset="-128"/>
              </a:defRPr>
            </a:lvl1pPr>
            <a:lvl2pPr marL="37931725" indent="-37474525">
              <a:defRPr>
                <a:solidFill>
                  <a:schemeClr val="tx1"/>
                </a:solidFill>
                <a:latin typeface="Calibri" charset="0"/>
                <a:ea typeface="ＭＳ Ｐゴシック" charset="-128"/>
              </a:defRPr>
            </a:lvl2pPr>
            <a:lvl3pPr>
              <a:defRPr>
                <a:solidFill>
                  <a:schemeClr val="tx1"/>
                </a:solidFill>
                <a:latin typeface="Calibri" charset="0"/>
                <a:ea typeface="ＭＳ Ｐゴシック" charset="-128"/>
              </a:defRPr>
            </a:lvl3pPr>
            <a:lvl4pPr>
              <a:defRPr>
                <a:solidFill>
                  <a:schemeClr val="tx1"/>
                </a:solidFill>
                <a:latin typeface="Calibri" charset="0"/>
                <a:ea typeface="ＭＳ Ｐゴシック" charset="-128"/>
              </a:defRPr>
            </a:lvl4pPr>
            <a:lvl5pPr>
              <a:defRPr>
                <a:solidFill>
                  <a:schemeClr val="tx1"/>
                </a:solidFill>
                <a:latin typeface="Calibri" charset="0"/>
                <a:ea typeface="ＭＳ Ｐゴシック" charset="-128"/>
              </a:defRPr>
            </a:lvl5pPr>
            <a:lvl6pPr marL="457200" fontAlgn="base">
              <a:spcBef>
                <a:spcPct val="0"/>
              </a:spcBef>
              <a:spcAft>
                <a:spcPct val="0"/>
              </a:spcAft>
              <a:defRPr>
                <a:solidFill>
                  <a:schemeClr val="tx1"/>
                </a:solidFill>
                <a:latin typeface="Calibri" charset="0"/>
                <a:ea typeface="ＭＳ Ｐゴシック" charset="-128"/>
              </a:defRPr>
            </a:lvl6pPr>
            <a:lvl7pPr marL="914400" fontAlgn="base">
              <a:spcBef>
                <a:spcPct val="0"/>
              </a:spcBef>
              <a:spcAft>
                <a:spcPct val="0"/>
              </a:spcAft>
              <a:defRPr>
                <a:solidFill>
                  <a:schemeClr val="tx1"/>
                </a:solidFill>
                <a:latin typeface="Calibri" charset="0"/>
                <a:ea typeface="ＭＳ Ｐゴシック" charset="-128"/>
              </a:defRPr>
            </a:lvl7pPr>
            <a:lvl8pPr marL="1371600" fontAlgn="base">
              <a:spcBef>
                <a:spcPct val="0"/>
              </a:spcBef>
              <a:spcAft>
                <a:spcPct val="0"/>
              </a:spcAft>
              <a:defRPr>
                <a:solidFill>
                  <a:schemeClr val="tx1"/>
                </a:solidFill>
                <a:latin typeface="Calibri" charset="0"/>
                <a:ea typeface="ＭＳ Ｐゴシック" charset="-128"/>
              </a:defRPr>
            </a:lvl8pPr>
            <a:lvl9pPr marL="1828800" fontAlgn="base">
              <a:spcBef>
                <a:spcPct val="0"/>
              </a:spcBef>
              <a:spcAft>
                <a:spcPct val="0"/>
              </a:spcAft>
              <a:defRPr>
                <a:solidFill>
                  <a:schemeClr val="tx1"/>
                </a:solidFill>
                <a:latin typeface="Calibri" charset="0"/>
                <a:ea typeface="ＭＳ Ｐゴシック" charset="-128"/>
              </a:defRPr>
            </a:lvl9pPr>
          </a:lstStyle>
          <a:p>
            <a:pPr marL="342900" indent="-342900">
              <a:lnSpc>
                <a:spcPct val="85000"/>
              </a:lnSpc>
              <a:spcBef>
                <a:spcPct val="20000"/>
              </a:spcBef>
              <a:buClr>
                <a:schemeClr val="accent1"/>
              </a:buClr>
              <a:buSzPct val="75000"/>
              <a:buFont typeface="Arial" panose="020B0604020202020204" pitchFamily="34" charset="0"/>
              <a:buChar char="•"/>
              <a:defRPr/>
            </a:pPr>
            <a:r>
              <a:rPr lang="en-US" altLang="en-US" sz="2400" dirty="0">
                <a:latin typeface="+mn-lt"/>
              </a:rPr>
              <a:t>Processes can be composed, allowing them to communicate through ports with complementary names </a:t>
            </a:r>
          </a:p>
          <a:p>
            <a:pPr marL="342900" indent="-342900">
              <a:lnSpc>
                <a:spcPct val="85000"/>
              </a:lnSpc>
              <a:spcBef>
                <a:spcPct val="20000"/>
              </a:spcBef>
              <a:buClr>
                <a:schemeClr val="accent1"/>
              </a:buClr>
              <a:buSzPct val="75000"/>
              <a:buFont typeface="Arial" panose="020B0604020202020204" pitchFamily="34" charset="0"/>
              <a:buChar char="•"/>
              <a:defRPr/>
            </a:pPr>
            <a:r>
              <a:rPr lang="en-US" altLang="en-US" sz="2400" dirty="0">
                <a:latin typeface="+mn-lt"/>
              </a:rPr>
              <a:t>(i.e., one agent has an output port and the other has an input port with the same name). </a:t>
            </a:r>
          </a:p>
          <a:p>
            <a:pPr marL="342900" indent="-342900">
              <a:lnSpc>
                <a:spcPct val="85000"/>
              </a:lnSpc>
              <a:spcBef>
                <a:spcPct val="50000"/>
              </a:spcBef>
              <a:buClr>
                <a:schemeClr val="accent1"/>
              </a:buClr>
              <a:buSzPct val="75000"/>
              <a:buFont typeface="Arial" panose="020B0604020202020204" pitchFamily="34" charset="0"/>
              <a:buChar char="•"/>
              <a:defRPr/>
            </a:pPr>
            <a:r>
              <a:rPr lang="en-US" altLang="en-US" sz="2400" dirty="0">
                <a:latin typeface="+mn-lt"/>
              </a:rPr>
              <a:t>Concurrent communicating agents can synchronize their behaviors through their willingness or unwillingness to communicate. </a:t>
            </a:r>
          </a:p>
          <a:p>
            <a:pPr marL="342900" indent="-342900">
              <a:lnSpc>
                <a:spcPct val="85000"/>
              </a:lnSpc>
              <a:spcBef>
                <a:spcPct val="50000"/>
              </a:spcBef>
              <a:buClr>
                <a:schemeClr val="accent1"/>
              </a:buClr>
              <a:buSzPct val="75000"/>
              <a:buFont typeface="Arial" panose="020B0604020202020204" pitchFamily="34" charset="0"/>
              <a:buChar char="•"/>
              <a:defRPr/>
            </a:pPr>
            <a:r>
              <a:rPr lang="en-US" altLang="en-US" sz="2400" dirty="0">
                <a:latin typeface="+mn-lt"/>
              </a:rPr>
              <a:t>This reflects a rendezvous style of interaction. </a:t>
            </a:r>
          </a:p>
          <a:p>
            <a:pPr>
              <a:lnSpc>
                <a:spcPct val="85000"/>
              </a:lnSpc>
              <a:spcBef>
                <a:spcPct val="50000"/>
              </a:spcBef>
              <a:buClr>
                <a:schemeClr val="accent1"/>
              </a:buClr>
              <a:buSzPct val="75000"/>
              <a:buFont typeface="Wingdings" charset="2"/>
              <a:buNone/>
              <a:defRPr/>
            </a:pPr>
            <a:endParaRPr lang="en-US" altLang="en-US" sz="2100" dirty="0">
              <a:latin typeface="Times New Roman" charset="0"/>
            </a:endParaRPr>
          </a:p>
        </p:txBody>
      </p:sp>
      <p:grpSp>
        <p:nvGrpSpPr>
          <p:cNvPr id="24579" name="Group 4">
            <a:extLst>
              <a:ext uri="{FF2B5EF4-FFF2-40B4-BE49-F238E27FC236}">
                <a16:creationId xmlns:a16="http://schemas.microsoft.com/office/drawing/2014/main" id="{F3B5BFBB-E3F1-7D0E-2C0C-5135D1E9FED8}"/>
              </a:ext>
            </a:extLst>
          </p:cNvPr>
          <p:cNvGrpSpPr>
            <a:grpSpLocks/>
          </p:cNvGrpSpPr>
          <p:nvPr/>
        </p:nvGrpSpPr>
        <p:grpSpPr bwMode="auto">
          <a:xfrm>
            <a:off x="574675" y="5314950"/>
            <a:ext cx="3095625" cy="642938"/>
            <a:chOff x="1745" y="1647"/>
            <a:chExt cx="1950" cy="405"/>
          </a:xfrm>
        </p:grpSpPr>
        <p:grpSp>
          <p:nvGrpSpPr>
            <p:cNvPr id="24587" name="Group 5">
              <a:extLst>
                <a:ext uri="{FF2B5EF4-FFF2-40B4-BE49-F238E27FC236}">
                  <a16:creationId xmlns:a16="http://schemas.microsoft.com/office/drawing/2014/main" id="{A5905D3E-DF65-50D5-4329-5BEF8738D43A}"/>
                </a:ext>
              </a:extLst>
            </p:cNvPr>
            <p:cNvGrpSpPr>
              <a:grpSpLocks/>
            </p:cNvGrpSpPr>
            <p:nvPr/>
          </p:nvGrpSpPr>
          <p:grpSpPr bwMode="auto">
            <a:xfrm>
              <a:off x="1745" y="1647"/>
              <a:ext cx="1950" cy="405"/>
              <a:chOff x="1559" y="1717"/>
              <a:chExt cx="1950" cy="405"/>
            </a:xfrm>
          </p:grpSpPr>
          <p:grpSp>
            <p:nvGrpSpPr>
              <p:cNvPr id="24591" name="Group 6">
                <a:extLst>
                  <a:ext uri="{FF2B5EF4-FFF2-40B4-BE49-F238E27FC236}">
                    <a16:creationId xmlns:a16="http://schemas.microsoft.com/office/drawing/2014/main" id="{A8761795-DBFF-6E69-E886-C2906EAB8E36}"/>
                  </a:ext>
                </a:extLst>
              </p:cNvPr>
              <p:cNvGrpSpPr>
                <a:grpSpLocks/>
              </p:cNvGrpSpPr>
              <p:nvPr/>
            </p:nvGrpSpPr>
            <p:grpSpPr bwMode="auto">
              <a:xfrm>
                <a:off x="1559" y="1730"/>
                <a:ext cx="1950" cy="392"/>
                <a:chOff x="1208" y="1730"/>
                <a:chExt cx="1950" cy="392"/>
              </a:xfrm>
            </p:grpSpPr>
            <p:sp>
              <p:nvSpPr>
                <p:cNvPr id="24595" name="Oval 7">
                  <a:extLst>
                    <a:ext uri="{FF2B5EF4-FFF2-40B4-BE49-F238E27FC236}">
                      <a16:creationId xmlns:a16="http://schemas.microsoft.com/office/drawing/2014/main" id="{FD9BA4B1-8D4C-EECF-35FF-135E358FD84F}"/>
                    </a:ext>
                  </a:extLst>
                </p:cNvPr>
                <p:cNvSpPr>
                  <a:spLocks noChangeArrowheads="1"/>
                </p:cNvSpPr>
                <p:nvPr/>
              </p:nvSpPr>
              <p:spPr bwMode="auto">
                <a:xfrm>
                  <a:off x="1208" y="1730"/>
                  <a:ext cx="413" cy="39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4596" name="Oval 8">
                  <a:extLst>
                    <a:ext uri="{FF2B5EF4-FFF2-40B4-BE49-F238E27FC236}">
                      <a16:creationId xmlns:a16="http://schemas.microsoft.com/office/drawing/2014/main" id="{99561E59-4B4F-06CF-CD8E-100CCD430F5E}"/>
                    </a:ext>
                  </a:extLst>
                </p:cNvPr>
                <p:cNvSpPr>
                  <a:spLocks noChangeArrowheads="1"/>
                </p:cNvSpPr>
                <p:nvPr/>
              </p:nvSpPr>
              <p:spPr bwMode="auto">
                <a:xfrm>
                  <a:off x="2745" y="1732"/>
                  <a:ext cx="413" cy="39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4597" name="Line 9">
                  <a:extLst>
                    <a:ext uri="{FF2B5EF4-FFF2-40B4-BE49-F238E27FC236}">
                      <a16:creationId xmlns:a16="http://schemas.microsoft.com/office/drawing/2014/main" id="{2576131D-9579-6B44-332B-01BDBB8306A1}"/>
                    </a:ext>
                  </a:extLst>
                </p:cNvPr>
                <p:cNvSpPr>
                  <a:spLocks noChangeShapeType="1"/>
                </p:cNvSpPr>
                <p:nvPr/>
              </p:nvSpPr>
              <p:spPr bwMode="auto">
                <a:xfrm>
                  <a:off x="1621" y="1933"/>
                  <a:ext cx="112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4598" name="Oval 10">
                  <a:extLst>
                    <a:ext uri="{FF2B5EF4-FFF2-40B4-BE49-F238E27FC236}">
                      <a16:creationId xmlns:a16="http://schemas.microsoft.com/office/drawing/2014/main" id="{BECD9B5B-64E4-BACF-9124-D8596A1205B7}"/>
                    </a:ext>
                  </a:extLst>
                </p:cNvPr>
                <p:cNvSpPr>
                  <a:spLocks noChangeArrowheads="1"/>
                </p:cNvSpPr>
                <p:nvPr/>
              </p:nvSpPr>
              <p:spPr bwMode="auto">
                <a:xfrm>
                  <a:off x="2712" y="1894"/>
                  <a:ext cx="47" cy="78"/>
                </a:xfrm>
                <a:prstGeom prst="ellipse">
                  <a:avLst/>
                </a:prstGeom>
                <a:solidFill>
                  <a:schemeClr val="tx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4599" name="Oval 11">
                  <a:extLst>
                    <a:ext uri="{FF2B5EF4-FFF2-40B4-BE49-F238E27FC236}">
                      <a16:creationId xmlns:a16="http://schemas.microsoft.com/office/drawing/2014/main" id="{BE318F43-9C69-ED65-7416-8EB2BF4F6C08}"/>
                    </a:ext>
                  </a:extLst>
                </p:cNvPr>
                <p:cNvSpPr>
                  <a:spLocks noChangeArrowheads="1"/>
                </p:cNvSpPr>
                <p:nvPr/>
              </p:nvSpPr>
              <p:spPr bwMode="auto">
                <a:xfrm>
                  <a:off x="1600" y="1911"/>
                  <a:ext cx="47" cy="78"/>
                </a:xfrm>
                <a:prstGeom prst="ellipse">
                  <a:avLst/>
                </a:prstGeom>
                <a:solidFill>
                  <a:schemeClr val="tx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grpSp>
          <p:sp>
            <p:nvSpPr>
              <p:cNvPr id="24592" name="Text Box 12">
                <a:extLst>
                  <a:ext uri="{FF2B5EF4-FFF2-40B4-BE49-F238E27FC236}">
                    <a16:creationId xmlns:a16="http://schemas.microsoft.com/office/drawing/2014/main" id="{46EC46D3-5A62-431C-337A-62E009203F51}"/>
                  </a:ext>
                </a:extLst>
              </p:cNvPr>
              <p:cNvSpPr txBox="1">
                <a:spLocks noChangeArrowheads="1"/>
              </p:cNvSpPr>
              <p:nvPr/>
            </p:nvSpPr>
            <p:spPr bwMode="auto">
              <a:xfrm>
                <a:off x="2002" y="1717"/>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800">
                    <a:latin typeface="Times New Roman" panose="02020603050405020304" pitchFamily="18" charset="0"/>
                  </a:rPr>
                  <a:t>x</a:t>
                </a:r>
              </a:p>
            </p:txBody>
          </p:sp>
          <p:sp>
            <p:nvSpPr>
              <p:cNvPr id="24593" name="Text Box 13">
                <a:extLst>
                  <a:ext uri="{FF2B5EF4-FFF2-40B4-BE49-F238E27FC236}">
                    <a16:creationId xmlns:a16="http://schemas.microsoft.com/office/drawing/2014/main" id="{C61AB100-267F-4ECD-B2D9-40711F3864A0}"/>
                  </a:ext>
                </a:extLst>
              </p:cNvPr>
              <p:cNvSpPr txBox="1">
                <a:spLocks noChangeArrowheads="1"/>
              </p:cNvSpPr>
              <p:nvPr/>
            </p:nvSpPr>
            <p:spPr bwMode="auto">
              <a:xfrm>
                <a:off x="2901" y="1742"/>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800">
                    <a:latin typeface="Times New Roman" panose="02020603050405020304" pitchFamily="18" charset="0"/>
                  </a:rPr>
                  <a:t>x</a:t>
                </a:r>
              </a:p>
            </p:txBody>
          </p:sp>
          <p:sp>
            <p:nvSpPr>
              <p:cNvPr id="24594" name="Line 14">
                <a:extLst>
                  <a:ext uri="{FF2B5EF4-FFF2-40B4-BE49-F238E27FC236}">
                    <a16:creationId xmlns:a16="http://schemas.microsoft.com/office/drawing/2014/main" id="{089C3CCB-CE8B-B46F-89D8-EAA41C836E45}"/>
                  </a:ext>
                </a:extLst>
              </p:cNvPr>
              <p:cNvSpPr>
                <a:spLocks noChangeShapeType="1"/>
              </p:cNvSpPr>
              <p:nvPr/>
            </p:nvSpPr>
            <p:spPr bwMode="auto">
              <a:xfrm>
                <a:off x="2042" y="1777"/>
                <a:ext cx="9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24588" name="Text Box 15">
              <a:extLst>
                <a:ext uri="{FF2B5EF4-FFF2-40B4-BE49-F238E27FC236}">
                  <a16:creationId xmlns:a16="http://schemas.microsoft.com/office/drawing/2014/main" id="{F7B83379-04A3-B98C-9C27-19AEBF4C0CE0}"/>
                </a:ext>
              </a:extLst>
            </p:cNvPr>
            <p:cNvSpPr txBox="1">
              <a:spLocks noChangeArrowheads="1"/>
            </p:cNvSpPr>
            <p:nvPr/>
          </p:nvSpPr>
          <p:spPr bwMode="auto">
            <a:xfrm>
              <a:off x="2376" y="1801"/>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800">
                  <a:latin typeface="Times New Roman" panose="02020603050405020304" pitchFamily="18" charset="0"/>
                </a:rPr>
                <a:t>y</a:t>
              </a:r>
              <a:endParaRPr lang="en-US" altLang="en-US" sz="2800">
                <a:latin typeface="Times New Roman" panose="02020603050405020304" pitchFamily="18" charset="0"/>
              </a:endParaRPr>
            </a:p>
          </p:txBody>
        </p:sp>
        <p:sp>
          <p:nvSpPr>
            <p:cNvPr id="24589" name="Line 16">
              <a:extLst>
                <a:ext uri="{FF2B5EF4-FFF2-40B4-BE49-F238E27FC236}">
                  <a16:creationId xmlns:a16="http://schemas.microsoft.com/office/drawing/2014/main" id="{2D812E90-BF3E-95C9-5B5E-5C144A5FACFD}"/>
                </a:ext>
              </a:extLst>
            </p:cNvPr>
            <p:cNvSpPr>
              <a:spLocks noChangeShapeType="1"/>
            </p:cNvSpPr>
            <p:nvPr/>
          </p:nvSpPr>
          <p:spPr bwMode="auto">
            <a:xfrm>
              <a:off x="2517" y="1948"/>
              <a:ext cx="319"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4590" name="Text Box 17">
              <a:extLst>
                <a:ext uri="{FF2B5EF4-FFF2-40B4-BE49-F238E27FC236}">
                  <a16:creationId xmlns:a16="http://schemas.microsoft.com/office/drawing/2014/main" id="{7358174A-B50A-2842-226B-A166041515AB}"/>
                </a:ext>
              </a:extLst>
            </p:cNvPr>
            <p:cNvSpPr txBox="1">
              <a:spLocks noChangeArrowheads="1"/>
            </p:cNvSpPr>
            <p:nvPr/>
          </p:nvSpPr>
          <p:spPr bwMode="auto">
            <a:xfrm>
              <a:off x="3315" y="1763"/>
              <a:ext cx="1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800">
                  <a:latin typeface="Times New Roman" panose="02020603050405020304" pitchFamily="18" charset="0"/>
                </a:rPr>
                <a:t>z</a:t>
              </a:r>
            </a:p>
          </p:txBody>
        </p:sp>
      </p:grpSp>
      <p:grpSp>
        <p:nvGrpSpPr>
          <p:cNvPr id="24580" name="Group 18">
            <a:extLst>
              <a:ext uri="{FF2B5EF4-FFF2-40B4-BE49-F238E27FC236}">
                <a16:creationId xmlns:a16="http://schemas.microsoft.com/office/drawing/2014/main" id="{1A2E126B-0921-3E6F-DA46-21AEC8D8C00C}"/>
              </a:ext>
            </a:extLst>
          </p:cNvPr>
          <p:cNvGrpSpPr>
            <a:grpSpLocks/>
          </p:cNvGrpSpPr>
          <p:nvPr/>
        </p:nvGrpSpPr>
        <p:grpSpPr bwMode="auto">
          <a:xfrm>
            <a:off x="5410200" y="4789488"/>
            <a:ext cx="3192463" cy="1349375"/>
            <a:chOff x="1574" y="2330"/>
            <a:chExt cx="2011" cy="850"/>
          </a:xfrm>
        </p:grpSpPr>
        <p:grpSp>
          <p:nvGrpSpPr>
            <p:cNvPr id="24583" name="Group 19">
              <a:extLst>
                <a:ext uri="{FF2B5EF4-FFF2-40B4-BE49-F238E27FC236}">
                  <a16:creationId xmlns:a16="http://schemas.microsoft.com/office/drawing/2014/main" id="{8C6A8DDA-7765-1F23-C7AC-0609CFF0B6ED}"/>
                </a:ext>
              </a:extLst>
            </p:cNvPr>
            <p:cNvGrpSpPr>
              <a:grpSpLocks/>
            </p:cNvGrpSpPr>
            <p:nvPr/>
          </p:nvGrpSpPr>
          <p:grpSpPr bwMode="auto">
            <a:xfrm>
              <a:off x="2008" y="2565"/>
              <a:ext cx="1194" cy="327"/>
              <a:chOff x="2008" y="2565"/>
              <a:chExt cx="1194" cy="327"/>
            </a:xfrm>
          </p:grpSpPr>
          <p:sp>
            <p:nvSpPr>
              <p:cNvPr id="24585" name="Text Box 20">
                <a:extLst>
                  <a:ext uri="{FF2B5EF4-FFF2-40B4-BE49-F238E27FC236}">
                    <a16:creationId xmlns:a16="http://schemas.microsoft.com/office/drawing/2014/main" id="{0BAF2A4F-8F92-36FA-4EBF-138716FAD275}"/>
                  </a:ext>
                </a:extLst>
              </p:cNvPr>
              <p:cNvSpPr txBox="1">
                <a:spLocks noChangeArrowheads="1"/>
              </p:cNvSpPr>
              <p:nvPr/>
            </p:nvSpPr>
            <p:spPr bwMode="auto">
              <a:xfrm>
                <a:off x="2008" y="2565"/>
                <a:ext cx="119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800">
                    <a:solidFill>
                      <a:srgbClr val="FF6600"/>
                    </a:solidFill>
                    <a:latin typeface="Times New Roman" panose="02020603050405020304" pitchFamily="18" charset="0"/>
                  </a:rPr>
                  <a:t>xy.0 | x(z).0</a:t>
                </a:r>
              </a:p>
            </p:txBody>
          </p:sp>
          <p:sp>
            <p:nvSpPr>
              <p:cNvPr id="24586" name="Line 21">
                <a:extLst>
                  <a:ext uri="{FF2B5EF4-FFF2-40B4-BE49-F238E27FC236}">
                    <a16:creationId xmlns:a16="http://schemas.microsoft.com/office/drawing/2014/main" id="{075B384A-EAF1-1407-213C-B9CFF8F4A415}"/>
                  </a:ext>
                </a:extLst>
              </p:cNvPr>
              <p:cNvSpPr>
                <a:spLocks noChangeShapeType="1"/>
              </p:cNvSpPr>
              <p:nvPr/>
            </p:nvSpPr>
            <p:spPr bwMode="auto">
              <a:xfrm>
                <a:off x="2049" y="2665"/>
                <a:ext cx="11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24584" name="Rectangle 22">
              <a:extLst>
                <a:ext uri="{FF2B5EF4-FFF2-40B4-BE49-F238E27FC236}">
                  <a16:creationId xmlns:a16="http://schemas.microsoft.com/office/drawing/2014/main" id="{928D8F5D-F8DB-A9FA-BB57-4552DA8F969F}"/>
                </a:ext>
              </a:extLst>
            </p:cNvPr>
            <p:cNvSpPr>
              <a:spLocks noChangeArrowheads="1"/>
            </p:cNvSpPr>
            <p:nvPr/>
          </p:nvSpPr>
          <p:spPr bwMode="auto">
            <a:xfrm>
              <a:off x="1574" y="2330"/>
              <a:ext cx="2011" cy="8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grpSp>
      <p:sp>
        <p:nvSpPr>
          <p:cNvPr id="24581" name="Footer Placeholder 1">
            <a:extLst>
              <a:ext uri="{FF2B5EF4-FFF2-40B4-BE49-F238E27FC236}">
                <a16:creationId xmlns:a16="http://schemas.microsoft.com/office/drawing/2014/main" id="{7DE5AE30-C9D6-8981-F343-DE8A816A3609}"/>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200">
                <a:solidFill>
                  <a:srgbClr val="898989"/>
                </a:solidFill>
              </a:rPr>
              <a:t>Introduction to Pi-Calculus</a:t>
            </a:r>
          </a:p>
        </p:txBody>
      </p:sp>
      <p:sp>
        <p:nvSpPr>
          <p:cNvPr id="24582" name="Slide Number Placeholder 2">
            <a:extLst>
              <a:ext uri="{FF2B5EF4-FFF2-40B4-BE49-F238E27FC236}">
                <a16:creationId xmlns:a16="http://schemas.microsoft.com/office/drawing/2014/main" id="{BB139E7E-6A5C-AF69-F3C3-D533347BBB2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DD45E61-BA23-4844-B635-169832FED8E5}" type="slidenum">
              <a:rPr lang="en-US" altLang="en-US" sz="1200">
                <a:solidFill>
                  <a:srgbClr val="898989"/>
                </a:solidFill>
              </a:rPr>
              <a:pPr eaLnBrk="1" hangingPunct="1"/>
              <a:t>9</a:t>
            </a:fld>
            <a:endParaRPr lang="en-US" altLang="en-US" sz="1200">
              <a:solidFill>
                <a:srgbClr val="898989"/>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a16="http://schemas.microsoft.com/office/drawing/2014/main" id="{5BA7B410-DBE1-462A-5452-9300D9B3866A}"/>
              </a:ext>
            </a:extLst>
          </p:cNvPr>
          <p:cNvSpPr>
            <a:spLocks noGrp="1" noChangeArrowheads="1"/>
          </p:cNvSpPr>
          <p:nvPr>
            <p:ph type="title"/>
          </p:nvPr>
        </p:nvSpPr>
        <p:spPr/>
        <p:txBody>
          <a:bodyPr/>
          <a:lstStyle/>
          <a:p>
            <a:pPr eaLnBrk="1" hangingPunct="1"/>
            <a:r>
              <a:rPr lang="en-US" altLang="en-US" sz="4000">
                <a:solidFill>
                  <a:srgbClr val="2402EE"/>
                </a:solidFill>
                <a:ea typeface="ＭＳ Ｐゴシック" panose="020B0600070205080204" pitchFamily="34" charset="-128"/>
              </a:rPr>
              <a:t>Binding Names on Input</a:t>
            </a:r>
          </a:p>
        </p:txBody>
      </p:sp>
      <p:grpSp>
        <p:nvGrpSpPr>
          <p:cNvPr id="25602" name="Group 3">
            <a:extLst>
              <a:ext uri="{FF2B5EF4-FFF2-40B4-BE49-F238E27FC236}">
                <a16:creationId xmlns:a16="http://schemas.microsoft.com/office/drawing/2014/main" id="{7BBB8DBC-C20F-5398-5F6B-F22BCF3EA610}"/>
              </a:ext>
            </a:extLst>
          </p:cNvPr>
          <p:cNvGrpSpPr>
            <a:grpSpLocks/>
          </p:cNvGrpSpPr>
          <p:nvPr/>
        </p:nvGrpSpPr>
        <p:grpSpPr bwMode="auto">
          <a:xfrm>
            <a:off x="723900" y="3533775"/>
            <a:ext cx="3798888" cy="2084388"/>
            <a:chOff x="1164" y="1248"/>
            <a:chExt cx="2393" cy="1313"/>
          </a:xfrm>
        </p:grpSpPr>
        <p:sp>
          <p:nvSpPr>
            <p:cNvPr id="25620" name="Text Box 4">
              <a:extLst>
                <a:ext uri="{FF2B5EF4-FFF2-40B4-BE49-F238E27FC236}">
                  <a16:creationId xmlns:a16="http://schemas.microsoft.com/office/drawing/2014/main" id="{80978EA0-01C1-CEB6-E101-1C7472658218}"/>
                </a:ext>
              </a:extLst>
            </p:cNvPr>
            <p:cNvSpPr txBox="1">
              <a:spLocks noChangeArrowheads="1"/>
            </p:cNvSpPr>
            <p:nvPr/>
          </p:nvSpPr>
          <p:spPr bwMode="auto">
            <a:xfrm>
              <a:off x="1778" y="1661"/>
              <a:ext cx="177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800">
                  <a:latin typeface="Times New Roman" panose="02020603050405020304" pitchFamily="18" charset="0"/>
                </a:rPr>
                <a:t>x(u). …u….u…..u</a:t>
              </a:r>
            </a:p>
          </p:txBody>
        </p:sp>
        <p:sp>
          <p:nvSpPr>
            <p:cNvPr id="25621" name="Text Box 5">
              <a:extLst>
                <a:ext uri="{FF2B5EF4-FFF2-40B4-BE49-F238E27FC236}">
                  <a16:creationId xmlns:a16="http://schemas.microsoft.com/office/drawing/2014/main" id="{4226BD3A-F605-9C55-90D5-60683A027462}"/>
                </a:ext>
              </a:extLst>
            </p:cNvPr>
            <p:cNvSpPr txBox="1">
              <a:spLocks noChangeArrowheads="1"/>
            </p:cNvSpPr>
            <p:nvPr/>
          </p:nvSpPr>
          <p:spPr bwMode="auto">
            <a:xfrm>
              <a:off x="1164" y="1248"/>
              <a:ext cx="21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800">
                  <a:latin typeface="Times New Roman" panose="02020603050405020304" pitchFamily="18" charset="0"/>
                </a:rPr>
                <a:t>z</a:t>
              </a:r>
            </a:p>
          </p:txBody>
        </p:sp>
        <p:grpSp>
          <p:nvGrpSpPr>
            <p:cNvPr id="25622" name="Group 6">
              <a:extLst>
                <a:ext uri="{FF2B5EF4-FFF2-40B4-BE49-F238E27FC236}">
                  <a16:creationId xmlns:a16="http://schemas.microsoft.com/office/drawing/2014/main" id="{68D9FAE5-188C-80DB-CA48-F3774A12A4FE}"/>
                </a:ext>
              </a:extLst>
            </p:cNvPr>
            <p:cNvGrpSpPr>
              <a:grpSpLocks/>
            </p:cNvGrpSpPr>
            <p:nvPr/>
          </p:nvGrpSpPr>
          <p:grpSpPr bwMode="auto">
            <a:xfrm>
              <a:off x="1371" y="1434"/>
              <a:ext cx="702" cy="312"/>
              <a:chOff x="1371" y="1434"/>
              <a:chExt cx="702" cy="312"/>
            </a:xfrm>
          </p:grpSpPr>
          <p:sp>
            <p:nvSpPr>
              <p:cNvPr id="25629" name="Line 7">
                <a:extLst>
                  <a:ext uri="{FF2B5EF4-FFF2-40B4-BE49-F238E27FC236}">
                    <a16:creationId xmlns:a16="http://schemas.microsoft.com/office/drawing/2014/main" id="{F9A4C12C-3195-927A-DA7B-2A082E8E2C22}"/>
                  </a:ext>
                </a:extLst>
              </p:cNvPr>
              <p:cNvSpPr>
                <a:spLocks noChangeShapeType="1"/>
              </p:cNvSpPr>
              <p:nvPr/>
            </p:nvSpPr>
            <p:spPr bwMode="auto">
              <a:xfrm>
                <a:off x="1371" y="1442"/>
                <a:ext cx="70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630" name="Line 8">
                <a:extLst>
                  <a:ext uri="{FF2B5EF4-FFF2-40B4-BE49-F238E27FC236}">
                    <a16:creationId xmlns:a16="http://schemas.microsoft.com/office/drawing/2014/main" id="{45AE0570-33C3-DF8F-AE12-2A37DDB0C322}"/>
                  </a:ext>
                </a:extLst>
              </p:cNvPr>
              <p:cNvSpPr>
                <a:spLocks noChangeShapeType="1"/>
              </p:cNvSpPr>
              <p:nvPr/>
            </p:nvSpPr>
            <p:spPr bwMode="auto">
              <a:xfrm>
                <a:off x="2073" y="1434"/>
                <a:ext cx="0" cy="3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sp>
          <p:nvSpPr>
            <p:cNvPr id="25623" name="Text Box 9">
              <a:extLst>
                <a:ext uri="{FF2B5EF4-FFF2-40B4-BE49-F238E27FC236}">
                  <a16:creationId xmlns:a16="http://schemas.microsoft.com/office/drawing/2014/main" id="{2743007B-AEB8-939C-2A2C-5BAB0F3D9CFF}"/>
                </a:ext>
              </a:extLst>
            </p:cNvPr>
            <p:cNvSpPr txBox="1">
              <a:spLocks noChangeArrowheads="1"/>
            </p:cNvSpPr>
            <p:nvPr/>
          </p:nvSpPr>
          <p:spPr bwMode="auto">
            <a:xfrm>
              <a:off x="2480" y="2229"/>
              <a:ext cx="21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800">
                  <a:latin typeface="Times New Roman" panose="02020603050405020304" pitchFamily="18" charset="0"/>
                </a:rPr>
                <a:t>z</a:t>
              </a:r>
            </a:p>
          </p:txBody>
        </p:sp>
        <p:sp>
          <p:nvSpPr>
            <p:cNvPr id="25624" name="Text Box 10">
              <a:extLst>
                <a:ext uri="{FF2B5EF4-FFF2-40B4-BE49-F238E27FC236}">
                  <a16:creationId xmlns:a16="http://schemas.microsoft.com/office/drawing/2014/main" id="{E39E1FD7-E670-4FCA-EBE3-16AD528562B5}"/>
                </a:ext>
              </a:extLst>
            </p:cNvPr>
            <p:cNvSpPr txBox="1">
              <a:spLocks noChangeArrowheads="1"/>
            </p:cNvSpPr>
            <p:nvPr/>
          </p:nvSpPr>
          <p:spPr bwMode="auto">
            <a:xfrm>
              <a:off x="2858" y="2230"/>
              <a:ext cx="21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800">
                  <a:latin typeface="Times New Roman" panose="02020603050405020304" pitchFamily="18" charset="0"/>
                </a:rPr>
                <a:t>z</a:t>
              </a:r>
            </a:p>
          </p:txBody>
        </p:sp>
        <p:sp>
          <p:nvSpPr>
            <p:cNvPr id="25625" name="Text Box 11">
              <a:extLst>
                <a:ext uri="{FF2B5EF4-FFF2-40B4-BE49-F238E27FC236}">
                  <a16:creationId xmlns:a16="http://schemas.microsoft.com/office/drawing/2014/main" id="{C80638DE-C6F4-CB15-803C-428B3C55789A}"/>
                </a:ext>
              </a:extLst>
            </p:cNvPr>
            <p:cNvSpPr txBox="1">
              <a:spLocks noChangeArrowheads="1"/>
            </p:cNvSpPr>
            <p:nvPr/>
          </p:nvSpPr>
          <p:spPr bwMode="auto">
            <a:xfrm>
              <a:off x="3342" y="2234"/>
              <a:ext cx="21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800">
                  <a:latin typeface="Times New Roman" panose="02020603050405020304" pitchFamily="18" charset="0"/>
                </a:rPr>
                <a:t>z</a:t>
              </a:r>
            </a:p>
          </p:txBody>
        </p:sp>
        <p:sp>
          <p:nvSpPr>
            <p:cNvPr id="25626" name="Line 12">
              <a:extLst>
                <a:ext uri="{FF2B5EF4-FFF2-40B4-BE49-F238E27FC236}">
                  <a16:creationId xmlns:a16="http://schemas.microsoft.com/office/drawing/2014/main" id="{6AEF9C6F-229D-2E14-EEBD-E3D0F25556F0}"/>
                </a:ext>
              </a:extLst>
            </p:cNvPr>
            <p:cNvSpPr>
              <a:spLocks noChangeShapeType="1"/>
            </p:cNvSpPr>
            <p:nvPr/>
          </p:nvSpPr>
          <p:spPr bwMode="auto">
            <a:xfrm flipV="1">
              <a:off x="2603" y="1964"/>
              <a:ext cx="0" cy="33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5627" name="Line 13">
              <a:extLst>
                <a:ext uri="{FF2B5EF4-FFF2-40B4-BE49-F238E27FC236}">
                  <a16:creationId xmlns:a16="http://schemas.microsoft.com/office/drawing/2014/main" id="{708D9CCF-0C67-532E-C5D7-BC8178104F6A}"/>
                </a:ext>
              </a:extLst>
            </p:cNvPr>
            <p:cNvSpPr>
              <a:spLocks noChangeShapeType="1"/>
            </p:cNvSpPr>
            <p:nvPr/>
          </p:nvSpPr>
          <p:spPr bwMode="auto">
            <a:xfrm flipV="1">
              <a:off x="3448" y="1944"/>
              <a:ext cx="0" cy="33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5628" name="Line 14">
              <a:extLst>
                <a:ext uri="{FF2B5EF4-FFF2-40B4-BE49-F238E27FC236}">
                  <a16:creationId xmlns:a16="http://schemas.microsoft.com/office/drawing/2014/main" id="{8C4E73A5-7259-C758-801E-A88751636131}"/>
                </a:ext>
              </a:extLst>
            </p:cNvPr>
            <p:cNvSpPr>
              <a:spLocks noChangeShapeType="1"/>
            </p:cNvSpPr>
            <p:nvPr/>
          </p:nvSpPr>
          <p:spPr bwMode="auto">
            <a:xfrm flipV="1">
              <a:off x="2982" y="1930"/>
              <a:ext cx="0" cy="33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sp>
        <p:nvSpPr>
          <p:cNvPr id="24580" name="Text Box 15">
            <a:extLst>
              <a:ext uri="{FF2B5EF4-FFF2-40B4-BE49-F238E27FC236}">
                <a16:creationId xmlns:a16="http://schemas.microsoft.com/office/drawing/2014/main" id="{83060B07-7565-7BFF-376A-4C9F8FA4C67A}"/>
              </a:ext>
            </a:extLst>
          </p:cNvPr>
          <p:cNvSpPr txBox="1">
            <a:spLocks noChangeArrowheads="1"/>
          </p:cNvSpPr>
          <p:nvPr/>
        </p:nvSpPr>
        <p:spPr bwMode="auto">
          <a:xfrm>
            <a:off x="503238" y="1824038"/>
            <a:ext cx="8183562" cy="15684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spAutoFit/>
          </a:bodyPr>
          <a:lstStyle>
            <a:lvl1pPr>
              <a:defRPr>
                <a:solidFill>
                  <a:schemeClr val="tx1"/>
                </a:solidFill>
                <a:latin typeface="Calibri" charset="0"/>
                <a:ea typeface="ＭＳ Ｐゴシック" charset="-128"/>
              </a:defRPr>
            </a:lvl1pPr>
            <a:lvl2pPr marL="37931725" indent="-37474525">
              <a:defRPr>
                <a:solidFill>
                  <a:schemeClr val="tx1"/>
                </a:solidFill>
                <a:latin typeface="Calibri" charset="0"/>
                <a:ea typeface="ＭＳ Ｐゴシック" charset="-128"/>
              </a:defRPr>
            </a:lvl2pPr>
            <a:lvl3pPr>
              <a:defRPr>
                <a:solidFill>
                  <a:schemeClr val="tx1"/>
                </a:solidFill>
                <a:latin typeface="Calibri" charset="0"/>
                <a:ea typeface="ＭＳ Ｐゴシック" charset="-128"/>
              </a:defRPr>
            </a:lvl3pPr>
            <a:lvl4pPr>
              <a:defRPr>
                <a:solidFill>
                  <a:schemeClr val="tx1"/>
                </a:solidFill>
                <a:latin typeface="Calibri" charset="0"/>
                <a:ea typeface="ＭＳ Ｐゴシック" charset="-128"/>
              </a:defRPr>
            </a:lvl4pPr>
            <a:lvl5pPr>
              <a:defRPr>
                <a:solidFill>
                  <a:schemeClr val="tx1"/>
                </a:solidFill>
                <a:latin typeface="Calibri" charset="0"/>
                <a:ea typeface="ＭＳ Ｐゴシック" charset="-128"/>
              </a:defRPr>
            </a:lvl5pPr>
            <a:lvl6pPr marL="457200" fontAlgn="base">
              <a:spcBef>
                <a:spcPct val="0"/>
              </a:spcBef>
              <a:spcAft>
                <a:spcPct val="0"/>
              </a:spcAft>
              <a:defRPr>
                <a:solidFill>
                  <a:schemeClr val="tx1"/>
                </a:solidFill>
                <a:latin typeface="Calibri" charset="0"/>
                <a:ea typeface="ＭＳ Ｐゴシック" charset="-128"/>
              </a:defRPr>
            </a:lvl6pPr>
            <a:lvl7pPr marL="914400" fontAlgn="base">
              <a:spcBef>
                <a:spcPct val="0"/>
              </a:spcBef>
              <a:spcAft>
                <a:spcPct val="0"/>
              </a:spcAft>
              <a:defRPr>
                <a:solidFill>
                  <a:schemeClr val="tx1"/>
                </a:solidFill>
                <a:latin typeface="Calibri" charset="0"/>
                <a:ea typeface="ＭＳ Ｐゴシック" charset="-128"/>
              </a:defRPr>
            </a:lvl7pPr>
            <a:lvl8pPr marL="1371600" fontAlgn="base">
              <a:spcBef>
                <a:spcPct val="0"/>
              </a:spcBef>
              <a:spcAft>
                <a:spcPct val="0"/>
              </a:spcAft>
              <a:defRPr>
                <a:solidFill>
                  <a:schemeClr val="tx1"/>
                </a:solidFill>
                <a:latin typeface="Calibri" charset="0"/>
                <a:ea typeface="ＭＳ Ｐゴシック" charset="-128"/>
              </a:defRPr>
            </a:lvl8pPr>
            <a:lvl9pPr marL="1828800" fontAlgn="base">
              <a:spcBef>
                <a:spcPct val="0"/>
              </a:spcBef>
              <a:spcAft>
                <a:spcPct val="0"/>
              </a:spcAft>
              <a:defRPr>
                <a:solidFill>
                  <a:schemeClr val="tx1"/>
                </a:solidFill>
                <a:latin typeface="Calibri" charset="0"/>
                <a:ea typeface="ＭＳ Ｐゴシック" charset="-128"/>
              </a:defRPr>
            </a:lvl9pPr>
          </a:lstStyle>
          <a:p>
            <a:pPr>
              <a:spcBef>
                <a:spcPct val="20000"/>
              </a:spcBef>
              <a:defRPr/>
            </a:pPr>
            <a:r>
              <a:rPr lang="en-US" altLang="en-US" sz="2400" dirty="0">
                <a:latin typeface="+mn-lt"/>
              </a:rPr>
              <a:t>When an input command is a prefix to a process description, the actual name received on an input port replaces in the body of the process description the formal name used in the input command.</a:t>
            </a:r>
          </a:p>
        </p:txBody>
      </p:sp>
      <p:grpSp>
        <p:nvGrpSpPr>
          <p:cNvPr id="25604" name="Group 16">
            <a:extLst>
              <a:ext uri="{FF2B5EF4-FFF2-40B4-BE49-F238E27FC236}">
                <a16:creationId xmlns:a16="http://schemas.microsoft.com/office/drawing/2014/main" id="{E44AA533-390B-3607-6FC6-9047B8B2589D}"/>
              </a:ext>
            </a:extLst>
          </p:cNvPr>
          <p:cNvGrpSpPr>
            <a:grpSpLocks/>
          </p:cNvGrpSpPr>
          <p:nvPr/>
        </p:nvGrpSpPr>
        <p:grpSpPr bwMode="auto">
          <a:xfrm>
            <a:off x="5703888" y="4337050"/>
            <a:ext cx="2449512" cy="1838325"/>
            <a:chOff x="3546" y="1932"/>
            <a:chExt cx="1543" cy="1114"/>
          </a:xfrm>
        </p:grpSpPr>
        <p:cxnSp>
          <p:nvCxnSpPr>
            <p:cNvPr id="25612" name="AutoShape 17">
              <a:extLst>
                <a:ext uri="{FF2B5EF4-FFF2-40B4-BE49-F238E27FC236}">
                  <a16:creationId xmlns:a16="http://schemas.microsoft.com/office/drawing/2014/main" id="{8CA81AB2-6043-F4C1-6A64-827BC562DB08}"/>
                </a:ext>
              </a:extLst>
            </p:cNvPr>
            <p:cNvCxnSpPr>
              <a:cxnSpLocks noChangeShapeType="1"/>
              <a:stCxn id="25617" idx="2"/>
              <a:endCxn id="25615" idx="0"/>
            </p:cNvCxnSpPr>
            <p:nvPr/>
          </p:nvCxnSpPr>
          <p:spPr bwMode="auto">
            <a:xfrm flipH="1">
              <a:off x="4315" y="2259"/>
              <a:ext cx="3" cy="46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grpSp>
          <p:nvGrpSpPr>
            <p:cNvPr id="25613" name="Group 18">
              <a:extLst>
                <a:ext uri="{FF2B5EF4-FFF2-40B4-BE49-F238E27FC236}">
                  <a16:creationId xmlns:a16="http://schemas.microsoft.com/office/drawing/2014/main" id="{EB5F8734-87AA-0BB3-F702-BDBD73F6B45C}"/>
                </a:ext>
              </a:extLst>
            </p:cNvPr>
            <p:cNvGrpSpPr>
              <a:grpSpLocks/>
            </p:cNvGrpSpPr>
            <p:nvPr/>
          </p:nvGrpSpPr>
          <p:grpSpPr bwMode="auto">
            <a:xfrm>
              <a:off x="3546" y="1932"/>
              <a:ext cx="1543" cy="327"/>
              <a:chOff x="3546" y="1932"/>
              <a:chExt cx="1543" cy="327"/>
            </a:xfrm>
          </p:grpSpPr>
          <p:sp>
            <p:nvSpPr>
              <p:cNvPr id="25617" name="Text Box 19">
                <a:extLst>
                  <a:ext uri="{FF2B5EF4-FFF2-40B4-BE49-F238E27FC236}">
                    <a16:creationId xmlns:a16="http://schemas.microsoft.com/office/drawing/2014/main" id="{E16C5401-DAB3-F307-C34D-E6DE1F0B30E3}"/>
                  </a:ext>
                </a:extLst>
              </p:cNvPr>
              <p:cNvSpPr txBox="1">
                <a:spLocks noChangeArrowheads="1"/>
              </p:cNvSpPr>
              <p:nvPr/>
            </p:nvSpPr>
            <p:spPr bwMode="auto">
              <a:xfrm>
                <a:off x="3546" y="1932"/>
                <a:ext cx="15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800">
                    <a:latin typeface="Times New Roman" panose="02020603050405020304" pitchFamily="18" charset="0"/>
                  </a:rPr>
                  <a:t>xy.0 | x(u).uv.0 </a:t>
                </a:r>
              </a:p>
            </p:txBody>
          </p:sp>
          <p:sp>
            <p:nvSpPr>
              <p:cNvPr id="25618" name="Line 20">
                <a:extLst>
                  <a:ext uri="{FF2B5EF4-FFF2-40B4-BE49-F238E27FC236}">
                    <a16:creationId xmlns:a16="http://schemas.microsoft.com/office/drawing/2014/main" id="{E7E0C604-08CA-2411-0FBA-765583B0E5F3}"/>
                  </a:ext>
                </a:extLst>
              </p:cNvPr>
              <p:cNvSpPr>
                <a:spLocks noChangeShapeType="1"/>
              </p:cNvSpPr>
              <p:nvPr/>
            </p:nvSpPr>
            <p:spPr bwMode="auto">
              <a:xfrm>
                <a:off x="4583" y="2036"/>
                <a:ext cx="1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619" name="Line 21">
                <a:extLst>
                  <a:ext uri="{FF2B5EF4-FFF2-40B4-BE49-F238E27FC236}">
                    <a16:creationId xmlns:a16="http://schemas.microsoft.com/office/drawing/2014/main" id="{34C58C70-6565-E80A-1551-93A6A575B76A}"/>
                  </a:ext>
                </a:extLst>
              </p:cNvPr>
              <p:cNvSpPr>
                <a:spLocks noChangeShapeType="1"/>
              </p:cNvSpPr>
              <p:nvPr/>
            </p:nvSpPr>
            <p:spPr bwMode="auto">
              <a:xfrm>
                <a:off x="3593" y="2042"/>
                <a:ext cx="1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5614" name="Group 22">
              <a:extLst>
                <a:ext uri="{FF2B5EF4-FFF2-40B4-BE49-F238E27FC236}">
                  <a16:creationId xmlns:a16="http://schemas.microsoft.com/office/drawing/2014/main" id="{551A0018-A3D2-957C-F408-A7365AE635B5}"/>
                </a:ext>
              </a:extLst>
            </p:cNvPr>
            <p:cNvGrpSpPr>
              <a:grpSpLocks/>
            </p:cNvGrpSpPr>
            <p:nvPr/>
          </p:nvGrpSpPr>
          <p:grpSpPr bwMode="auto">
            <a:xfrm>
              <a:off x="3926" y="2719"/>
              <a:ext cx="777" cy="327"/>
              <a:chOff x="3934" y="2719"/>
              <a:chExt cx="777" cy="327"/>
            </a:xfrm>
          </p:grpSpPr>
          <p:sp>
            <p:nvSpPr>
              <p:cNvPr id="25615" name="Text Box 23">
                <a:extLst>
                  <a:ext uri="{FF2B5EF4-FFF2-40B4-BE49-F238E27FC236}">
                    <a16:creationId xmlns:a16="http://schemas.microsoft.com/office/drawing/2014/main" id="{146DCD3E-BEA4-FD83-AEC0-B0B03BCB3E4B}"/>
                  </a:ext>
                </a:extLst>
              </p:cNvPr>
              <p:cNvSpPr txBox="1">
                <a:spLocks noChangeArrowheads="1"/>
              </p:cNvSpPr>
              <p:nvPr/>
            </p:nvSpPr>
            <p:spPr bwMode="auto">
              <a:xfrm>
                <a:off x="3934" y="2719"/>
                <a:ext cx="77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800">
                    <a:latin typeface="Times New Roman" panose="02020603050405020304" pitchFamily="18" charset="0"/>
                  </a:rPr>
                  <a:t>0 | yv.0</a:t>
                </a:r>
              </a:p>
            </p:txBody>
          </p:sp>
          <p:sp>
            <p:nvSpPr>
              <p:cNvPr id="25616" name="Line 24">
                <a:extLst>
                  <a:ext uri="{FF2B5EF4-FFF2-40B4-BE49-F238E27FC236}">
                    <a16:creationId xmlns:a16="http://schemas.microsoft.com/office/drawing/2014/main" id="{54A0AECB-57B3-873A-451E-684378D9A9DC}"/>
                  </a:ext>
                </a:extLst>
              </p:cNvPr>
              <p:cNvSpPr>
                <a:spLocks noChangeShapeType="1"/>
              </p:cNvSpPr>
              <p:nvPr/>
            </p:nvSpPr>
            <p:spPr bwMode="auto">
              <a:xfrm>
                <a:off x="4253" y="2834"/>
                <a:ext cx="1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sp>
        <p:nvSpPr>
          <p:cNvPr id="25605" name="Freeform 25">
            <a:extLst>
              <a:ext uri="{FF2B5EF4-FFF2-40B4-BE49-F238E27FC236}">
                <a16:creationId xmlns:a16="http://schemas.microsoft.com/office/drawing/2014/main" id="{978DA6FC-1DFF-AD5D-6459-25C2533129B2}"/>
              </a:ext>
            </a:extLst>
          </p:cNvPr>
          <p:cNvSpPr>
            <a:spLocks/>
          </p:cNvSpPr>
          <p:nvPr/>
        </p:nvSpPr>
        <p:spPr bwMode="auto">
          <a:xfrm>
            <a:off x="6062663" y="4024313"/>
            <a:ext cx="989012" cy="519112"/>
          </a:xfrm>
          <a:custGeom>
            <a:avLst/>
            <a:gdLst>
              <a:gd name="T0" fmla="*/ 0 w 623"/>
              <a:gd name="T1" fmla="*/ 2147483647 h 315"/>
              <a:gd name="T2" fmla="*/ 2147483647 w 623"/>
              <a:gd name="T3" fmla="*/ 2147483647 h 315"/>
              <a:gd name="T4" fmla="*/ 2147483647 w 623"/>
              <a:gd name="T5" fmla="*/ 2147483647 h 315"/>
              <a:gd name="T6" fmla="*/ 0 60000 65536"/>
              <a:gd name="T7" fmla="*/ 0 60000 65536"/>
              <a:gd name="T8" fmla="*/ 0 60000 65536"/>
              <a:gd name="T9" fmla="*/ 0 w 623"/>
              <a:gd name="T10" fmla="*/ 0 h 315"/>
              <a:gd name="T11" fmla="*/ 623 w 623"/>
              <a:gd name="T12" fmla="*/ 315 h 315"/>
            </a:gdLst>
            <a:ahLst/>
            <a:cxnLst>
              <a:cxn ang="T6">
                <a:pos x="T0" y="T1"/>
              </a:cxn>
              <a:cxn ang="T7">
                <a:pos x="T2" y="T3"/>
              </a:cxn>
              <a:cxn ang="T8">
                <a:pos x="T4" y="T5"/>
              </a:cxn>
            </a:cxnLst>
            <a:rect l="T9" t="T10" r="T11" b="T12"/>
            <a:pathLst>
              <a:path w="623" h="315">
                <a:moveTo>
                  <a:pt x="0" y="299"/>
                </a:moveTo>
                <a:cubicBezTo>
                  <a:pt x="107" y="149"/>
                  <a:pt x="215" y="0"/>
                  <a:pt x="319" y="3"/>
                </a:cubicBezTo>
                <a:cubicBezTo>
                  <a:pt x="423" y="6"/>
                  <a:pt x="572" y="263"/>
                  <a:pt x="623" y="315"/>
                </a:cubicBezTo>
              </a:path>
            </a:pathLst>
          </a:custGeom>
          <a:noFill/>
          <a:ln w="952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5606" name="Freeform 26">
            <a:extLst>
              <a:ext uri="{FF2B5EF4-FFF2-40B4-BE49-F238E27FC236}">
                <a16:creationId xmlns:a16="http://schemas.microsoft.com/office/drawing/2014/main" id="{08190C05-8D82-0F07-A3CF-5C6A17E1AC9D}"/>
              </a:ext>
            </a:extLst>
          </p:cNvPr>
          <p:cNvSpPr>
            <a:spLocks/>
          </p:cNvSpPr>
          <p:nvPr/>
        </p:nvSpPr>
        <p:spPr bwMode="auto">
          <a:xfrm>
            <a:off x="7051675" y="4746625"/>
            <a:ext cx="384175" cy="361950"/>
          </a:xfrm>
          <a:custGeom>
            <a:avLst/>
            <a:gdLst>
              <a:gd name="T0" fmla="*/ 0 w 242"/>
              <a:gd name="T1" fmla="*/ 2147483647 h 219"/>
              <a:gd name="T2" fmla="*/ 2147483647 w 242"/>
              <a:gd name="T3" fmla="*/ 2147483647 h 219"/>
              <a:gd name="T4" fmla="*/ 2147483647 w 242"/>
              <a:gd name="T5" fmla="*/ 0 h 219"/>
              <a:gd name="T6" fmla="*/ 0 60000 65536"/>
              <a:gd name="T7" fmla="*/ 0 60000 65536"/>
              <a:gd name="T8" fmla="*/ 0 60000 65536"/>
              <a:gd name="T9" fmla="*/ 0 w 242"/>
              <a:gd name="T10" fmla="*/ 0 h 219"/>
              <a:gd name="T11" fmla="*/ 242 w 242"/>
              <a:gd name="T12" fmla="*/ 219 h 219"/>
            </a:gdLst>
            <a:ahLst/>
            <a:cxnLst>
              <a:cxn ang="T6">
                <a:pos x="T0" y="T1"/>
              </a:cxn>
              <a:cxn ang="T7">
                <a:pos x="T2" y="T3"/>
              </a:cxn>
              <a:cxn ang="T8">
                <a:pos x="T4" y="T5"/>
              </a:cxn>
            </a:cxnLst>
            <a:rect l="T9" t="T10" r="T11" b="T12"/>
            <a:pathLst>
              <a:path w="242" h="219">
                <a:moveTo>
                  <a:pt x="0" y="54"/>
                </a:moveTo>
                <a:cubicBezTo>
                  <a:pt x="50" y="136"/>
                  <a:pt x="100" y="219"/>
                  <a:pt x="140" y="210"/>
                </a:cubicBezTo>
                <a:cubicBezTo>
                  <a:pt x="180" y="201"/>
                  <a:pt x="211" y="100"/>
                  <a:pt x="242" y="0"/>
                </a:cubicBezTo>
              </a:path>
            </a:pathLst>
          </a:custGeom>
          <a:noFill/>
          <a:ln w="952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5607" name="Freeform 27">
            <a:extLst>
              <a:ext uri="{FF2B5EF4-FFF2-40B4-BE49-F238E27FC236}">
                <a16:creationId xmlns:a16="http://schemas.microsoft.com/office/drawing/2014/main" id="{1066E274-29A8-85D8-2247-F93E154BC56D}"/>
              </a:ext>
            </a:extLst>
          </p:cNvPr>
          <p:cNvSpPr>
            <a:spLocks/>
          </p:cNvSpPr>
          <p:nvPr/>
        </p:nvSpPr>
        <p:spPr bwMode="auto">
          <a:xfrm>
            <a:off x="2176463" y="4657725"/>
            <a:ext cx="779462" cy="1593850"/>
          </a:xfrm>
          <a:custGeom>
            <a:avLst/>
            <a:gdLst>
              <a:gd name="T0" fmla="*/ 0 w 491"/>
              <a:gd name="T1" fmla="*/ 0 h 1004"/>
              <a:gd name="T2" fmla="*/ 2147483647 w 491"/>
              <a:gd name="T3" fmla="*/ 2147483647 h 1004"/>
              <a:gd name="T4" fmla="*/ 2147483647 w 491"/>
              <a:gd name="T5" fmla="*/ 2147483647 h 1004"/>
              <a:gd name="T6" fmla="*/ 0 60000 65536"/>
              <a:gd name="T7" fmla="*/ 0 60000 65536"/>
              <a:gd name="T8" fmla="*/ 0 60000 65536"/>
              <a:gd name="T9" fmla="*/ 0 w 491"/>
              <a:gd name="T10" fmla="*/ 0 h 1004"/>
              <a:gd name="T11" fmla="*/ 491 w 491"/>
              <a:gd name="T12" fmla="*/ 1004 h 1004"/>
            </a:gdLst>
            <a:ahLst/>
            <a:cxnLst>
              <a:cxn ang="T6">
                <a:pos x="T0" y="T1"/>
              </a:cxn>
              <a:cxn ang="T7">
                <a:pos x="T2" y="T3"/>
              </a:cxn>
              <a:cxn ang="T8">
                <a:pos x="T4" y="T5"/>
              </a:cxn>
            </a:cxnLst>
            <a:rect l="T9" t="T10" r="T11" b="T12"/>
            <a:pathLst>
              <a:path w="491" h="1004">
                <a:moveTo>
                  <a:pt x="0" y="0"/>
                </a:moveTo>
                <a:cubicBezTo>
                  <a:pt x="37" y="402"/>
                  <a:pt x="74" y="804"/>
                  <a:pt x="156" y="904"/>
                </a:cubicBezTo>
                <a:cubicBezTo>
                  <a:pt x="238" y="1004"/>
                  <a:pt x="364" y="802"/>
                  <a:pt x="491" y="600"/>
                </a:cubicBezTo>
              </a:path>
            </a:pathLst>
          </a:custGeom>
          <a:noFill/>
          <a:ln w="952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5608" name="Freeform 28">
            <a:extLst>
              <a:ext uri="{FF2B5EF4-FFF2-40B4-BE49-F238E27FC236}">
                <a16:creationId xmlns:a16="http://schemas.microsoft.com/office/drawing/2014/main" id="{16DE33F7-B6D9-9676-B557-5B0FDDEA6A10}"/>
              </a:ext>
            </a:extLst>
          </p:cNvPr>
          <p:cNvSpPr>
            <a:spLocks/>
          </p:cNvSpPr>
          <p:nvPr/>
        </p:nvSpPr>
        <p:spPr bwMode="auto">
          <a:xfrm>
            <a:off x="2486025" y="5597525"/>
            <a:ext cx="1089025" cy="769938"/>
          </a:xfrm>
          <a:custGeom>
            <a:avLst/>
            <a:gdLst>
              <a:gd name="T0" fmla="*/ 0 w 686"/>
              <a:gd name="T1" fmla="*/ 2147483647 h 485"/>
              <a:gd name="T2" fmla="*/ 2147483647 w 686"/>
              <a:gd name="T3" fmla="*/ 2147483647 h 485"/>
              <a:gd name="T4" fmla="*/ 2147483647 w 686"/>
              <a:gd name="T5" fmla="*/ 0 h 485"/>
              <a:gd name="T6" fmla="*/ 0 60000 65536"/>
              <a:gd name="T7" fmla="*/ 0 60000 65536"/>
              <a:gd name="T8" fmla="*/ 0 60000 65536"/>
              <a:gd name="T9" fmla="*/ 0 w 686"/>
              <a:gd name="T10" fmla="*/ 0 h 485"/>
              <a:gd name="T11" fmla="*/ 686 w 686"/>
              <a:gd name="T12" fmla="*/ 485 h 485"/>
            </a:gdLst>
            <a:ahLst/>
            <a:cxnLst>
              <a:cxn ang="T6">
                <a:pos x="T0" y="T1"/>
              </a:cxn>
              <a:cxn ang="T7">
                <a:pos x="T2" y="T3"/>
              </a:cxn>
              <a:cxn ang="T8">
                <a:pos x="T4" y="T5"/>
              </a:cxn>
            </a:cxnLst>
            <a:rect l="T9" t="T10" r="T11" b="T12"/>
            <a:pathLst>
              <a:path w="686" h="485">
                <a:moveTo>
                  <a:pt x="0" y="335"/>
                </a:moveTo>
                <a:cubicBezTo>
                  <a:pt x="212" y="410"/>
                  <a:pt x="424" y="485"/>
                  <a:pt x="538" y="429"/>
                </a:cubicBezTo>
                <a:cubicBezTo>
                  <a:pt x="652" y="373"/>
                  <a:pt x="669" y="186"/>
                  <a:pt x="686" y="0"/>
                </a:cubicBezTo>
              </a:path>
            </a:pathLst>
          </a:custGeom>
          <a:noFill/>
          <a:ln w="952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5609" name="Freeform 29">
            <a:extLst>
              <a:ext uri="{FF2B5EF4-FFF2-40B4-BE49-F238E27FC236}">
                <a16:creationId xmlns:a16="http://schemas.microsoft.com/office/drawing/2014/main" id="{982DB970-D74A-0E3A-ABF6-82E221CB3A09}"/>
              </a:ext>
            </a:extLst>
          </p:cNvPr>
          <p:cNvSpPr>
            <a:spLocks/>
          </p:cNvSpPr>
          <p:nvPr/>
        </p:nvSpPr>
        <p:spPr bwMode="auto">
          <a:xfrm>
            <a:off x="3105150" y="5622925"/>
            <a:ext cx="1236663" cy="830263"/>
          </a:xfrm>
          <a:custGeom>
            <a:avLst/>
            <a:gdLst>
              <a:gd name="T0" fmla="*/ 0 w 779"/>
              <a:gd name="T1" fmla="*/ 2147483647 h 523"/>
              <a:gd name="T2" fmla="*/ 2147483647 w 779"/>
              <a:gd name="T3" fmla="*/ 2147483647 h 523"/>
              <a:gd name="T4" fmla="*/ 2147483647 w 779"/>
              <a:gd name="T5" fmla="*/ 0 h 523"/>
              <a:gd name="T6" fmla="*/ 0 60000 65536"/>
              <a:gd name="T7" fmla="*/ 0 60000 65536"/>
              <a:gd name="T8" fmla="*/ 0 60000 65536"/>
              <a:gd name="T9" fmla="*/ 0 w 779"/>
              <a:gd name="T10" fmla="*/ 0 h 523"/>
              <a:gd name="T11" fmla="*/ 779 w 779"/>
              <a:gd name="T12" fmla="*/ 523 h 523"/>
            </a:gdLst>
            <a:ahLst/>
            <a:cxnLst>
              <a:cxn ang="T6">
                <a:pos x="T0" y="T1"/>
              </a:cxn>
              <a:cxn ang="T7">
                <a:pos x="T2" y="T3"/>
              </a:cxn>
              <a:cxn ang="T8">
                <a:pos x="T4" y="T5"/>
              </a:cxn>
            </a:cxnLst>
            <a:rect l="T9" t="T10" r="T11" b="T12"/>
            <a:pathLst>
              <a:path w="779" h="523">
                <a:moveTo>
                  <a:pt x="0" y="429"/>
                </a:moveTo>
                <a:cubicBezTo>
                  <a:pt x="235" y="476"/>
                  <a:pt x="470" y="523"/>
                  <a:pt x="600" y="452"/>
                </a:cubicBezTo>
                <a:cubicBezTo>
                  <a:pt x="730" y="381"/>
                  <a:pt x="754" y="190"/>
                  <a:pt x="779" y="0"/>
                </a:cubicBezTo>
              </a:path>
            </a:pathLst>
          </a:custGeom>
          <a:noFill/>
          <a:ln w="952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5610" name="Footer Placeholder 1">
            <a:extLst>
              <a:ext uri="{FF2B5EF4-FFF2-40B4-BE49-F238E27FC236}">
                <a16:creationId xmlns:a16="http://schemas.microsoft.com/office/drawing/2014/main" id="{E9D65EFB-3F9D-6D79-64DB-235D4B5D8650}"/>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200">
                <a:solidFill>
                  <a:srgbClr val="898989"/>
                </a:solidFill>
              </a:rPr>
              <a:t>Introduction to Pi-Calculus</a:t>
            </a:r>
          </a:p>
        </p:txBody>
      </p:sp>
      <p:sp>
        <p:nvSpPr>
          <p:cNvPr id="25611" name="Slide Number Placeholder 2">
            <a:extLst>
              <a:ext uri="{FF2B5EF4-FFF2-40B4-BE49-F238E27FC236}">
                <a16:creationId xmlns:a16="http://schemas.microsoft.com/office/drawing/2014/main" id="{490F528B-5971-8538-C145-999D6DAF859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0EC85393-9D47-6E45-85A0-5A924D7B3E96}" type="slidenum">
              <a:rPr lang="en-US" altLang="en-US" sz="1200">
                <a:solidFill>
                  <a:srgbClr val="898989"/>
                </a:solidFill>
              </a:rPr>
              <a:pPr eaLnBrk="1" hangingPunct="1"/>
              <a:t>10</a:t>
            </a:fld>
            <a:endParaRPr lang="en-US" altLang="en-US" sz="1200">
              <a:solidFill>
                <a:srgbClr val="898989"/>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a:extLst>
              <a:ext uri="{FF2B5EF4-FFF2-40B4-BE49-F238E27FC236}">
                <a16:creationId xmlns:a16="http://schemas.microsoft.com/office/drawing/2014/main" id="{F8E0D905-E513-28D5-A3D2-D058DCB3ED5F}"/>
              </a:ext>
            </a:extLst>
          </p:cNvPr>
          <p:cNvSpPr>
            <a:spLocks noGrp="1" noChangeArrowheads="1"/>
          </p:cNvSpPr>
          <p:nvPr>
            <p:ph type="title"/>
          </p:nvPr>
        </p:nvSpPr>
        <p:spPr/>
        <p:txBody>
          <a:bodyPr/>
          <a:lstStyle/>
          <a:p>
            <a:pPr eaLnBrk="1" hangingPunct="1"/>
            <a:r>
              <a:rPr lang="en-US" altLang="en-US" sz="3600">
                <a:solidFill>
                  <a:srgbClr val="2402EE"/>
                </a:solidFill>
                <a:ea typeface="ＭＳ Ｐゴシック" panose="020B0600070205080204" pitchFamily="34" charset="-128"/>
              </a:rPr>
              <a:t>Semantics of Concurrent Communication</a:t>
            </a:r>
          </a:p>
        </p:txBody>
      </p:sp>
      <p:grpSp>
        <p:nvGrpSpPr>
          <p:cNvPr id="26626" name="Group 3">
            <a:extLst>
              <a:ext uri="{FF2B5EF4-FFF2-40B4-BE49-F238E27FC236}">
                <a16:creationId xmlns:a16="http://schemas.microsoft.com/office/drawing/2014/main" id="{B109FB17-DB85-1793-4431-478ACE90EED1}"/>
              </a:ext>
            </a:extLst>
          </p:cNvPr>
          <p:cNvGrpSpPr>
            <a:grpSpLocks/>
          </p:cNvGrpSpPr>
          <p:nvPr/>
        </p:nvGrpSpPr>
        <p:grpSpPr bwMode="auto">
          <a:xfrm>
            <a:off x="2674938" y="1625600"/>
            <a:ext cx="3211512" cy="519113"/>
            <a:chOff x="1607" y="1079"/>
            <a:chExt cx="2023" cy="327"/>
          </a:xfrm>
        </p:grpSpPr>
        <p:sp>
          <p:nvSpPr>
            <p:cNvPr id="26640" name="Text Box 4">
              <a:extLst>
                <a:ext uri="{FF2B5EF4-FFF2-40B4-BE49-F238E27FC236}">
                  <a16:creationId xmlns:a16="http://schemas.microsoft.com/office/drawing/2014/main" id="{1F796FF3-7693-5186-A3A7-54BF968F74E1}"/>
                </a:ext>
              </a:extLst>
            </p:cNvPr>
            <p:cNvSpPr txBox="1">
              <a:spLocks noChangeArrowheads="1"/>
            </p:cNvSpPr>
            <p:nvPr/>
          </p:nvSpPr>
          <p:spPr bwMode="auto">
            <a:xfrm>
              <a:off x="1607" y="1079"/>
              <a:ext cx="202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800">
                  <a:solidFill>
                    <a:srgbClr val="FF6600"/>
                  </a:solidFill>
                  <a:latin typeface="Times New Roman" panose="02020603050405020304" pitchFamily="18" charset="0"/>
                </a:rPr>
                <a:t>xy.0 | x(u).uv.0 | xz.0</a:t>
              </a:r>
            </a:p>
          </p:txBody>
        </p:sp>
        <p:sp>
          <p:nvSpPr>
            <p:cNvPr id="26641" name="Line 5">
              <a:extLst>
                <a:ext uri="{FF2B5EF4-FFF2-40B4-BE49-F238E27FC236}">
                  <a16:creationId xmlns:a16="http://schemas.microsoft.com/office/drawing/2014/main" id="{E7AA66B7-F44E-8E89-1923-C1759194BF6D}"/>
                </a:ext>
              </a:extLst>
            </p:cNvPr>
            <p:cNvSpPr>
              <a:spLocks noChangeShapeType="1"/>
            </p:cNvSpPr>
            <p:nvPr/>
          </p:nvSpPr>
          <p:spPr bwMode="auto">
            <a:xfrm>
              <a:off x="1652" y="1161"/>
              <a:ext cx="1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6642" name="Line 6">
              <a:extLst>
                <a:ext uri="{FF2B5EF4-FFF2-40B4-BE49-F238E27FC236}">
                  <a16:creationId xmlns:a16="http://schemas.microsoft.com/office/drawing/2014/main" id="{0AC80893-4C81-A235-2279-13C0C097A7CC}"/>
                </a:ext>
              </a:extLst>
            </p:cNvPr>
            <p:cNvSpPr>
              <a:spLocks noChangeShapeType="1"/>
            </p:cNvSpPr>
            <p:nvPr/>
          </p:nvSpPr>
          <p:spPr bwMode="auto">
            <a:xfrm>
              <a:off x="2636" y="1179"/>
              <a:ext cx="1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6643" name="Line 7">
              <a:extLst>
                <a:ext uri="{FF2B5EF4-FFF2-40B4-BE49-F238E27FC236}">
                  <a16:creationId xmlns:a16="http://schemas.microsoft.com/office/drawing/2014/main" id="{24629BAD-6CD5-11DC-8E8E-DC73C92FC039}"/>
                </a:ext>
              </a:extLst>
            </p:cNvPr>
            <p:cNvSpPr>
              <a:spLocks noChangeShapeType="1"/>
            </p:cNvSpPr>
            <p:nvPr/>
          </p:nvSpPr>
          <p:spPr bwMode="auto">
            <a:xfrm>
              <a:off x="3184" y="1166"/>
              <a:ext cx="1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6627" name="Group 8">
            <a:extLst>
              <a:ext uri="{FF2B5EF4-FFF2-40B4-BE49-F238E27FC236}">
                <a16:creationId xmlns:a16="http://schemas.microsoft.com/office/drawing/2014/main" id="{37B36760-E8DF-A1DC-0717-6737E25FF617}"/>
              </a:ext>
            </a:extLst>
          </p:cNvPr>
          <p:cNvGrpSpPr>
            <a:grpSpLocks/>
          </p:cNvGrpSpPr>
          <p:nvPr/>
        </p:nvGrpSpPr>
        <p:grpSpPr bwMode="auto">
          <a:xfrm>
            <a:off x="1285875" y="3340100"/>
            <a:ext cx="2084388" cy="519113"/>
            <a:chOff x="670" y="2058"/>
            <a:chExt cx="1313" cy="327"/>
          </a:xfrm>
        </p:grpSpPr>
        <p:sp>
          <p:nvSpPr>
            <p:cNvPr id="26637" name="Text Box 9">
              <a:extLst>
                <a:ext uri="{FF2B5EF4-FFF2-40B4-BE49-F238E27FC236}">
                  <a16:creationId xmlns:a16="http://schemas.microsoft.com/office/drawing/2014/main" id="{1CB0936E-AC7F-606D-FBD4-CE92D3418423}"/>
                </a:ext>
              </a:extLst>
            </p:cNvPr>
            <p:cNvSpPr txBox="1">
              <a:spLocks noChangeArrowheads="1"/>
            </p:cNvSpPr>
            <p:nvPr/>
          </p:nvSpPr>
          <p:spPr bwMode="auto">
            <a:xfrm>
              <a:off x="670" y="2058"/>
              <a:ext cx="131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800">
                  <a:solidFill>
                    <a:srgbClr val="FF6600"/>
                  </a:solidFill>
                  <a:latin typeface="Times New Roman" panose="02020603050405020304" pitchFamily="18" charset="0"/>
                </a:rPr>
                <a:t>0 | yv.0 | xz.0</a:t>
              </a:r>
            </a:p>
          </p:txBody>
        </p:sp>
        <p:sp>
          <p:nvSpPr>
            <p:cNvPr id="26638" name="Line 10">
              <a:extLst>
                <a:ext uri="{FF2B5EF4-FFF2-40B4-BE49-F238E27FC236}">
                  <a16:creationId xmlns:a16="http://schemas.microsoft.com/office/drawing/2014/main" id="{7E54E9C5-F10E-ECF5-9199-0A0226BCAE21}"/>
                </a:ext>
              </a:extLst>
            </p:cNvPr>
            <p:cNvSpPr>
              <a:spLocks noChangeShapeType="1"/>
            </p:cNvSpPr>
            <p:nvPr/>
          </p:nvSpPr>
          <p:spPr bwMode="auto">
            <a:xfrm>
              <a:off x="990" y="2151"/>
              <a:ext cx="101"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6639" name="Line 11">
              <a:extLst>
                <a:ext uri="{FF2B5EF4-FFF2-40B4-BE49-F238E27FC236}">
                  <a16:creationId xmlns:a16="http://schemas.microsoft.com/office/drawing/2014/main" id="{D07C32C3-43A9-78DB-6619-9063C06EB8C9}"/>
                </a:ext>
              </a:extLst>
            </p:cNvPr>
            <p:cNvSpPr>
              <a:spLocks noChangeShapeType="1"/>
            </p:cNvSpPr>
            <p:nvPr/>
          </p:nvSpPr>
          <p:spPr bwMode="auto">
            <a:xfrm>
              <a:off x="1554" y="2154"/>
              <a:ext cx="101"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6628" name="Group 12">
            <a:extLst>
              <a:ext uri="{FF2B5EF4-FFF2-40B4-BE49-F238E27FC236}">
                <a16:creationId xmlns:a16="http://schemas.microsoft.com/office/drawing/2014/main" id="{D9E328C8-B44E-2F6B-3C47-A6AA7CAE47EF}"/>
              </a:ext>
            </a:extLst>
          </p:cNvPr>
          <p:cNvGrpSpPr>
            <a:grpSpLocks/>
          </p:cNvGrpSpPr>
          <p:nvPr/>
        </p:nvGrpSpPr>
        <p:grpSpPr bwMode="auto">
          <a:xfrm>
            <a:off x="5280025" y="3317875"/>
            <a:ext cx="2084388" cy="519113"/>
            <a:chOff x="3326" y="2090"/>
            <a:chExt cx="1313" cy="327"/>
          </a:xfrm>
        </p:grpSpPr>
        <p:sp>
          <p:nvSpPr>
            <p:cNvPr id="26634" name="Text Box 13">
              <a:extLst>
                <a:ext uri="{FF2B5EF4-FFF2-40B4-BE49-F238E27FC236}">
                  <a16:creationId xmlns:a16="http://schemas.microsoft.com/office/drawing/2014/main" id="{9789D1FD-106F-7678-FF0A-9BE2E660F803}"/>
                </a:ext>
              </a:extLst>
            </p:cNvPr>
            <p:cNvSpPr txBox="1">
              <a:spLocks noChangeArrowheads="1"/>
            </p:cNvSpPr>
            <p:nvPr/>
          </p:nvSpPr>
          <p:spPr bwMode="auto">
            <a:xfrm>
              <a:off x="3326" y="2090"/>
              <a:ext cx="131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800">
                  <a:solidFill>
                    <a:srgbClr val="FF6600"/>
                  </a:solidFill>
                  <a:latin typeface="Times New Roman" panose="02020603050405020304" pitchFamily="18" charset="0"/>
                </a:rPr>
                <a:t>xy.0 | zv.0 | 0</a:t>
              </a:r>
            </a:p>
          </p:txBody>
        </p:sp>
        <p:sp>
          <p:nvSpPr>
            <p:cNvPr id="26635" name="Line 14">
              <a:extLst>
                <a:ext uri="{FF2B5EF4-FFF2-40B4-BE49-F238E27FC236}">
                  <a16:creationId xmlns:a16="http://schemas.microsoft.com/office/drawing/2014/main" id="{BDDC057C-DB4F-0024-83C2-7CDE48211089}"/>
                </a:ext>
              </a:extLst>
            </p:cNvPr>
            <p:cNvSpPr>
              <a:spLocks noChangeShapeType="1"/>
            </p:cNvSpPr>
            <p:nvPr/>
          </p:nvSpPr>
          <p:spPr bwMode="auto">
            <a:xfrm>
              <a:off x="3382" y="2198"/>
              <a:ext cx="9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6636" name="Line 15">
              <a:extLst>
                <a:ext uri="{FF2B5EF4-FFF2-40B4-BE49-F238E27FC236}">
                  <a16:creationId xmlns:a16="http://schemas.microsoft.com/office/drawing/2014/main" id="{1280B3DB-39D5-B3A3-8DAF-36C37D48E60A}"/>
                </a:ext>
              </a:extLst>
            </p:cNvPr>
            <p:cNvSpPr>
              <a:spLocks noChangeShapeType="1"/>
            </p:cNvSpPr>
            <p:nvPr/>
          </p:nvSpPr>
          <p:spPr bwMode="auto">
            <a:xfrm>
              <a:off x="3938" y="2208"/>
              <a:ext cx="9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26629" name="Line 16">
            <a:extLst>
              <a:ext uri="{FF2B5EF4-FFF2-40B4-BE49-F238E27FC236}">
                <a16:creationId xmlns:a16="http://schemas.microsoft.com/office/drawing/2014/main" id="{6C0206A2-97A5-36E3-FB95-A513D63D327C}"/>
              </a:ext>
            </a:extLst>
          </p:cNvPr>
          <p:cNvSpPr>
            <a:spLocks noChangeShapeType="1"/>
          </p:cNvSpPr>
          <p:nvPr/>
        </p:nvSpPr>
        <p:spPr bwMode="auto">
          <a:xfrm flipH="1">
            <a:off x="2474913" y="2214563"/>
            <a:ext cx="1693862" cy="9779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6630" name="Line 17">
            <a:extLst>
              <a:ext uri="{FF2B5EF4-FFF2-40B4-BE49-F238E27FC236}">
                <a16:creationId xmlns:a16="http://schemas.microsoft.com/office/drawing/2014/main" id="{BEE6CD00-5658-BB1D-227C-352AAD5F0AB4}"/>
              </a:ext>
            </a:extLst>
          </p:cNvPr>
          <p:cNvSpPr>
            <a:spLocks noChangeShapeType="1"/>
          </p:cNvSpPr>
          <p:nvPr/>
        </p:nvSpPr>
        <p:spPr bwMode="auto">
          <a:xfrm>
            <a:off x="4156075" y="2201863"/>
            <a:ext cx="2041525" cy="117633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5608" name="Text Box 18">
            <a:extLst>
              <a:ext uri="{FF2B5EF4-FFF2-40B4-BE49-F238E27FC236}">
                <a16:creationId xmlns:a16="http://schemas.microsoft.com/office/drawing/2014/main" id="{894AA295-0CF6-ACBA-2C48-BAF732F40E1E}"/>
              </a:ext>
            </a:extLst>
          </p:cNvPr>
          <p:cNvSpPr txBox="1">
            <a:spLocks noChangeArrowheads="1"/>
          </p:cNvSpPr>
          <p:nvPr/>
        </p:nvSpPr>
        <p:spPr bwMode="auto">
          <a:xfrm>
            <a:off x="1023938" y="4683125"/>
            <a:ext cx="6838950" cy="7080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spAutoFit/>
          </a:bodyPr>
          <a:lstStyle>
            <a:lvl1pPr>
              <a:defRPr>
                <a:solidFill>
                  <a:schemeClr val="tx1"/>
                </a:solidFill>
                <a:latin typeface="Calibri" charset="0"/>
                <a:ea typeface="ＭＳ Ｐゴシック" charset="-128"/>
              </a:defRPr>
            </a:lvl1pPr>
            <a:lvl2pPr marL="37931725" indent="-37474525">
              <a:defRPr>
                <a:solidFill>
                  <a:schemeClr val="tx1"/>
                </a:solidFill>
                <a:latin typeface="Calibri" charset="0"/>
                <a:ea typeface="ＭＳ Ｐゴシック" charset="-128"/>
              </a:defRPr>
            </a:lvl2pPr>
            <a:lvl3pPr>
              <a:defRPr>
                <a:solidFill>
                  <a:schemeClr val="tx1"/>
                </a:solidFill>
                <a:latin typeface="Calibri" charset="0"/>
                <a:ea typeface="ＭＳ Ｐゴシック" charset="-128"/>
              </a:defRPr>
            </a:lvl3pPr>
            <a:lvl4pPr>
              <a:defRPr>
                <a:solidFill>
                  <a:schemeClr val="tx1"/>
                </a:solidFill>
                <a:latin typeface="Calibri" charset="0"/>
                <a:ea typeface="ＭＳ Ｐゴシック" charset="-128"/>
              </a:defRPr>
            </a:lvl4pPr>
            <a:lvl5pPr>
              <a:defRPr>
                <a:solidFill>
                  <a:schemeClr val="tx1"/>
                </a:solidFill>
                <a:latin typeface="Calibri" charset="0"/>
                <a:ea typeface="ＭＳ Ｐゴシック" charset="-128"/>
              </a:defRPr>
            </a:lvl5pPr>
            <a:lvl6pPr marL="457200" fontAlgn="base">
              <a:spcBef>
                <a:spcPct val="0"/>
              </a:spcBef>
              <a:spcAft>
                <a:spcPct val="0"/>
              </a:spcAft>
              <a:defRPr>
                <a:solidFill>
                  <a:schemeClr val="tx1"/>
                </a:solidFill>
                <a:latin typeface="Calibri" charset="0"/>
                <a:ea typeface="ＭＳ Ｐゴシック" charset="-128"/>
              </a:defRPr>
            </a:lvl6pPr>
            <a:lvl7pPr marL="914400" fontAlgn="base">
              <a:spcBef>
                <a:spcPct val="0"/>
              </a:spcBef>
              <a:spcAft>
                <a:spcPct val="0"/>
              </a:spcAft>
              <a:defRPr>
                <a:solidFill>
                  <a:schemeClr val="tx1"/>
                </a:solidFill>
                <a:latin typeface="Calibri" charset="0"/>
                <a:ea typeface="ＭＳ Ｐゴシック" charset="-128"/>
              </a:defRPr>
            </a:lvl7pPr>
            <a:lvl8pPr marL="1371600" fontAlgn="base">
              <a:spcBef>
                <a:spcPct val="0"/>
              </a:spcBef>
              <a:spcAft>
                <a:spcPct val="0"/>
              </a:spcAft>
              <a:defRPr>
                <a:solidFill>
                  <a:schemeClr val="tx1"/>
                </a:solidFill>
                <a:latin typeface="Calibri" charset="0"/>
                <a:ea typeface="ＭＳ Ｐゴシック" charset="-128"/>
              </a:defRPr>
            </a:lvl8pPr>
            <a:lvl9pPr marL="1828800" fontAlgn="base">
              <a:spcBef>
                <a:spcPct val="0"/>
              </a:spcBef>
              <a:spcAft>
                <a:spcPct val="0"/>
              </a:spcAft>
              <a:defRPr>
                <a:solidFill>
                  <a:schemeClr val="tx1"/>
                </a:solidFill>
                <a:latin typeface="Calibri" charset="0"/>
                <a:ea typeface="ＭＳ Ｐゴシック" charset="-128"/>
              </a:defRPr>
            </a:lvl9pPr>
          </a:lstStyle>
          <a:p>
            <a:pPr>
              <a:spcBef>
                <a:spcPct val="20000"/>
              </a:spcBef>
              <a:defRPr/>
            </a:pPr>
            <a:r>
              <a:rPr lang="en-US" altLang="en-US" sz="2000" dirty="0">
                <a:latin typeface="+mn-lt"/>
              </a:rPr>
              <a:t>A system can evolve in different ways depending on the interactions among processes.</a:t>
            </a:r>
          </a:p>
        </p:txBody>
      </p:sp>
      <p:sp>
        <p:nvSpPr>
          <p:cNvPr id="26632" name="Footer Placeholder 1">
            <a:extLst>
              <a:ext uri="{FF2B5EF4-FFF2-40B4-BE49-F238E27FC236}">
                <a16:creationId xmlns:a16="http://schemas.microsoft.com/office/drawing/2014/main" id="{2782CAAB-41AA-A1A4-C045-C8059A9AA541}"/>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200">
                <a:solidFill>
                  <a:srgbClr val="898989"/>
                </a:solidFill>
              </a:rPr>
              <a:t>Introduction to Pi-Calculus</a:t>
            </a:r>
          </a:p>
        </p:txBody>
      </p:sp>
      <p:sp>
        <p:nvSpPr>
          <p:cNvPr id="26633" name="Slide Number Placeholder 2">
            <a:extLst>
              <a:ext uri="{FF2B5EF4-FFF2-40B4-BE49-F238E27FC236}">
                <a16:creationId xmlns:a16="http://schemas.microsoft.com/office/drawing/2014/main" id="{177E23AD-12EF-A0D8-27D4-C8C30D8C21E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D5807F50-65B8-234B-B185-884B7009970E}" type="slidenum">
              <a:rPr lang="en-US" altLang="en-US" sz="1200">
                <a:solidFill>
                  <a:srgbClr val="898989"/>
                </a:solidFill>
              </a:rPr>
              <a:pPr eaLnBrk="1" hangingPunct="1"/>
              <a:t>11</a:t>
            </a:fld>
            <a:endParaRPr lang="en-US" altLang="en-US" sz="1200">
              <a:solidFill>
                <a:srgbClr val="898989"/>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41B717BB-AFE4-FA32-6963-A0C8C9B68587}"/>
              </a:ext>
            </a:extLst>
          </p:cNvPr>
          <p:cNvSpPr>
            <a:spLocks noGrp="1" noChangeArrowheads="1"/>
          </p:cNvSpPr>
          <p:nvPr>
            <p:ph type="title"/>
          </p:nvPr>
        </p:nvSpPr>
        <p:spPr/>
        <p:txBody>
          <a:bodyPr/>
          <a:lstStyle/>
          <a:p>
            <a:pPr eaLnBrk="1" hangingPunct="1"/>
            <a:r>
              <a:rPr lang="en-US" altLang="en-US">
                <a:solidFill>
                  <a:srgbClr val="2402EE"/>
                </a:solidFill>
                <a:latin typeface="Times New Roman" panose="02020603050405020304" pitchFamily="18" charset="0"/>
                <a:ea typeface="ＭＳ Ｐゴシック" panose="020B0600070205080204" pitchFamily="34" charset="-128"/>
              </a:rPr>
              <a:t>Modeling Mobility in </a:t>
            </a:r>
            <a:r>
              <a:rPr lang="en-US" altLang="en-US">
                <a:solidFill>
                  <a:srgbClr val="2402EE"/>
                </a:solidFill>
                <a:latin typeface="Symbol" pitchFamily="2" charset="2"/>
                <a:ea typeface="ＭＳ Ｐゴシック" panose="020B0600070205080204" pitchFamily="34" charset="-128"/>
              </a:rPr>
              <a:t>p</a:t>
            </a:r>
            <a:r>
              <a:rPr lang="en-US" altLang="en-US">
                <a:solidFill>
                  <a:srgbClr val="2402EE"/>
                </a:solidFill>
                <a:latin typeface="Times New Roman" panose="02020603050405020304" pitchFamily="18" charset="0"/>
                <a:ea typeface="ＭＳ Ｐゴシック" panose="020B0600070205080204" pitchFamily="34" charset="-128"/>
              </a:rPr>
              <a:t>-Calculus</a:t>
            </a:r>
            <a:endParaRPr lang="en-US" altLang="en-US">
              <a:solidFill>
                <a:srgbClr val="2402EE"/>
              </a:solidFill>
              <a:ea typeface="ＭＳ Ｐゴシック" panose="020B0600070205080204" pitchFamily="34" charset="-128"/>
            </a:endParaRPr>
          </a:p>
        </p:txBody>
      </p:sp>
      <p:sp>
        <p:nvSpPr>
          <p:cNvPr id="26627" name="Text Box 3">
            <a:extLst>
              <a:ext uri="{FF2B5EF4-FFF2-40B4-BE49-F238E27FC236}">
                <a16:creationId xmlns:a16="http://schemas.microsoft.com/office/drawing/2014/main" id="{470580EC-AC5E-557E-06F4-F5E997139DE8}"/>
              </a:ext>
            </a:extLst>
          </p:cNvPr>
          <p:cNvSpPr txBox="1">
            <a:spLocks noChangeArrowheads="1"/>
          </p:cNvSpPr>
          <p:nvPr/>
        </p:nvSpPr>
        <p:spPr bwMode="auto">
          <a:xfrm>
            <a:off x="555625" y="1690688"/>
            <a:ext cx="7797800" cy="27400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spAutoFit/>
          </a:bodyPr>
          <a:lstStyle>
            <a:lvl1pPr>
              <a:defRPr>
                <a:solidFill>
                  <a:schemeClr val="tx1"/>
                </a:solidFill>
                <a:latin typeface="Calibri" charset="0"/>
                <a:ea typeface="ＭＳ Ｐゴシック" charset="-128"/>
              </a:defRPr>
            </a:lvl1pPr>
            <a:lvl2pPr>
              <a:defRPr>
                <a:solidFill>
                  <a:schemeClr val="tx1"/>
                </a:solidFill>
                <a:latin typeface="Calibri" charset="0"/>
                <a:ea typeface="ＭＳ Ｐゴシック" charset="-128"/>
              </a:defRPr>
            </a:lvl2pPr>
            <a:lvl3pPr>
              <a:defRPr>
                <a:solidFill>
                  <a:schemeClr val="tx1"/>
                </a:solidFill>
                <a:latin typeface="Calibri" charset="0"/>
                <a:ea typeface="ＭＳ Ｐゴシック" charset="-128"/>
              </a:defRPr>
            </a:lvl3pPr>
            <a:lvl4pPr>
              <a:defRPr>
                <a:solidFill>
                  <a:schemeClr val="tx1"/>
                </a:solidFill>
                <a:latin typeface="Calibri" charset="0"/>
                <a:ea typeface="ＭＳ Ｐゴシック" charset="-128"/>
              </a:defRPr>
            </a:lvl4pPr>
            <a:lvl5pPr>
              <a:defRPr>
                <a:solidFill>
                  <a:schemeClr val="tx1"/>
                </a:solidFill>
                <a:latin typeface="Calibri" charset="0"/>
                <a:ea typeface="ＭＳ Ｐゴシック" charset="-128"/>
              </a:defRPr>
            </a:lvl5pPr>
            <a:lvl6pPr marL="457200" fontAlgn="base">
              <a:spcBef>
                <a:spcPct val="0"/>
              </a:spcBef>
              <a:spcAft>
                <a:spcPct val="0"/>
              </a:spcAft>
              <a:defRPr>
                <a:solidFill>
                  <a:schemeClr val="tx1"/>
                </a:solidFill>
                <a:latin typeface="Calibri" charset="0"/>
                <a:ea typeface="ＭＳ Ｐゴシック" charset="-128"/>
              </a:defRPr>
            </a:lvl6pPr>
            <a:lvl7pPr marL="914400" fontAlgn="base">
              <a:spcBef>
                <a:spcPct val="0"/>
              </a:spcBef>
              <a:spcAft>
                <a:spcPct val="0"/>
              </a:spcAft>
              <a:defRPr>
                <a:solidFill>
                  <a:schemeClr val="tx1"/>
                </a:solidFill>
                <a:latin typeface="Calibri" charset="0"/>
                <a:ea typeface="ＭＳ Ｐゴシック" charset="-128"/>
              </a:defRPr>
            </a:lvl7pPr>
            <a:lvl8pPr marL="1371600" fontAlgn="base">
              <a:spcBef>
                <a:spcPct val="0"/>
              </a:spcBef>
              <a:spcAft>
                <a:spcPct val="0"/>
              </a:spcAft>
              <a:defRPr>
                <a:solidFill>
                  <a:schemeClr val="tx1"/>
                </a:solidFill>
                <a:latin typeface="Calibri" charset="0"/>
                <a:ea typeface="ＭＳ Ｐゴシック" charset="-128"/>
              </a:defRPr>
            </a:lvl8pPr>
            <a:lvl9pPr marL="1828800" fontAlgn="base">
              <a:spcBef>
                <a:spcPct val="0"/>
              </a:spcBef>
              <a:spcAft>
                <a:spcPct val="0"/>
              </a:spcAft>
              <a:defRPr>
                <a:solidFill>
                  <a:schemeClr val="tx1"/>
                </a:solidFill>
                <a:latin typeface="Calibri" charset="0"/>
                <a:ea typeface="ＭＳ Ｐゴシック" charset="-128"/>
              </a:defRPr>
            </a:lvl9pPr>
          </a:lstStyle>
          <a:p>
            <a:pPr marL="342900" indent="-342900">
              <a:spcBef>
                <a:spcPct val="20000"/>
              </a:spcBef>
              <a:buFont typeface="Arial"/>
              <a:buChar char="•"/>
              <a:defRPr/>
            </a:pPr>
            <a:r>
              <a:rPr lang="en-US" altLang="en-US" sz="2000" dirty="0">
                <a:latin typeface="+mn-lt"/>
              </a:rPr>
              <a:t>Refers to dynamic change in the communication topology among   processes</a:t>
            </a:r>
          </a:p>
          <a:p>
            <a:pPr marL="342900" indent="-342900">
              <a:spcBef>
                <a:spcPct val="20000"/>
              </a:spcBef>
              <a:buFont typeface="Arial"/>
              <a:buChar char="•"/>
              <a:defRPr/>
            </a:pPr>
            <a:r>
              <a:rPr lang="en-US" altLang="en-US" sz="2000" dirty="0">
                <a:latin typeface="+mn-lt"/>
              </a:rPr>
              <a:t>Is accomplished by a process acquiring and losing ports </a:t>
            </a:r>
            <a:br>
              <a:rPr lang="en-US" altLang="en-US" sz="2000" dirty="0">
                <a:latin typeface="+mn-lt"/>
              </a:rPr>
            </a:br>
            <a:r>
              <a:rPr lang="en-US" altLang="en-US" sz="2000" dirty="0">
                <a:latin typeface="+mn-lt"/>
              </a:rPr>
              <a:t>through which it may communicate with other processes</a:t>
            </a:r>
          </a:p>
          <a:p>
            <a:pPr marL="342900" indent="-342900">
              <a:spcBef>
                <a:spcPct val="20000"/>
              </a:spcBef>
              <a:buFont typeface="Arial"/>
              <a:buChar char="•"/>
              <a:defRPr/>
            </a:pPr>
            <a:r>
              <a:rPr lang="en-US" altLang="en-US" sz="2000" dirty="0">
                <a:latin typeface="+mn-lt"/>
              </a:rPr>
              <a:t>Is realized by transmitting the name of a port as the value of   </a:t>
            </a:r>
            <a:br>
              <a:rPr lang="en-US" altLang="en-US" sz="2000" dirty="0">
                <a:latin typeface="+mn-lt"/>
              </a:rPr>
            </a:br>
            <a:r>
              <a:rPr lang="en-US" altLang="en-US" sz="2000" dirty="0">
                <a:latin typeface="+mn-lt"/>
              </a:rPr>
              <a:t>some communication between two processes allowing the </a:t>
            </a:r>
            <a:br>
              <a:rPr lang="en-US" altLang="en-US" sz="2000" dirty="0">
                <a:latin typeface="+mn-lt"/>
              </a:rPr>
            </a:br>
            <a:r>
              <a:rPr lang="en-US" altLang="en-US" sz="2000" dirty="0">
                <a:latin typeface="+mn-lt"/>
              </a:rPr>
              <a:t>transmitted port to be known to the receiving process </a:t>
            </a:r>
          </a:p>
          <a:p>
            <a:pPr marL="342900" indent="-342900">
              <a:spcBef>
                <a:spcPct val="20000"/>
              </a:spcBef>
              <a:buFont typeface="Arial"/>
              <a:buChar char="•"/>
              <a:defRPr/>
            </a:pPr>
            <a:r>
              <a:rPr lang="en-US" altLang="en-US" sz="2000" dirty="0">
                <a:solidFill>
                  <a:srgbClr val="C00000"/>
                </a:solidFill>
                <a:latin typeface="+mn-lt"/>
              </a:rPr>
              <a:t>Figure explained in next transparency</a:t>
            </a:r>
            <a:endParaRPr lang="en-US" altLang="en-US" sz="2800" dirty="0">
              <a:solidFill>
                <a:srgbClr val="C00000"/>
              </a:solidFill>
              <a:latin typeface="+mn-lt"/>
            </a:endParaRPr>
          </a:p>
        </p:txBody>
      </p:sp>
      <p:grpSp>
        <p:nvGrpSpPr>
          <p:cNvPr id="27651" name="Group 4">
            <a:extLst>
              <a:ext uri="{FF2B5EF4-FFF2-40B4-BE49-F238E27FC236}">
                <a16:creationId xmlns:a16="http://schemas.microsoft.com/office/drawing/2014/main" id="{7450D227-3867-000A-220C-4FB4F47298FF}"/>
              </a:ext>
            </a:extLst>
          </p:cNvPr>
          <p:cNvGrpSpPr>
            <a:grpSpLocks/>
          </p:cNvGrpSpPr>
          <p:nvPr/>
        </p:nvGrpSpPr>
        <p:grpSpPr bwMode="auto">
          <a:xfrm>
            <a:off x="1536700" y="4975225"/>
            <a:ext cx="1895475" cy="1465263"/>
            <a:chOff x="790" y="2797"/>
            <a:chExt cx="1194" cy="923"/>
          </a:xfrm>
        </p:grpSpPr>
        <p:sp>
          <p:nvSpPr>
            <p:cNvPr id="27676" name="Oval 5">
              <a:extLst>
                <a:ext uri="{FF2B5EF4-FFF2-40B4-BE49-F238E27FC236}">
                  <a16:creationId xmlns:a16="http://schemas.microsoft.com/office/drawing/2014/main" id="{6E189570-6D23-915E-9482-6B6E51BEE4C4}"/>
                </a:ext>
              </a:extLst>
            </p:cNvPr>
            <p:cNvSpPr>
              <a:spLocks noChangeArrowheads="1"/>
            </p:cNvSpPr>
            <p:nvPr/>
          </p:nvSpPr>
          <p:spPr bwMode="auto">
            <a:xfrm>
              <a:off x="820" y="2797"/>
              <a:ext cx="296" cy="25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7677" name="Oval 6">
              <a:extLst>
                <a:ext uri="{FF2B5EF4-FFF2-40B4-BE49-F238E27FC236}">
                  <a16:creationId xmlns:a16="http://schemas.microsoft.com/office/drawing/2014/main" id="{F0AAD049-AD11-E907-2C96-480EE84AFB4A}"/>
                </a:ext>
              </a:extLst>
            </p:cNvPr>
            <p:cNvSpPr>
              <a:spLocks noChangeArrowheads="1"/>
            </p:cNvSpPr>
            <p:nvPr/>
          </p:nvSpPr>
          <p:spPr bwMode="auto">
            <a:xfrm>
              <a:off x="806" y="3369"/>
              <a:ext cx="296" cy="25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7678" name="Oval 7">
              <a:extLst>
                <a:ext uri="{FF2B5EF4-FFF2-40B4-BE49-F238E27FC236}">
                  <a16:creationId xmlns:a16="http://schemas.microsoft.com/office/drawing/2014/main" id="{FFD6A203-568E-F631-A188-AE6936AC7416}"/>
                </a:ext>
              </a:extLst>
            </p:cNvPr>
            <p:cNvSpPr>
              <a:spLocks noChangeArrowheads="1"/>
            </p:cNvSpPr>
            <p:nvPr/>
          </p:nvSpPr>
          <p:spPr bwMode="auto">
            <a:xfrm>
              <a:off x="1688" y="3356"/>
              <a:ext cx="296" cy="25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7679" name="Line 8">
              <a:extLst>
                <a:ext uri="{FF2B5EF4-FFF2-40B4-BE49-F238E27FC236}">
                  <a16:creationId xmlns:a16="http://schemas.microsoft.com/office/drawing/2014/main" id="{E76B76A1-09E3-5C01-3815-43D5A30FE6B2}"/>
                </a:ext>
              </a:extLst>
            </p:cNvPr>
            <p:cNvSpPr>
              <a:spLocks noChangeShapeType="1"/>
            </p:cNvSpPr>
            <p:nvPr/>
          </p:nvSpPr>
          <p:spPr bwMode="auto">
            <a:xfrm>
              <a:off x="1099" y="3491"/>
              <a:ext cx="5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7680" name="Line 9">
              <a:extLst>
                <a:ext uri="{FF2B5EF4-FFF2-40B4-BE49-F238E27FC236}">
                  <a16:creationId xmlns:a16="http://schemas.microsoft.com/office/drawing/2014/main" id="{B58CF1E8-AB25-F4C5-0D2F-5BB6EFFE03C6}"/>
                </a:ext>
              </a:extLst>
            </p:cNvPr>
            <p:cNvSpPr>
              <a:spLocks noChangeShapeType="1"/>
            </p:cNvSpPr>
            <p:nvPr/>
          </p:nvSpPr>
          <p:spPr bwMode="auto">
            <a:xfrm flipV="1">
              <a:off x="958" y="3055"/>
              <a:ext cx="0" cy="31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7681" name="Oval 10">
              <a:extLst>
                <a:ext uri="{FF2B5EF4-FFF2-40B4-BE49-F238E27FC236}">
                  <a16:creationId xmlns:a16="http://schemas.microsoft.com/office/drawing/2014/main" id="{28AFEEA6-B247-8FC9-BFE9-3D619E1C93B8}"/>
                </a:ext>
              </a:extLst>
            </p:cNvPr>
            <p:cNvSpPr>
              <a:spLocks noChangeArrowheads="1"/>
            </p:cNvSpPr>
            <p:nvPr/>
          </p:nvSpPr>
          <p:spPr bwMode="auto">
            <a:xfrm>
              <a:off x="1676" y="3476"/>
              <a:ext cx="47" cy="47"/>
            </a:xfrm>
            <a:prstGeom prst="ellipse">
              <a:avLst/>
            </a:prstGeom>
            <a:solidFill>
              <a:schemeClr val="tx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7682" name="Oval 11">
              <a:extLst>
                <a:ext uri="{FF2B5EF4-FFF2-40B4-BE49-F238E27FC236}">
                  <a16:creationId xmlns:a16="http://schemas.microsoft.com/office/drawing/2014/main" id="{E1F7AD08-E96A-C461-CBD7-DD049575D454}"/>
                </a:ext>
              </a:extLst>
            </p:cNvPr>
            <p:cNvSpPr>
              <a:spLocks noChangeArrowheads="1"/>
            </p:cNvSpPr>
            <p:nvPr/>
          </p:nvSpPr>
          <p:spPr bwMode="auto">
            <a:xfrm>
              <a:off x="1101" y="3478"/>
              <a:ext cx="47" cy="47"/>
            </a:xfrm>
            <a:prstGeom prst="ellipse">
              <a:avLst/>
            </a:prstGeom>
            <a:solidFill>
              <a:schemeClr val="tx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7683" name="Oval 12">
              <a:extLst>
                <a:ext uri="{FF2B5EF4-FFF2-40B4-BE49-F238E27FC236}">
                  <a16:creationId xmlns:a16="http://schemas.microsoft.com/office/drawing/2014/main" id="{5A091914-9069-9F1E-7CD1-7424E5E6666A}"/>
                </a:ext>
              </a:extLst>
            </p:cNvPr>
            <p:cNvSpPr>
              <a:spLocks noChangeArrowheads="1"/>
            </p:cNvSpPr>
            <p:nvPr/>
          </p:nvSpPr>
          <p:spPr bwMode="auto">
            <a:xfrm>
              <a:off x="940" y="3317"/>
              <a:ext cx="47" cy="47"/>
            </a:xfrm>
            <a:prstGeom prst="ellipse">
              <a:avLst/>
            </a:prstGeom>
            <a:solidFill>
              <a:schemeClr val="tx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7684" name="Oval 13">
              <a:extLst>
                <a:ext uri="{FF2B5EF4-FFF2-40B4-BE49-F238E27FC236}">
                  <a16:creationId xmlns:a16="http://schemas.microsoft.com/office/drawing/2014/main" id="{CF8E08A4-D997-1929-830B-8B3C80C83299}"/>
                </a:ext>
              </a:extLst>
            </p:cNvPr>
            <p:cNvSpPr>
              <a:spLocks noChangeArrowheads="1"/>
            </p:cNvSpPr>
            <p:nvPr/>
          </p:nvSpPr>
          <p:spPr bwMode="auto">
            <a:xfrm>
              <a:off x="934" y="3039"/>
              <a:ext cx="47" cy="47"/>
            </a:xfrm>
            <a:prstGeom prst="ellipse">
              <a:avLst/>
            </a:prstGeom>
            <a:solidFill>
              <a:schemeClr val="tx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7685" name="Text Box 14">
              <a:extLst>
                <a:ext uri="{FF2B5EF4-FFF2-40B4-BE49-F238E27FC236}">
                  <a16:creationId xmlns:a16="http://schemas.microsoft.com/office/drawing/2014/main" id="{09D0C7E9-998C-42AD-FD8E-5F6958564270}"/>
                </a:ext>
              </a:extLst>
            </p:cNvPr>
            <p:cNvSpPr txBox="1">
              <a:spLocks noChangeArrowheads="1"/>
            </p:cNvSpPr>
            <p:nvPr/>
          </p:nvSpPr>
          <p:spPr bwMode="auto">
            <a:xfrm>
              <a:off x="860" y="3403"/>
              <a:ext cx="19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a:latin typeface="Times New Roman" panose="02020603050405020304" pitchFamily="18" charset="0"/>
                </a:rPr>
                <a:t>A</a:t>
              </a:r>
              <a:endParaRPr lang="en-US" altLang="en-US" sz="1200">
                <a:latin typeface="Times New Roman" panose="02020603050405020304" pitchFamily="18" charset="0"/>
              </a:endParaRPr>
            </a:p>
          </p:txBody>
        </p:sp>
        <p:sp>
          <p:nvSpPr>
            <p:cNvPr id="27686" name="Text Box 15">
              <a:extLst>
                <a:ext uri="{FF2B5EF4-FFF2-40B4-BE49-F238E27FC236}">
                  <a16:creationId xmlns:a16="http://schemas.microsoft.com/office/drawing/2014/main" id="{6ED6B171-EF29-6135-8422-F448AB7690F9}"/>
                </a:ext>
              </a:extLst>
            </p:cNvPr>
            <p:cNvSpPr txBox="1">
              <a:spLocks noChangeArrowheads="1"/>
            </p:cNvSpPr>
            <p:nvPr/>
          </p:nvSpPr>
          <p:spPr bwMode="auto">
            <a:xfrm>
              <a:off x="878" y="2827"/>
              <a:ext cx="19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a:latin typeface="Times New Roman" panose="02020603050405020304" pitchFamily="18" charset="0"/>
                </a:rPr>
                <a:t>B</a:t>
              </a:r>
              <a:endParaRPr lang="en-US" altLang="en-US" sz="2800">
                <a:latin typeface="Times New Roman" panose="02020603050405020304" pitchFamily="18" charset="0"/>
              </a:endParaRPr>
            </a:p>
          </p:txBody>
        </p:sp>
        <p:sp>
          <p:nvSpPr>
            <p:cNvPr id="27687" name="Text Box 16">
              <a:extLst>
                <a:ext uri="{FF2B5EF4-FFF2-40B4-BE49-F238E27FC236}">
                  <a16:creationId xmlns:a16="http://schemas.microsoft.com/office/drawing/2014/main" id="{3E8E3E37-2DAE-12B9-82E8-FF720CFE1A2B}"/>
                </a:ext>
              </a:extLst>
            </p:cNvPr>
            <p:cNvSpPr txBox="1">
              <a:spLocks noChangeArrowheads="1"/>
            </p:cNvSpPr>
            <p:nvPr/>
          </p:nvSpPr>
          <p:spPr bwMode="auto">
            <a:xfrm>
              <a:off x="1744" y="3389"/>
              <a:ext cx="19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a:latin typeface="Times New Roman" panose="02020603050405020304" pitchFamily="18" charset="0"/>
                </a:rPr>
                <a:t>C</a:t>
              </a:r>
              <a:endParaRPr lang="en-US" altLang="en-US" sz="2800">
                <a:latin typeface="Times New Roman" panose="02020603050405020304" pitchFamily="18" charset="0"/>
              </a:endParaRPr>
            </a:p>
          </p:txBody>
        </p:sp>
        <p:sp>
          <p:nvSpPr>
            <p:cNvPr id="27688" name="Text Box 17">
              <a:extLst>
                <a:ext uri="{FF2B5EF4-FFF2-40B4-BE49-F238E27FC236}">
                  <a16:creationId xmlns:a16="http://schemas.microsoft.com/office/drawing/2014/main" id="{5BE8CE50-FCCE-4D37-70C3-3792773F8A26}"/>
                </a:ext>
              </a:extLst>
            </p:cNvPr>
            <p:cNvSpPr txBox="1">
              <a:spLocks noChangeArrowheads="1"/>
            </p:cNvSpPr>
            <p:nvPr/>
          </p:nvSpPr>
          <p:spPr bwMode="auto">
            <a:xfrm>
              <a:off x="1600" y="3499"/>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a:latin typeface="Times New Roman" panose="02020603050405020304" pitchFamily="18" charset="0"/>
                </a:rPr>
                <a:t>x</a:t>
              </a:r>
            </a:p>
          </p:txBody>
        </p:sp>
        <p:sp>
          <p:nvSpPr>
            <p:cNvPr id="27689" name="Text Box 18">
              <a:extLst>
                <a:ext uri="{FF2B5EF4-FFF2-40B4-BE49-F238E27FC236}">
                  <a16:creationId xmlns:a16="http://schemas.microsoft.com/office/drawing/2014/main" id="{03E1210C-6092-E1F1-7164-BCB6BDABBC21}"/>
                </a:ext>
              </a:extLst>
            </p:cNvPr>
            <p:cNvSpPr txBox="1">
              <a:spLocks noChangeArrowheads="1"/>
            </p:cNvSpPr>
            <p:nvPr/>
          </p:nvSpPr>
          <p:spPr bwMode="auto">
            <a:xfrm>
              <a:off x="938" y="3000"/>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a:latin typeface="Times New Roman" panose="02020603050405020304" pitchFamily="18" charset="0"/>
                </a:rPr>
                <a:t>y</a:t>
              </a:r>
            </a:p>
          </p:txBody>
        </p:sp>
        <p:grpSp>
          <p:nvGrpSpPr>
            <p:cNvPr id="27690" name="Group 19">
              <a:extLst>
                <a:ext uri="{FF2B5EF4-FFF2-40B4-BE49-F238E27FC236}">
                  <a16:creationId xmlns:a16="http://schemas.microsoft.com/office/drawing/2014/main" id="{D8A78E61-2E5B-BDCA-A8CC-59021B8F25EF}"/>
                </a:ext>
              </a:extLst>
            </p:cNvPr>
            <p:cNvGrpSpPr>
              <a:grpSpLocks/>
            </p:cNvGrpSpPr>
            <p:nvPr/>
          </p:nvGrpSpPr>
          <p:grpSpPr bwMode="auto">
            <a:xfrm>
              <a:off x="1061" y="3528"/>
              <a:ext cx="172" cy="192"/>
              <a:chOff x="3219" y="2772"/>
              <a:chExt cx="172" cy="192"/>
            </a:xfrm>
          </p:grpSpPr>
          <p:sp>
            <p:nvSpPr>
              <p:cNvPr id="27694" name="Text Box 20">
                <a:extLst>
                  <a:ext uri="{FF2B5EF4-FFF2-40B4-BE49-F238E27FC236}">
                    <a16:creationId xmlns:a16="http://schemas.microsoft.com/office/drawing/2014/main" id="{112E4223-3776-4B52-CF03-48B7A94187AB}"/>
                  </a:ext>
                </a:extLst>
              </p:cNvPr>
              <p:cNvSpPr txBox="1">
                <a:spLocks noChangeArrowheads="1"/>
              </p:cNvSpPr>
              <p:nvPr/>
            </p:nvSpPr>
            <p:spPr bwMode="auto">
              <a:xfrm>
                <a:off x="3219" y="2772"/>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a:latin typeface="Times New Roman" panose="02020603050405020304" pitchFamily="18" charset="0"/>
                  </a:rPr>
                  <a:t>x</a:t>
                </a:r>
              </a:p>
            </p:txBody>
          </p:sp>
          <p:sp>
            <p:nvSpPr>
              <p:cNvPr id="27695" name="Line 21">
                <a:extLst>
                  <a:ext uri="{FF2B5EF4-FFF2-40B4-BE49-F238E27FC236}">
                    <a16:creationId xmlns:a16="http://schemas.microsoft.com/office/drawing/2014/main" id="{19A40EAD-2417-C6F9-6A54-1794BA22810C}"/>
                  </a:ext>
                </a:extLst>
              </p:cNvPr>
              <p:cNvSpPr>
                <a:spLocks noChangeShapeType="1"/>
              </p:cNvSpPr>
              <p:nvPr/>
            </p:nvSpPr>
            <p:spPr bwMode="auto">
              <a:xfrm>
                <a:off x="3265" y="2821"/>
                <a:ext cx="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7691" name="Group 22">
              <a:extLst>
                <a:ext uri="{FF2B5EF4-FFF2-40B4-BE49-F238E27FC236}">
                  <a16:creationId xmlns:a16="http://schemas.microsoft.com/office/drawing/2014/main" id="{84864495-9B7D-B34B-342E-2F92AF6625D4}"/>
                </a:ext>
              </a:extLst>
            </p:cNvPr>
            <p:cNvGrpSpPr>
              <a:grpSpLocks/>
            </p:cNvGrpSpPr>
            <p:nvPr/>
          </p:nvGrpSpPr>
          <p:grpSpPr bwMode="auto">
            <a:xfrm>
              <a:off x="790" y="3227"/>
              <a:ext cx="172" cy="192"/>
              <a:chOff x="3104" y="3258"/>
              <a:chExt cx="172" cy="192"/>
            </a:xfrm>
          </p:grpSpPr>
          <p:sp>
            <p:nvSpPr>
              <p:cNvPr id="27692" name="Text Box 23">
                <a:extLst>
                  <a:ext uri="{FF2B5EF4-FFF2-40B4-BE49-F238E27FC236}">
                    <a16:creationId xmlns:a16="http://schemas.microsoft.com/office/drawing/2014/main" id="{97DA4AD2-2339-2C19-0162-C59E41290F37}"/>
                  </a:ext>
                </a:extLst>
              </p:cNvPr>
              <p:cNvSpPr txBox="1">
                <a:spLocks noChangeArrowheads="1"/>
              </p:cNvSpPr>
              <p:nvPr/>
            </p:nvSpPr>
            <p:spPr bwMode="auto">
              <a:xfrm>
                <a:off x="3104" y="3258"/>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a:latin typeface="Times New Roman" panose="02020603050405020304" pitchFamily="18" charset="0"/>
                  </a:rPr>
                  <a:t>y</a:t>
                </a:r>
              </a:p>
            </p:txBody>
          </p:sp>
          <p:sp>
            <p:nvSpPr>
              <p:cNvPr id="27693" name="Line 24">
                <a:extLst>
                  <a:ext uri="{FF2B5EF4-FFF2-40B4-BE49-F238E27FC236}">
                    <a16:creationId xmlns:a16="http://schemas.microsoft.com/office/drawing/2014/main" id="{3B995B45-223B-DD6B-1B15-169BD4E07A37}"/>
                  </a:ext>
                </a:extLst>
              </p:cNvPr>
              <p:cNvSpPr>
                <a:spLocks noChangeShapeType="1"/>
              </p:cNvSpPr>
              <p:nvPr/>
            </p:nvSpPr>
            <p:spPr bwMode="auto">
              <a:xfrm>
                <a:off x="3140" y="3312"/>
                <a:ext cx="9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27652" name="Group 25">
            <a:extLst>
              <a:ext uri="{FF2B5EF4-FFF2-40B4-BE49-F238E27FC236}">
                <a16:creationId xmlns:a16="http://schemas.microsoft.com/office/drawing/2014/main" id="{12FE3636-E5EE-C25C-F6D6-168E5449053D}"/>
              </a:ext>
            </a:extLst>
          </p:cNvPr>
          <p:cNvGrpSpPr>
            <a:grpSpLocks/>
          </p:cNvGrpSpPr>
          <p:nvPr/>
        </p:nvGrpSpPr>
        <p:grpSpPr bwMode="auto">
          <a:xfrm>
            <a:off x="6007100" y="4916488"/>
            <a:ext cx="1895475" cy="1419225"/>
            <a:chOff x="3606" y="2760"/>
            <a:chExt cx="1194" cy="894"/>
          </a:xfrm>
        </p:grpSpPr>
        <p:sp>
          <p:nvSpPr>
            <p:cNvPr id="27656" name="Oval 26">
              <a:extLst>
                <a:ext uri="{FF2B5EF4-FFF2-40B4-BE49-F238E27FC236}">
                  <a16:creationId xmlns:a16="http://schemas.microsoft.com/office/drawing/2014/main" id="{1265341F-6DA8-D1C6-F2DF-1C919D0C43CE}"/>
                </a:ext>
              </a:extLst>
            </p:cNvPr>
            <p:cNvSpPr>
              <a:spLocks noChangeArrowheads="1"/>
            </p:cNvSpPr>
            <p:nvPr/>
          </p:nvSpPr>
          <p:spPr bwMode="auto">
            <a:xfrm>
              <a:off x="3636" y="2760"/>
              <a:ext cx="296" cy="25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7657" name="Oval 27">
              <a:extLst>
                <a:ext uri="{FF2B5EF4-FFF2-40B4-BE49-F238E27FC236}">
                  <a16:creationId xmlns:a16="http://schemas.microsoft.com/office/drawing/2014/main" id="{9935DBC7-CBD1-3501-54C4-A739B66D26F9}"/>
                </a:ext>
              </a:extLst>
            </p:cNvPr>
            <p:cNvSpPr>
              <a:spLocks noChangeArrowheads="1"/>
            </p:cNvSpPr>
            <p:nvPr/>
          </p:nvSpPr>
          <p:spPr bwMode="auto">
            <a:xfrm>
              <a:off x="3622" y="3332"/>
              <a:ext cx="296" cy="25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7658" name="Oval 28">
              <a:extLst>
                <a:ext uri="{FF2B5EF4-FFF2-40B4-BE49-F238E27FC236}">
                  <a16:creationId xmlns:a16="http://schemas.microsoft.com/office/drawing/2014/main" id="{6475E80E-AFB5-4CCD-1B13-6BB3B033C8AB}"/>
                </a:ext>
              </a:extLst>
            </p:cNvPr>
            <p:cNvSpPr>
              <a:spLocks noChangeArrowheads="1"/>
            </p:cNvSpPr>
            <p:nvPr/>
          </p:nvSpPr>
          <p:spPr bwMode="auto">
            <a:xfrm>
              <a:off x="4504" y="3319"/>
              <a:ext cx="296" cy="25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7659" name="Line 29">
              <a:extLst>
                <a:ext uri="{FF2B5EF4-FFF2-40B4-BE49-F238E27FC236}">
                  <a16:creationId xmlns:a16="http://schemas.microsoft.com/office/drawing/2014/main" id="{4896B381-8189-BA8A-DB20-0D7F95B7875F}"/>
                </a:ext>
              </a:extLst>
            </p:cNvPr>
            <p:cNvSpPr>
              <a:spLocks noChangeShapeType="1"/>
            </p:cNvSpPr>
            <p:nvPr/>
          </p:nvSpPr>
          <p:spPr bwMode="auto">
            <a:xfrm>
              <a:off x="3907" y="2964"/>
              <a:ext cx="584" cy="49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7660" name="Line 30">
              <a:extLst>
                <a:ext uri="{FF2B5EF4-FFF2-40B4-BE49-F238E27FC236}">
                  <a16:creationId xmlns:a16="http://schemas.microsoft.com/office/drawing/2014/main" id="{6C000077-F312-B3E1-80F0-A8CDC5B550AC}"/>
                </a:ext>
              </a:extLst>
            </p:cNvPr>
            <p:cNvSpPr>
              <a:spLocks noChangeShapeType="1"/>
            </p:cNvSpPr>
            <p:nvPr/>
          </p:nvSpPr>
          <p:spPr bwMode="auto">
            <a:xfrm flipV="1">
              <a:off x="3774" y="3018"/>
              <a:ext cx="0" cy="31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7661" name="Oval 31">
              <a:extLst>
                <a:ext uri="{FF2B5EF4-FFF2-40B4-BE49-F238E27FC236}">
                  <a16:creationId xmlns:a16="http://schemas.microsoft.com/office/drawing/2014/main" id="{3BED81CF-F020-1274-0739-AA0EE357F2D8}"/>
                </a:ext>
              </a:extLst>
            </p:cNvPr>
            <p:cNvSpPr>
              <a:spLocks noChangeArrowheads="1"/>
            </p:cNvSpPr>
            <p:nvPr/>
          </p:nvSpPr>
          <p:spPr bwMode="auto">
            <a:xfrm>
              <a:off x="4492" y="3439"/>
              <a:ext cx="47" cy="47"/>
            </a:xfrm>
            <a:prstGeom prst="ellipse">
              <a:avLst/>
            </a:prstGeom>
            <a:solidFill>
              <a:schemeClr val="tx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7662" name="Oval 32">
              <a:extLst>
                <a:ext uri="{FF2B5EF4-FFF2-40B4-BE49-F238E27FC236}">
                  <a16:creationId xmlns:a16="http://schemas.microsoft.com/office/drawing/2014/main" id="{2E4494D6-F98E-64EA-E2C3-7C957EAADEDF}"/>
                </a:ext>
              </a:extLst>
            </p:cNvPr>
            <p:cNvSpPr>
              <a:spLocks noChangeArrowheads="1"/>
            </p:cNvSpPr>
            <p:nvPr/>
          </p:nvSpPr>
          <p:spPr bwMode="auto">
            <a:xfrm>
              <a:off x="3894" y="2942"/>
              <a:ext cx="47" cy="47"/>
            </a:xfrm>
            <a:prstGeom prst="ellipse">
              <a:avLst/>
            </a:prstGeom>
            <a:solidFill>
              <a:schemeClr val="tx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7663" name="Oval 33">
              <a:extLst>
                <a:ext uri="{FF2B5EF4-FFF2-40B4-BE49-F238E27FC236}">
                  <a16:creationId xmlns:a16="http://schemas.microsoft.com/office/drawing/2014/main" id="{A0355789-FB55-62D5-F0D4-056F2C76384B}"/>
                </a:ext>
              </a:extLst>
            </p:cNvPr>
            <p:cNvSpPr>
              <a:spLocks noChangeArrowheads="1"/>
            </p:cNvSpPr>
            <p:nvPr/>
          </p:nvSpPr>
          <p:spPr bwMode="auto">
            <a:xfrm>
              <a:off x="3756" y="3280"/>
              <a:ext cx="47" cy="47"/>
            </a:xfrm>
            <a:prstGeom prst="ellipse">
              <a:avLst/>
            </a:prstGeom>
            <a:solidFill>
              <a:schemeClr val="tx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7664" name="Oval 34">
              <a:extLst>
                <a:ext uri="{FF2B5EF4-FFF2-40B4-BE49-F238E27FC236}">
                  <a16:creationId xmlns:a16="http://schemas.microsoft.com/office/drawing/2014/main" id="{006429EC-CFA3-598A-B090-2F307C6CCDA1}"/>
                </a:ext>
              </a:extLst>
            </p:cNvPr>
            <p:cNvSpPr>
              <a:spLocks noChangeArrowheads="1"/>
            </p:cNvSpPr>
            <p:nvPr/>
          </p:nvSpPr>
          <p:spPr bwMode="auto">
            <a:xfrm>
              <a:off x="3750" y="3002"/>
              <a:ext cx="47" cy="47"/>
            </a:xfrm>
            <a:prstGeom prst="ellipse">
              <a:avLst/>
            </a:prstGeom>
            <a:solidFill>
              <a:schemeClr val="tx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7665" name="Text Box 35">
              <a:extLst>
                <a:ext uri="{FF2B5EF4-FFF2-40B4-BE49-F238E27FC236}">
                  <a16:creationId xmlns:a16="http://schemas.microsoft.com/office/drawing/2014/main" id="{DA931CD7-7C6C-8B61-4AD5-1B3D46B6223A}"/>
                </a:ext>
              </a:extLst>
            </p:cNvPr>
            <p:cNvSpPr txBox="1">
              <a:spLocks noChangeArrowheads="1"/>
            </p:cNvSpPr>
            <p:nvPr/>
          </p:nvSpPr>
          <p:spPr bwMode="auto">
            <a:xfrm>
              <a:off x="3676" y="3366"/>
              <a:ext cx="19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a:latin typeface="Times New Roman" panose="02020603050405020304" pitchFamily="18" charset="0"/>
                </a:rPr>
                <a:t>A</a:t>
              </a:r>
              <a:endParaRPr lang="en-US" altLang="en-US" sz="1200">
                <a:latin typeface="Times New Roman" panose="02020603050405020304" pitchFamily="18" charset="0"/>
              </a:endParaRPr>
            </a:p>
          </p:txBody>
        </p:sp>
        <p:sp>
          <p:nvSpPr>
            <p:cNvPr id="27666" name="Text Box 36">
              <a:extLst>
                <a:ext uri="{FF2B5EF4-FFF2-40B4-BE49-F238E27FC236}">
                  <a16:creationId xmlns:a16="http://schemas.microsoft.com/office/drawing/2014/main" id="{6C5604E6-034A-BE33-61DD-B33B7FAD25BC}"/>
                </a:ext>
              </a:extLst>
            </p:cNvPr>
            <p:cNvSpPr txBox="1">
              <a:spLocks noChangeArrowheads="1"/>
            </p:cNvSpPr>
            <p:nvPr/>
          </p:nvSpPr>
          <p:spPr bwMode="auto">
            <a:xfrm>
              <a:off x="3694" y="2790"/>
              <a:ext cx="19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a:latin typeface="Times New Roman" panose="02020603050405020304" pitchFamily="18" charset="0"/>
                </a:rPr>
                <a:t>B</a:t>
              </a:r>
              <a:endParaRPr lang="en-US" altLang="en-US" sz="2800">
                <a:latin typeface="Times New Roman" panose="02020603050405020304" pitchFamily="18" charset="0"/>
              </a:endParaRPr>
            </a:p>
          </p:txBody>
        </p:sp>
        <p:sp>
          <p:nvSpPr>
            <p:cNvPr id="27667" name="Text Box 37">
              <a:extLst>
                <a:ext uri="{FF2B5EF4-FFF2-40B4-BE49-F238E27FC236}">
                  <a16:creationId xmlns:a16="http://schemas.microsoft.com/office/drawing/2014/main" id="{38B9F7EA-E109-412E-171E-423BB7038D32}"/>
                </a:ext>
              </a:extLst>
            </p:cNvPr>
            <p:cNvSpPr txBox="1">
              <a:spLocks noChangeArrowheads="1"/>
            </p:cNvSpPr>
            <p:nvPr/>
          </p:nvSpPr>
          <p:spPr bwMode="auto">
            <a:xfrm>
              <a:off x="4560" y="3352"/>
              <a:ext cx="19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a:latin typeface="Times New Roman" panose="02020603050405020304" pitchFamily="18" charset="0"/>
                </a:rPr>
                <a:t>C</a:t>
              </a:r>
              <a:endParaRPr lang="en-US" altLang="en-US" sz="2800">
                <a:latin typeface="Times New Roman" panose="02020603050405020304" pitchFamily="18" charset="0"/>
              </a:endParaRPr>
            </a:p>
          </p:txBody>
        </p:sp>
        <p:sp>
          <p:nvSpPr>
            <p:cNvPr id="27668" name="Text Box 38">
              <a:extLst>
                <a:ext uri="{FF2B5EF4-FFF2-40B4-BE49-F238E27FC236}">
                  <a16:creationId xmlns:a16="http://schemas.microsoft.com/office/drawing/2014/main" id="{1ED77008-611E-4F75-0D78-823E4BB3B5E4}"/>
                </a:ext>
              </a:extLst>
            </p:cNvPr>
            <p:cNvSpPr txBox="1">
              <a:spLocks noChangeArrowheads="1"/>
            </p:cNvSpPr>
            <p:nvPr/>
          </p:nvSpPr>
          <p:spPr bwMode="auto">
            <a:xfrm>
              <a:off x="4416" y="3462"/>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a:latin typeface="Times New Roman" panose="02020603050405020304" pitchFamily="18" charset="0"/>
                </a:rPr>
                <a:t>x</a:t>
              </a:r>
            </a:p>
          </p:txBody>
        </p:sp>
        <p:sp>
          <p:nvSpPr>
            <p:cNvPr id="27669" name="Text Box 39">
              <a:extLst>
                <a:ext uri="{FF2B5EF4-FFF2-40B4-BE49-F238E27FC236}">
                  <a16:creationId xmlns:a16="http://schemas.microsoft.com/office/drawing/2014/main" id="{E301A44D-9EC6-DBDE-FC80-75973EF78D17}"/>
                </a:ext>
              </a:extLst>
            </p:cNvPr>
            <p:cNvSpPr txBox="1">
              <a:spLocks noChangeArrowheads="1"/>
            </p:cNvSpPr>
            <p:nvPr/>
          </p:nvSpPr>
          <p:spPr bwMode="auto">
            <a:xfrm>
              <a:off x="3754" y="2963"/>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a:latin typeface="Times New Roman" panose="02020603050405020304" pitchFamily="18" charset="0"/>
                </a:rPr>
                <a:t>y</a:t>
              </a:r>
            </a:p>
          </p:txBody>
        </p:sp>
        <p:grpSp>
          <p:nvGrpSpPr>
            <p:cNvPr id="27670" name="Group 40">
              <a:extLst>
                <a:ext uri="{FF2B5EF4-FFF2-40B4-BE49-F238E27FC236}">
                  <a16:creationId xmlns:a16="http://schemas.microsoft.com/office/drawing/2014/main" id="{5CE05D32-6626-612E-992E-219F67E233DB}"/>
                </a:ext>
              </a:extLst>
            </p:cNvPr>
            <p:cNvGrpSpPr>
              <a:grpSpLocks/>
            </p:cNvGrpSpPr>
            <p:nvPr/>
          </p:nvGrpSpPr>
          <p:grpSpPr bwMode="auto">
            <a:xfrm>
              <a:off x="3955" y="2829"/>
              <a:ext cx="172" cy="192"/>
              <a:chOff x="3219" y="2772"/>
              <a:chExt cx="172" cy="192"/>
            </a:xfrm>
          </p:grpSpPr>
          <p:sp>
            <p:nvSpPr>
              <p:cNvPr id="27674" name="Text Box 41">
                <a:extLst>
                  <a:ext uri="{FF2B5EF4-FFF2-40B4-BE49-F238E27FC236}">
                    <a16:creationId xmlns:a16="http://schemas.microsoft.com/office/drawing/2014/main" id="{AF7F711D-2440-EA2B-CD3B-914C08540736}"/>
                  </a:ext>
                </a:extLst>
              </p:cNvPr>
              <p:cNvSpPr txBox="1">
                <a:spLocks noChangeArrowheads="1"/>
              </p:cNvSpPr>
              <p:nvPr/>
            </p:nvSpPr>
            <p:spPr bwMode="auto">
              <a:xfrm>
                <a:off x="3219" y="2772"/>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a:latin typeface="Times New Roman" panose="02020603050405020304" pitchFamily="18" charset="0"/>
                  </a:rPr>
                  <a:t>x</a:t>
                </a:r>
              </a:p>
            </p:txBody>
          </p:sp>
          <p:sp>
            <p:nvSpPr>
              <p:cNvPr id="27675" name="Line 42">
                <a:extLst>
                  <a:ext uri="{FF2B5EF4-FFF2-40B4-BE49-F238E27FC236}">
                    <a16:creationId xmlns:a16="http://schemas.microsoft.com/office/drawing/2014/main" id="{729D4524-8458-77C5-B739-2026485083F6}"/>
                  </a:ext>
                </a:extLst>
              </p:cNvPr>
              <p:cNvSpPr>
                <a:spLocks noChangeShapeType="1"/>
              </p:cNvSpPr>
              <p:nvPr/>
            </p:nvSpPr>
            <p:spPr bwMode="auto">
              <a:xfrm>
                <a:off x="3265" y="2821"/>
                <a:ext cx="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7671" name="Group 43">
              <a:extLst>
                <a:ext uri="{FF2B5EF4-FFF2-40B4-BE49-F238E27FC236}">
                  <a16:creationId xmlns:a16="http://schemas.microsoft.com/office/drawing/2014/main" id="{7C158448-8417-46FF-4137-E41CA5AF4EEC}"/>
                </a:ext>
              </a:extLst>
            </p:cNvPr>
            <p:cNvGrpSpPr>
              <a:grpSpLocks/>
            </p:cNvGrpSpPr>
            <p:nvPr/>
          </p:nvGrpSpPr>
          <p:grpSpPr bwMode="auto">
            <a:xfrm>
              <a:off x="3606" y="3190"/>
              <a:ext cx="172" cy="192"/>
              <a:chOff x="3104" y="3258"/>
              <a:chExt cx="172" cy="192"/>
            </a:xfrm>
          </p:grpSpPr>
          <p:sp>
            <p:nvSpPr>
              <p:cNvPr id="27672" name="Text Box 44">
                <a:extLst>
                  <a:ext uri="{FF2B5EF4-FFF2-40B4-BE49-F238E27FC236}">
                    <a16:creationId xmlns:a16="http://schemas.microsoft.com/office/drawing/2014/main" id="{11AC59F2-4E97-4001-68EA-0FC044875D1E}"/>
                  </a:ext>
                </a:extLst>
              </p:cNvPr>
              <p:cNvSpPr txBox="1">
                <a:spLocks noChangeArrowheads="1"/>
              </p:cNvSpPr>
              <p:nvPr/>
            </p:nvSpPr>
            <p:spPr bwMode="auto">
              <a:xfrm>
                <a:off x="3104" y="3258"/>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a:latin typeface="Times New Roman" panose="02020603050405020304" pitchFamily="18" charset="0"/>
                  </a:rPr>
                  <a:t>y</a:t>
                </a:r>
              </a:p>
            </p:txBody>
          </p:sp>
          <p:sp>
            <p:nvSpPr>
              <p:cNvPr id="27673" name="Line 45">
                <a:extLst>
                  <a:ext uri="{FF2B5EF4-FFF2-40B4-BE49-F238E27FC236}">
                    <a16:creationId xmlns:a16="http://schemas.microsoft.com/office/drawing/2014/main" id="{4CB40701-2029-1414-C778-D69FECD6BAF4}"/>
                  </a:ext>
                </a:extLst>
              </p:cNvPr>
              <p:cNvSpPr>
                <a:spLocks noChangeShapeType="1"/>
              </p:cNvSpPr>
              <p:nvPr/>
            </p:nvSpPr>
            <p:spPr bwMode="auto">
              <a:xfrm>
                <a:off x="3140" y="3312"/>
                <a:ext cx="9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sp>
        <p:nvSpPr>
          <p:cNvPr id="27653" name="Line 46">
            <a:extLst>
              <a:ext uri="{FF2B5EF4-FFF2-40B4-BE49-F238E27FC236}">
                <a16:creationId xmlns:a16="http://schemas.microsoft.com/office/drawing/2014/main" id="{03F92450-0B69-34D4-DC7C-6852EEE921DD}"/>
              </a:ext>
            </a:extLst>
          </p:cNvPr>
          <p:cNvSpPr>
            <a:spLocks noChangeShapeType="1"/>
          </p:cNvSpPr>
          <p:nvPr/>
        </p:nvSpPr>
        <p:spPr bwMode="auto">
          <a:xfrm>
            <a:off x="4017963" y="5668963"/>
            <a:ext cx="1435100" cy="0"/>
          </a:xfrm>
          <a:prstGeom prst="line">
            <a:avLst/>
          </a:prstGeom>
          <a:noFill/>
          <a:ln w="38100" cmpd="dbl">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7654" name="Footer Placeholder 1">
            <a:extLst>
              <a:ext uri="{FF2B5EF4-FFF2-40B4-BE49-F238E27FC236}">
                <a16:creationId xmlns:a16="http://schemas.microsoft.com/office/drawing/2014/main" id="{7C86E251-9E49-F70A-305C-21C6A1EA2750}"/>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200">
                <a:solidFill>
                  <a:srgbClr val="898989"/>
                </a:solidFill>
              </a:rPr>
              <a:t>Introduction to Pi-Calculus</a:t>
            </a:r>
          </a:p>
        </p:txBody>
      </p:sp>
      <p:sp>
        <p:nvSpPr>
          <p:cNvPr id="27655" name="Slide Number Placeholder 2">
            <a:extLst>
              <a:ext uri="{FF2B5EF4-FFF2-40B4-BE49-F238E27FC236}">
                <a16:creationId xmlns:a16="http://schemas.microsoft.com/office/drawing/2014/main" id="{A9D01B07-3D9E-B329-DF8B-51F41594CA5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9A828500-4A5F-454B-A838-6A17C93DB546}" type="slidenum">
              <a:rPr lang="en-US" altLang="en-US" sz="1200">
                <a:solidFill>
                  <a:srgbClr val="898989"/>
                </a:solidFill>
              </a:rPr>
              <a:pPr eaLnBrk="1" hangingPunct="1"/>
              <a:t>12</a:t>
            </a:fld>
            <a:endParaRPr lang="en-US" altLang="en-US" sz="1200">
              <a:solidFill>
                <a:srgbClr val="898989"/>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a:extLst>
              <a:ext uri="{FF2B5EF4-FFF2-40B4-BE49-F238E27FC236}">
                <a16:creationId xmlns:a16="http://schemas.microsoft.com/office/drawing/2014/main" id="{87FFCC0D-5E4A-7DA2-B0A4-072D3A77C167}"/>
              </a:ext>
            </a:extLst>
          </p:cNvPr>
          <p:cNvSpPr>
            <a:spLocks noGrp="1" noChangeArrowheads="1"/>
          </p:cNvSpPr>
          <p:nvPr>
            <p:ph type="title"/>
          </p:nvPr>
        </p:nvSpPr>
        <p:spPr>
          <a:xfrm>
            <a:off x="358775" y="381000"/>
            <a:ext cx="8537575" cy="965200"/>
          </a:xfrm>
        </p:spPr>
        <p:txBody>
          <a:bodyPr/>
          <a:lstStyle/>
          <a:p>
            <a:pPr eaLnBrk="1" hangingPunct="1"/>
            <a:r>
              <a:rPr lang="en-US" altLang="en-US" sz="4000">
                <a:solidFill>
                  <a:srgbClr val="2402EE"/>
                </a:solidFill>
                <a:ea typeface="ＭＳ Ｐゴシック" panose="020B0600070205080204" pitchFamily="34" charset="-128"/>
              </a:rPr>
              <a:t>Example Mobile Processes </a:t>
            </a:r>
            <a:r>
              <a:rPr lang="en-US" altLang="en-US" sz="4000">
                <a:solidFill>
                  <a:srgbClr val="2402EE"/>
                </a:solidFill>
                <a:latin typeface="Times New Roman" panose="02020603050405020304" pitchFamily="18" charset="0"/>
                <a:ea typeface="ＭＳ Ｐゴシック" panose="020B0600070205080204" pitchFamily="34" charset="-128"/>
              </a:rPr>
              <a:t>in </a:t>
            </a:r>
            <a:r>
              <a:rPr lang="en-US" altLang="en-US" sz="4000">
                <a:solidFill>
                  <a:srgbClr val="2402EE"/>
                </a:solidFill>
                <a:latin typeface="Symbol" pitchFamily="2" charset="2"/>
                <a:ea typeface="ＭＳ Ｐゴシック" panose="020B0600070205080204" pitchFamily="34" charset="-128"/>
              </a:rPr>
              <a:t>p</a:t>
            </a:r>
            <a:r>
              <a:rPr lang="en-US" altLang="en-US" sz="4000">
                <a:solidFill>
                  <a:srgbClr val="2402EE"/>
                </a:solidFill>
                <a:latin typeface="Times New Roman" panose="02020603050405020304" pitchFamily="18" charset="0"/>
                <a:ea typeface="ＭＳ Ｐゴシック" panose="020B0600070205080204" pitchFamily="34" charset="-128"/>
              </a:rPr>
              <a:t>-Calculus</a:t>
            </a:r>
            <a:r>
              <a:rPr lang="en-US" altLang="en-US" sz="4000">
                <a:solidFill>
                  <a:srgbClr val="2402EE"/>
                </a:solidFill>
                <a:ea typeface="ＭＳ Ｐゴシック" panose="020B0600070205080204" pitchFamily="34" charset="-128"/>
              </a:rPr>
              <a:t> </a:t>
            </a:r>
          </a:p>
        </p:txBody>
      </p:sp>
      <p:grpSp>
        <p:nvGrpSpPr>
          <p:cNvPr id="28674" name="Group 3">
            <a:extLst>
              <a:ext uri="{FF2B5EF4-FFF2-40B4-BE49-F238E27FC236}">
                <a16:creationId xmlns:a16="http://schemas.microsoft.com/office/drawing/2014/main" id="{4A2D06E6-846F-A6A0-8DBD-5195E1F6D3B2}"/>
              </a:ext>
            </a:extLst>
          </p:cNvPr>
          <p:cNvGrpSpPr>
            <a:grpSpLocks/>
          </p:cNvGrpSpPr>
          <p:nvPr/>
        </p:nvGrpSpPr>
        <p:grpSpPr bwMode="auto">
          <a:xfrm>
            <a:off x="1352550" y="2003425"/>
            <a:ext cx="1895475" cy="1465263"/>
            <a:chOff x="790" y="2797"/>
            <a:chExt cx="1194" cy="923"/>
          </a:xfrm>
        </p:grpSpPr>
        <p:sp>
          <p:nvSpPr>
            <p:cNvPr id="28710" name="Oval 4">
              <a:extLst>
                <a:ext uri="{FF2B5EF4-FFF2-40B4-BE49-F238E27FC236}">
                  <a16:creationId xmlns:a16="http://schemas.microsoft.com/office/drawing/2014/main" id="{151A9671-ABF4-0C09-E47D-30DCD9623A9C}"/>
                </a:ext>
              </a:extLst>
            </p:cNvPr>
            <p:cNvSpPr>
              <a:spLocks noChangeArrowheads="1"/>
            </p:cNvSpPr>
            <p:nvPr/>
          </p:nvSpPr>
          <p:spPr bwMode="auto">
            <a:xfrm>
              <a:off x="820" y="2797"/>
              <a:ext cx="296" cy="25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8711" name="Oval 5">
              <a:extLst>
                <a:ext uri="{FF2B5EF4-FFF2-40B4-BE49-F238E27FC236}">
                  <a16:creationId xmlns:a16="http://schemas.microsoft.com/office/drawing/2014/main" id="{2925758B-71BD-5610-2122-578ED391452F}"/>
                </a:ext>
              </a:extLst>
            </p:cNvPr>
            <p:cNvSpPr>
              <a:spLocks noChangeArrowheads="1"/>
            </p:cNvSpPr>
            <p:nvPr/>
          </p:nvSpPr>
          <p:spPr bwMode="auto">
            <a:xfrm>
              <a:off x="806" y="3369"/>
              <a:ext cx="296" cy="25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8712" name="Oval 6">
              <a:extLst>
                <a:ext uri="{FF2B5EF4-FFF2-40B4-BE49-F238E27FC236}">
                  <a16:creationId xmlns:a16="http://schemas.microsoft.com/office/drawing/2014/main" id="{26F1A107-3B18-4A60-2F9D-2E8E1FA25774}"/>
                </a:ext>
              </a:extLst>
            </p:cNvPr>
            <p:cNvSpPr>
              <a:spLocks noChangeArrowheads="1"/>
            </p:cNvSpPr>
            <p:nvPr/>
          </p:nvSpPr>
          <p:spPr bwMode="auto">
            <a:xfrm>
              <a:off x="1688" y="3356"/>
              <a:ext cx="296" cy="25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8713" name="Line 7">
              <a:extLst>
                <a:ext uri="{FF2B5EF4-FFF2-40B4-BE49-F238E27FC236}">
                  <a16:creationId xmlns:a16="http://schemas.microsoft.com/office/drawing/2014/main" id="{31335A0A-E794-30ED-1635-7F78BA745A97}"/>
                </a:ext>
              </a:extLst>
            </p:cNvPr>
            <p:cNvSpPr>
              <a:spLocks noChangeShapeType="1"/>
            </p:cNvSpPr>
            <p:nvPr/>
          </p:nvSpPr>
          <p:spPr bwMode="auto">
            <a:xfrm>
              <a:off x="1099" y="3491"/>
              <a:ext cx="5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714" name="Line 8">
              <a:extLst>
                <a:ext uri="{FF2B5EF4-FFF2-40B4-BE49-F238E27FC236}">
                  <a16:creationId xmlns:a16="http://schemas.microsoft.com/office/drawing/2014/main" id="{C3724548-E745-DF49-202B-AFF7C332F7FC}"/>
                </a:ext>
              </a:extLst>
            </p:cNvPr>
            <p:cNvSpPr>
              <a:spLocks noChangeShapeType="1"/>
            </p:cNvSpPr>
            <p:nvPr/>
          </p:nvSpPr>
          <p:spPr bwMode="auto">
            <a:xfrm flipV="1">
              <a:off x="958" y="3055"/>
              <a:ext cx="0" cy="31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715" name="Oval 9">
              <a:extLst>
                <a:ext uri="{FF2B5EF4-FFF2-40B4-BE49-F238E27FC236}">
                  <a16:creationId xmlns:a16="http://schemas.microsoft.com/office/drawing/2014/main" id="{FB170D2B-54FF-15BE-24A2-C9ECEA5A1F3A}"/>
                </a:ext>
              </a:extLst>
            </p:cNvPr>
            <p:cNvSpPr>
              <a:spLocks noChangeArrowheads="1"/>
            </p:cNvSpPr>
            <p:nvPr/>
          </p:nvSpPr>
          <p:spPr bwMode="auto">
            <a:xfrm>
              <a:off x="1676" y="3476"/>
              <a:ext cx="47" cy="47"/>
            </a:xfrm>
            <a:prstGeom prst="ellipse">
              <a:avLst/>
            </a:prstGeom>
            <a:solidFill>
              <a:schemeClr val="tx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8716" name="Oval 10">
              <a:extLst>
                <a:ext uri="{FF2B5EF4-FFF2-40B4-BE49-F238E27FC236}">
                  <a16:creationId xmlns:a16="http://schemas.microsoft.com/office/drawing/2014/main" id="{22477C59-8495-AEC1-A7F3-D61FF723D6A6}"/>
                </a:ext>
              </a:extLst>
            </p:cNvPr>
            <p:cNvSpPr>
              <a:spLocks noChangeArrowheads="1"/>
            </p:cNvSpPr>
            <p:nvPr/>
          </p:nvSpPr>
          <p:spPr bwMode="auto">
            <a:xfrm>
              <a:off x="1101" y="3478"/>
              <a:ext cx="47" cy="47"/>
            </a:xfrm>
            <a:prstGeom prst="ellipse">
              <a:avLst/>
            </a:prstGeom>
            <a:solidFill>
              <a:schemeClr val="tx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8717" name="Oval 11">
              <a:extLst>
                <a:ext uri="{FF2B5EF4-FFF2-40B4-BE49-F238E27FC236}">
                  <a16:creationId xmlns:a16="http://schemas.microsoft.com/office/drawing/2014/main" id="{C8FCC96C-07A2-0F59-9316-D6261ACFEC4D}"/>
                </a:ext>
              </a:extLst>
            </p:cNvPr>
            <p:cNvSpPr>
              <a:spLocks noChangeArrowheads="1"/>
            </p:cNvSpPr>
            <p:nvPr/>
          </p:nvSpPr>
          <p:spPr bwMode="auto">
            <a:xfrm>
              <a:off x="940" y="3317"/>
              <a:ext cx="47" cy="47"/>
            </a:xfrm>
            <a:prstGeom prst="ellipse">
              <a:avLst/>
            </a:prstGeom>
            <a:solidFill>
              <a:schemeClr val="tx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8718" name="Oval 12">
              <a:extLst>
                <a:ext uri="{FF2B5EF4-FFF2-40B4-BE49-F238E27FC236}">
                  <a16:creationId xmlns:a16="http://schemas.microsoft.com/office/drawing/2014/main" id="{6529C665-43CD-6AB5-D949-3111949A9B75}"/>
                </a:ext>
              </a:extLst>
            </p:cNvPr>
            <p:cNvSpPr>
              <a:spLocks noChangeArrowheads="1"/>
            </p:cNvSpPr>
            <p:nvPr/>
          </p:nvSpPr>
          <p:spPr bwMode="auto">
            <a:xfrm>
              <a:off x="934" y="3039"/>
              <a:ext cx="47" cy="47"/>
            </a:xfrm>
            <a:prstGeom prst="ellipse">
              <a:avLst/>
            </a:prstGeom>
            <a:solidFill>
              <a:schemeClr val="tx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8719" name="Text Box 13">
              <a:extLst>
                <a:ext uri="{FF2B5EF4-FFF2-40B4-BE49-F238E27FC236}">
                  <a16:creationId xmlns:a16="http://schemas.microsoft.com/office/drawing/2014/main" id="{052BDBE6-A2CB-479E-11D9-6A8EFC985837}"/>
                </a:ext>
              </a:extLst>
            </p:cNvPr>
            <p:cNvSpPr txBox="1">
              <a:spLocks noChangeArrowheads="1"/>
            </p:cNvSpPr>
            <p:nvPr/>
          </p:nvSpPr>
          <p:spPr bwMode="auto">
            <a:xfrm>
              <a:off x="860" y="3403"/>
              <a:ext cx="19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a:latin typeface="Times New Roman" panose="02020603050405020304" pitchFamily="18" charset="0"/>
                </a:rPr>
                <a:t>A</a:t>
              </a:r>
              <a:endParaRPr lang="en-US" altLang="en-US" sz="1200">
                <a:latin typeface="Times New Roman" panose="02020603050405020304" pitchFamily="18" charset="0"/>
              </a:endParaRPr>
            </a:p>
          </p:txBody>
        </p:sp>
        <p:sp>
          <p:nvSpPr>
            <p:cNvPr id="28720" name="Text Box 14">
              <a:extLst>
                <a:ext uri="{FF2B5EF4-FFF2-40B4-BE49-F238E27FC236}">
                  <a16:creationId xmlns:a16="http://schemas.microsoft.com/office/drawing/2014/main" id="{4EDF11F4-32A8-6AEC-8468-079F46B65BAA}"/>
                </a:ext>
              </a:extLst>
            </p:cNvPr>
            <p:cNvSpPr txBox="1">
              <a:spLocks noChangeArrowheads="1"/>
            </p:cNvSpPr>
            <p:nvPr/>
          </p:nvSpPr>
          <p:spPr bwMode="auto">
            <a:xfrm>
              <a:off x="878" y="2827"/>
              <a:ext cx="19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a:latin typeface="Times New Roman" panose="02020603050405020304" pitchFamily="18" charset="0"/>
                </a:rPr>
                <a:t>B</a:t>
              </a:r>
              <a:endParaRPr lang="en-US" altLang="en-US" sz="2800">
                <a:latin typeface="Times New Roman" panose="02020603050405020304" pitchFamily="18" charset="0"/>
              </a:endParaRPr>
            </a:p>
          </p:txBody>
        </p:sp>
        <p:sp>
          <p:nvSpPr>
            <p:cNvPr id="28721" name="Text Box 15">
              <a:extLst>
                <a:ext uri="{FF2B5EF4-FFF2-40B4-BE49-F238E27FC236}">
                  <a16:creationId xmlns:a16="http://schemas.microsoft.com/office/drawing/2014/main" id="{1B2308F8-43D6-80B7-CF92-D04A0FA5B330}"/>
                </a:ext>
              </a:extLst>
            </p:cNvPr>
            <p:cNvSpPr txBox="1">
              <a:spLocks noChangeArrowheads="1"/>
            </p:cNvSpPr>
            <p:nvPr/>
          </p:nvSpPr>
          <p:spPr bwMode="auto">
            <a:xfrm>
              <a:off x="1744" y="3389"/>
              <a:ext cx="19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a:latin typeface="Times New Roman" panose="02020603050405020304" pitchFamily="18" charset="0"/>
                </a:rPr>
                <a:t>C</a:t>
              </a:r>
              <a:endParaRPr lang="en-US" altLang="en-US" sz="2800">
                <a:latin typeface="Times New Roman" panose="02020603050405020304" pitchFamily="18" charset="0"/>
              </a:endParaRPr>
            </a:p>
          </p:txBody>
        </p:sp>
        <p:sp>
          <p:nvSpPr>
            <p:cNvPr id="28722" name="Text Box 16">
              <a:extLst>
                <a:ext uri="{FF2B5EF4-FFF2-40B4-BE49-F238E27FC236}">
                  <a16:creationId xmlns:a16="http://schemas.microsoft.com/office/drawing/2014/main" id="{D52251E9-E3CA-C68E-1A7F-BF7116EB89A1}"/>
                </a:ext>
              </a:extLst>
            </p:cNvPr>
            <p:cNvSpPr txBox="1">
              <a:spLocks noChangeArrowheads="1"/>
            </p:cNvSpPr>
            <p:nvPr/>
          </p:nvSpPr>
          <p:spPr bwMode="auto">
            <a:xfrm>
              <a:off x="1600" y="3499"/>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a:latin typeface="Times New Roman" panose="02020603050405020304" pitchFamily="18" charset="0"/>
                </a:rPr>
                <a:t>x</a:t>
              </a:r>
            </a:p>
          </p:txBody>
        </p:sp>
        <p:sp>
          <p:nvSpPr>
            <p:cNvPr id="28723" name="Text Box 17">
              <a:extLst>
                <a:ext uri="{FF2B5EF4-FFF2-40B4-BE49-F238E27FC236}">
                  <a16:creationId xmlns:a16="http://schemas.microsoft.com/office/drawing/2014/main" id="{19184992-FD5D-350B-AFFB-B91EC528F3FF}"/>
                </a:ext>
              </a:extLst>
            </p:cNvPr>
            <p:cNvSpPr txBox="1">
              <a:spLocks noChangeArrowheads="1"/>
            </p:cNvSpPr>
            <p:nvPr/>
          </p:nvSpPr>
          <p:spPr bwMode="auto">
            <a:xfrm>
              <a:off x="938" y="3000"/>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a:latin typeface="Times New Roman" panose="02020603050405020304" pitchFamily="18" charset="0"/>
                </a:rPr>
                <a:t>y</a:t>
              </a:r>
            </a:p>
          </p:txBody>
        </p:sp>
        <p:sp>
          <p:nvSpPr>
            <p:cNvPr id="28724" name="Text Box 19">
              <a:extLst>
                <a:ext uri="{FF2B5EF4-FFF2-40B4-BE49-F238E27FC236}">
                  <a16:creationId xmlns:a16="http://schemas.microsoft.com/office/drawing/2014/main" id="{00668D26-9163-4C73-DCC3-F398F75B936B}"/>
                </a:ext>
              </a:extLst>
            </p:cNvPr>
            <p:cNvSpPr txBox="1">
              <a:spLocks noChangeArrowheads="1"/>
            </p:cNvSpPr>
            <p:nvPr/>
          </p:nvSpPr>
          <p:spPr bwMode="auto">
            <a:xfrm>
              <a:off x="1061" y="3528"/>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a:latin typeface="Times New Roman" panose="02020603050405020304" pitchFamily="18" charset="0"/>
                </a:rPr>
                <a:t>x</a:t>
              </a:r>
            </a:p>
          </p:txBody>
        </p:sp>
        <p:grpSp>
          <p:nvGrpSpPr>
            <p:cNvPr id="28725" name="Group 21">
              <a:extLst>
                <a:ext uri="{FF2B5EF4-FFF2-40B4-BE49-F238E27FC236}">
                  <a16:creationId xmlns:a16="http://schemas.microsoft.com/office/drawing/2014/main" id="{C91C75F6-8B83-C821-C687-BB98BAD36C68}"/>
                </a:ext>
              </a:extLst>
            </p:cNvPr>
            <p:cNvGrpSpPr>
              <a:grpSpLocks/>
            </p:cNvGrpSpPr>
            <p:nvPr/>
          </p:nvGrpSpPr>
          <p:grpSpPr bwMode="auto">
            <a:xfrm>
              <a:off x="790" y="3227"/>
              <a:ext cx="172" cy="192"/>
              <a:chOff x="3104" y="3258"/>
              <a:chExt cx="172" cy="192"/>
            </a:xfrm>
          </p:grpSpPr>
          <p:sp>
            <p:nvSpPr>
              <p:cNvPr id="28726" name="Text Box 22">
                <a:extLst>
                  <a:ext uri="{FF2B5EF4-FFF2-40B4-BE49-F238E27FC236}">
                    <a16:creationId xmlns:a16="http://schemas.microsoft.com/office/drawing/2014/main" id="{1EDBABC7-4CD6-1BAD-36C6-A6592F85CF29}"/>
                  </a:ext>
                </a:extLst>
              </p:cNvPr>
              <p:cNvSpPr txBox="1">
                <a:spLocks noChangeArrowheads="1"/>
              </p:cNvSpPr>
              <p:nvPr/>
            </p:nvSpPr>
            <p:spPr bwMode="auto">
              <a:xfrm>
                <a:off x="3104" y="3258"/>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a:latin typeface="Times New Roman" panose="02020603050405020304" pitchFamily="18" charset="0"/>
                  </a:rPr>
                  <a:t>y</a:t>
                </a:r>
              </a:p>
            </p:txBody>
          </p:sp>
          <p:sp>
            <p:nvSpPr>
              <p:cNvPr id="28727" name="Line 23">
                <a:extLst>
                  <a:ext uri="{FF2B5EF4-FFF2-40B4-BE49-F238E27FC236}">
                    <a16:creationId xmlns:a16="http://schemas.microsoft.com/office/drawing/2014/main" id="{CE618EB2-FA8D-CD30-C711-50E78842C9BF}"/>
                  </a:ext>
                </a:extLst>
              </p:cNvPr>
              <p:cNvSpPr>
                <a:spLocks noChangeShapeType="1"/>
              </p:cNvSpPr>
              <p:nvPr/>
            </p:nvSpPr>
            <p:spPr bwMode="auto">
              <a:xfrm>
                <a:off x="3140" y="3312"/>
                <a:ext cx="9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28675" name="Group 24">
            <a:extLst>
              <a:ext uri="{FF2B5EF4-FFF2-40B4-BE49-F238E27FC236}">
                <a16:creationId xmlns:a16="http://schemas.microsoft.com/office/drawing/2014/main" id="{517E1467-BADA-DF21-37BB-7B22136A1EAB}"/>
              </a:ext>
            </a:extLst>
          </p:cNvPr>
          <p:cNvGrpSpPr>
            <a:grpSpLocks/>
          </p:cNvGrpSpPr>
          <p:nvPr/>
        </p:nvGrpSpPr>
        <p:grpSpPr bwMode="auto">
          <a:xfrm>
            <a:off x="5778500" y="1955800"/>
            <a:ext cx="1895475" cy="1419225"/>
            <a:chOff x="3606" y="2760"/>
            <a:chExt cx="1194" cy="894"/>
          </a:xfrm>
        </p:grpSpPr>
        <p:sp>
          <p:nvSpPr>
            <p:cNvPr id="28690" name="Oval 25">
              <a:extLst>
                <a:ext uri="{FF2B5EF4-FFF2-40B4-BE49-F238E27FC236}">
                  <a16:creationId xmlns:a16="http://schemas.microsoft.com/office/drawing/2014/main" id="{511D2E0D-9223-D458-A215-0E8A626227E2}"/>
                </a:ext>
              </a:extLst>
            </p:cNvPr>
            <p:cNvSpPr>
              <a:spLocks noChangeArrowheads="1"/>
            </p:cNvSpPr>
            <p:nvPr/>
          </p:nvSpPr>
          <p:spPr bwMode="auto">
            <a:xfrm>
              <a:off x="3636" y="2760"/>
              <a:ext cx="296" cy="25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8691" name="Oval 26">
              <a:extLst>
                <a:ext uri="{FF2B5EF4-FFF2-40B4-BE49-F238E27FC236}">
                  <a16:creationId xmlns:a16="http://schemas.microsoft.com/office/drawing/2014/main" id="{88CED67B-B0B4-9903-88C4-E82FC82D292F}"/>
                </a:ext>
              </a:extLst>
            </p:cNvPr>
            <p:cNvSpPr>
              <a:spLocks noChangeArrowheads="1"/>
            </p:cNvSpPr>
            <p:nvPr/>
          </p:nvSpPr>
          <p:spPr bwMode="auto">
            <a:xfrm>
              <a:off x="3622" y="3332"/>
              <a:ext cx="296" cy="25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8692" name="Oval 27">
              <a:extLst>
                <a:ext uri="{FF2B5EF4-FFF2-40B4-BE49-F238E27FC236}">
                  <a16:creationId xmlns:a16="http://schemas.microsoft.com/office/drawing/2014/main" id="{F9FEEB73-9058-3661-58AE-E5C070619323}"/>
                </a:ext>
              </a:extLst>
            </p:cNvPr>
            <p:cNvSpPr>
              <a:spLocks noChangeArrowheads="1"/>
            </p:cNvSpPr>
            <p:nvPr/>
          </p:nvSpPr>
          <p:spPr bwMode="auto">
            <a:xfrm>
              <a:off x="4504" y="3319"/>
              <a:ext cx="296" cy="25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8693" name="Line 28">
              <a:extLst>
                <a:ext uri="{FF2B5EF4-FFF2-40B4-BE49-F238E27FC236}">
                  <a16:creationId xmlns:a16="http://schemas.microsoft.com/office/drawing/2014/main" id="{BFC42DEF-E6EC-B843-C01E-1B68B2D61B1A}"/>
                </a:ext>
              </a:extLst>
            </p:cNvPr>
            <p:cNvSpPr>
              <a:spLocks noChangeShapeType="1"/>
            </p:cNvSpPr>
            <p:nvPr/>
          </p:nvSpPr>
          <p:spPr bwMode="auto">
            <a:xfrm>
              <a:off x="3907" y="2964"/>
              <a:ext cx="584" cy="49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694" name="Line 29">
              <a:extLst>
                <a:ext uri="{FF2B5EF4-FFF2-40B4-BE49-F238E27FC236}">
                  <a16:creationId xmlns:a16="http://schemas.microsoft.com/office/drawing/2014/main" id="{956D96EB-19E7-4B11-80BB-72AB0E9D4779}"/>
                </a:ext>
              </a:extLst>
            </p:cNvPr>
            <p:cNvSpPr>
              <a:spLocks noChangeShapeType="1"/>
            </p:cNvSpPr>
            <p:nvPr/>
          </p:nvSpPr>
          <p:spPr bwMode="auto">
            <a:xfrm flipV="1">
              <a:off x="3774" y="3018"/>
              <a:ext cx="0" cy="31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695" name="Oval 30">
              <a:extLst>
                <a:ext uri="{FF2B5EF4-FFF2-40B4-BE49-F238E27FC236}">
                  <a16:creationId xmlns:a16="http://schemas.microsoft.com/office/drawing/2014/main" id="{78D9954D-AAFF-2AAB-E453-C808DE19BCB7}"/>
                </a:ext>
              </a:extLst>
            </p:cNvPr>
            <p:cNvSpPr>
              <a:spLocks noChangeArrowheads="1"/>
            </p:cNvSpPr>
            <p:nvPr/>
          </p:nvSpPr>
          <p:spPr bwMode="auto">
            <a:xfrm>
              <a:off x="4492" y="3439"/>
              <a:ext cx="47" cy="47"/>
            </a:xfrm>
            <a:prstGeom prst="ellipse">
              <a:avLst/>
            </a:prstGeom>
            <a:solidFill>
              <a:schemeClr val="tx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8696" name="Oval 31">
              <a:extLst>
                <a:ext uri="{FF2B5EF4-FFF2-40B4-BE49-F238E27FC236}">
                  <a16:creationId xmlns:a16="http://schemas.microsoft.com/office/drawing/2014/main" id="{904302A9-FF08-F0B8-7FCA-54C26E6421D1}"/>
                </a:ext>
              </a:extLst>
            </p:cNvPr>
            <p:cNvSpPr>
              <a:spLocks noChangeArrowheads="1"/>
            </p:cNvSpPr>
            <p:nvPr/>
          </p:nvSpPr>
          <p:spPr bwMode="auto">
            <a:xfrm>
              <a:off x="3894" y="2942"/>
              <a:ext cx="47" cy="47"/>
            </a:xfrm>
            <a:prstGeom prst="ellipse">
              <a:avLst/>
            </a:prstGeom>
            <a:solidFill>
              <a:schemeClr val="tx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8697" name="Oval 32">
              <a:extLst>
                <a:ext uri="{FF2B5EF4-FFF2-40B4-BE49-F238E27FC236}">
                  <a16:creationId xmlns:a16="http://schemas.microsoft.com/office/drawing/2014/main" id="{578C4490-BC28-E86E-75C4-CC597FF897AB}"/>
                </a:ext>
              </a:extLst>
            </p:cNvPr>
            <p:cNvSpPr>
              <a:spLocks noChangeArrowheads="1"/>
            </p:cNvSpPr>
            <p:nvPr/>
          </p:nvSpPr>
          <p:spPr bwMode="auto">
            <a:xfrm>
              <a:off x="3756" y="3280"/>
              <a:ext cx="47" cy="47"/>
            </a:xfrm>
            <a:prstGeom prst="ellipse">
              <a:avLst/>
            </a:prstGeom>
            <a:solidFill>
              <a:schemeClr val="tx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8698" name="Oval 33">
              <a:extLst>
                <a:ext uri="{FF2B5EF4-FFF2-40B4-BE49-F238E27FC236}">
                  <a16:creationId xmlns:a16="http://schemas.microsoft.com/office/drawing/2014/main" id="{55F84ED2-9DE4-EF81-2928-5F575A6B53A0}"/>
                </a:ext>
              </a:extLst>
            </p:cNvPr>
            <p:cNvSpPr>
              <a:spLocks noChangeArrowheads="1"/>
            </p:cNvSpPr>
            <p:nvPr/>
          </p:nvSpPr>
          <p:spPr bwMode="auto">
            <a:xfrm>
              <a:off x="3750" y="3002"/>
              <a:ext cx="47" cy="47"/>
            </a:xfrm>
            <a:prstGeom prst="ellipse">
              <a:avLst/>
            </a:prstGeom>
            <a:solidFill>
              <a:schemeClr val="tx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8699" name="Text Box 34">
              <a:extLst>
                <a:ext uri="{FF2B5EF4-FFF2-40B4-BE49-F238E27FC236}">
                  <a16:creationId xmlns:a16="http://schemas.microsoft.com/office/drawing/2014/main" id="{8C88B888-1922-C08A-BCF1-062262D9701D}"/>
                </a:ext>
              </a:extLst>
            </p:cNvPr>
            <p:cNvSpPr txBox="1">
              <a:spLocks noChangeArrowheads="1"/>
            </p:cNvSpPr>
            <p:nvPr/>
          </p:nvSpPr>
          <p:spPr bwMode="auto">
            <a:xfrm>
              <a:off x="3676" y="3366"/>
              <a:ext cx="19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a:latin typeface="Times New Roman" panose="02020603050405020304" pitchFamily="18" charset="0"/>
                </a:rPr>
                <a:t>A</a:t>
              </a:r>
              <a:endParaRPr lang="en-US" altLang="en-US" sz="1200">
                <a:latin typeface="Times New Roman" panose="02020603050405020304" pitchFamily="18" charset="0"/>
              </a:endParaRPr>
            </a:p>
          </p:txBody>
        </p:sp>
        <p:sp>
          <p:nvSpPr>
            <p:cNvPr id="28700" name="Text Box 35">
              <a:extLst>
                <a:ext uri="{FF2B5EF4-FFF2-40B4-BE49-F238E27FC236}">
                  <a16:creationId xmlns:a16="http://schemas.microsoft.com/office/drawing/2014/main" id="{1B1F9EF7-CF2C-E37A-B7C9-2BB8A632E8BD}"/>
                </a:ext>
              </a:extLst>
            </p:cNvPr>
            <p:cNvSpPr txBox="1">
              <a:spLocks noChangeArrowheads="1"/>
            </p:cNvSpPr>
            <p:nvPr/>
          </p:nvSpPr>
          <p:spPr bwMode="auto">
            <a:xfrm>
              <a:off x="3694" y="2790"/>
              <a:ext cx="19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a:latin typeface="Times New Roman" panose="02020603050405020304" pitchFamily="18" charset="0"/>
                </a:rPr>
                <a:t>B</a:t>
              </a:r>
              <a:endParaRPr lang="en-US" altLang="en-US" sz="2800">
                <a:latin typeface="Times New Roman" panose="02020603050405020304" pitchFamily="18" charset="0"/>
              </a:endParaRPr>
            </a:p>
          </p:txBody>
        </p:sp>
        <p:sp>
          <p:nvSpPr>
            <p:cNvPr id="28701" name="Text Box 36">
              <a:extLst>
                <a:ext uri="{FF2B5EF4-FFF2-40B4-BE49-F238E27FC236}">
                  <a16:creationId xmlns:a16="http://schemas.microsoft.com/office/drawing/2014/main" id="{E0C378AD-375E-B047-E5EF-6F9431AC4E31}"/>
                </a:ext>
              </a:extLst>
            </p:cNvPr>
            <p:cNvSpPr txBox="1">
              <a:spLocks noChangeArrowheads="1"/>
            </p:cNvSpPr>
            <p:nvPr/>
          </p:nvSpPr>
          <p:spPr bwMode="auto">
            <a:xfrm>
              <a:off x="4560" y="3352"/>
              <a:ext cx="19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a:latin typeface="Times New Roman" panose="02020603050405020304" pitchFamily="18" charset="0"/>
                </a:rPr>
                <a:t>C</a:t>
              </a:r>
              <a:endParaRPr lang="en-US" altLang="en-US" sz="2800">
                <a:latin typeface="Times New Roman" panose="02020603050405020304" pitchFamily="18" charset="0"/>
              </a:endParaRPr>
            </a:p>
          </p:txBody>
        </p:sp>
        <p:sp>
          <p:nvSpPr>
            <p:cNvPr id="28702" name="Text Box 37">
              <a:extLst>
                <a:ext uri="{FF2B5EF4-FFF2-40B4-BE49-F238E27FC236}">
                  <a16:creationId xmlns:a16="http://schemas.microsoft.com/office/drawing/2014/main" id="{3189E0BF-33D6-D44F-8609-3DED822F4EB6}"/>
                </a:ext>
              </a:extLst>
            </p:cNvPr>
            <p:cNvSpPr txBox="1">
              <a:spLocks noChangeArrowheads="1"/>
            </p:cNvSpPr>
            <p:nvPr/>
          </p:nvSpPr>
          <p:spPr bwMode="auto">
            <a:xfrm>
              <a:off x="4416" y="3462"/>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a:latin typeface="Times New Roman" panose="02020603050405020304" pitchFamily="18" charset="0"/>
                </a:rPr>
                <a:t>x</a:t>
              </a:r>
            </a:p>
          </p:txBody>
        </p:sp>
        <p:sp>
          <p:nvSpPr>
            <p:cNvPr id="28703" name="Text Box 38">
              <a:extLst>
                <a:ext uri="{FF2B5EF4-FFF2-40B4-BE49-F238E27FC236}">
                  <a16:creationId xmlns:a16="http://schemas.microsoft.com/office/drawing/2014/main" id="{B6B88917-4A8C-CA07-A04A-277623904DE3}"/>
                </a:ext>
              </a:extLst>
            </p:cNvPr>
            <p:cNvSpPr txBox="1">
              <a:spLocks noChangeArrowheads="1"/>
            </p:cNvSpPr>
            <p:nvPr/>
          </p:nvSpPr>
          <p:spPr bwMode="auto">
            <a:xfrm>
              <a:off x="3754" y="2963"/>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a:latin typeface="Times New Roman" panose="02020603050405020304" pitchFamily="18" charset="0"/>
                </a:rPr>
                <a:t>y</a:t>
              </a:r>
            </a:p>
          </p:txBody>
        </p:sp>
        <p:grpSp>
          <p:nvGrpSpPr>
            <p:cNvPr id="28704" name="Group 39">
              <a:extLst>
                <a:ext uri="{FF2B5EF4-FFF2-40B4-BE49-F238E27FC236}">
                  <a16:creationId xmlns:a16="http://schemas.microsoft.com/office/drawing/2014/main" id="{825E179E-FC98-EC43-85CA-A76C523DCDB5}"/>
                </a:ext>
              </a:extLst>
            </p:cNvPr>
            <p:cNvGrpSpPr>
              <a:grpSpLocks/>
            </p:cNvGrpSpPr>
            <p:nvPr/>
          </p:nvGrpSpPr>
          <p:grpSpPr bwMode="auto">
            <a:xfrm>
              <a:off x="3955" y="2829"/>
              <a:ext cx="172" cy="192"/>
              <a:chOff x="3219" y="2772"/>
              <a:chExt cx="172" cy="192"/>
            </a:xfrm>
          </p:grpSpPr>
          <p:sp>
            <p:nvSpPr>
              <p:cNvPr id="28708" name="Text Box 40">
                <a:extLst>
                  <a:ext uri="{FF2B5EF4-FFF2-40B4-BE49-F238E27FC236}">
                    <a16:creationId xmlns:a16="http://schemas.microsoft.com/office/drawing/2014/main" id="{C2391B48-2B5E-663D-E0C5-AC468548C94F}"/>
                  </a:ext>
                </a:extLst>
              </p:cNvPr>
              <p:cNvSpPr txBox="1">
                <a:spLocks noChangeArrowheads="1"/>
              </p:cNvSpPr>
              <p:nvPr/>
            </p:nvSpPr>
            <p:spPr bwMode="auto">
              <a:xfrm>
                <a:off x="3219" y="2772"/>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a:latin typeface="Times New Roman" panose="02020603050405020304" pitchFamily="18" charset="0"/>
                  </a:rPr>
                  <a:t>x</a:t>
                </a:r>
              </a:p>
            </p:txBody>
          </p:sp>
          <p:sp>
            <p:nvSpPr>
              <p:cNvPr id="28709" name="Line 41">
                <a:extLst>
                  <a:ext uri="{FF2B5EF4-FFF2-40B4-BE49-F238E27FC236}">
                    <a16:creationId xmlns:a16="http://schemas.microsoft.com/office/drawing/2014/main" id="{07252F96-88A9-AD7F-EF1B-BFF31BFBC3C6}"/>
                  </a:ext>
                </a:extLst>
              </p:cNvPr>
              <p:cNvSpPr>
                <a:spLocks noChangeShapeType="1"/>
              </p:cNvSpPr>
              <p:nvPr/>
            </p:nvSpPr>
            <p:spPr bwMode="auto">
              <a:xfrm>
                <a:off x="3265" y="2821"/>
                <a:ext cx="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8705" name="Group 42">
              <a:extLst>
                <a:ext uri="{FF2B5EF4-FFF2-40B4-BE49-F238E27FC236}">
                  <a16:creationId xmlns:a16="http://schemas.microsoft.com/office/drawing/2014/main" id="{A33EABF5-ED6A-89F0-BFBD-E382080F6C70}"/>
                </a:ext>
              </a:extLst>
            </p:cNvPr>
            <p:cNvGrpSpPr>
              <a:grpSpLocks/>
            </p:cNvGrpSpPr>
            <p:nvPr/>
          </p:nvGrpSpPr>
          <p:grpSpPr bwMode="auto">
            <a:xfrm>
              <a:off x="3606" y="3190"/>
              <a:ext cx="172" cy="192"/>
              <a:chOff x="3104" y="3258"/>
              <a:chExt cx="172" cy="192"/>
            </a:xfrm>
          </p:grpSpPr>
          <p:sp>
            <p:nvSpPr>
              <p:cNvPr id="28706" name="Text Box 43">
                <a:extLst>
                  <a:ext uri="{FF2B5EF4-FFF2-40B4-BE49-F238E27FC236}">
                    <a16:creationId xmlns:a16="http://schemas.microsoft.com/office/drawing/2014/main" id="{187FE0DB-65D5-F56E-8832-E30CCEEEFEE3}"/>
                  </a:ext>
                </a:extLst>
              </p:cNvPr>
              <p:cNvSpPr txBox="1">
                <a:spLocks noChangeArrowheads="1"/>
              </p:cNvSpPr>
              <p:nvPr/>
            </p:nvSpPr>
            <p:spPr bwMode="auto">
              <a:xfrm>
                <a:off x="3104" y="3258"/>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a:latin typeface="Times New Roman" panose="02020603050405020304" pitchFamily="18" charset="0"/>
                  </a:rPr>
                  <a:t>y</a:t>
                </a:r>
              </a:p>
            </p:txBody>
          </p:sp>
          <p:sp>
            <p:nvSpPr>
              <p:cNvPr id="28707" name="Line 44">
                <a:extLst>
                  <a:ext uri="{FF2B5EF4-FFF2-40B4-BE49-F238E27FC236}">
                    <a16:creationId xmlns:a16="http://schemas.microsoft.com/office/drawing/2014/main" id="{03547F8E-A59B-AEC1-1F38-22F8FE45DFFD}"/>
                  </a:ext>
                </a:extLst>
              </p:cNvPr>
              <p:cNvSpPr>
                <a:spLocks noChangeShapeType="1"/>
              </p:cNvSpPr>
              <p:nvPr/>
            </p:nvSpPr>
            <p:spPr bwMode="auto">
              <a:xfrm>
                <a:off x="3140" y="3312"/>
                <a:ext cx="9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sp>
        <p:nvSpPr>
          <p:cNvPr id="28676" name="Line 45">
            <a:extLst>
              <a:ext uri="{FF2B5EF4-FFF2-40B4-BE49-F238E27FC236}">
                <a16:creationId xmlns:a16="http://schemas.microsoft.com/office/drawing/2014/main" id="{0F279C4A-4079-B4D7-0852-FF3C57A2A716}"/>
              </a:ext>
            </a:extLst>
          </p:cNvPr>
          <p:cNvSpPr>
            <a:spLocks noChangeShapeType="1"/>
          </p:cNvSpPr>
          <p:nvPr/>
        </p:nvSpPr>
        <p:spPr bwMode="auto">
          <a:xfrm>
            <a:off x="3789363" y="2708275"/>
            <a:ext cx="1435100" cy="0"/>
          </a:xfrm>
          <a:prstGeom prst="line">
            <a:avLst/>
          </a:prstGeom>
          <a:noFill/>
          <a:ln w="38100" cmpd="dbl">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nvGrpSpPr>
          <p:cNvPr id="28677" name="Group 46">
            <a:extLst>
              <a:ext uri="{FF2B5EF4-FFF2-40B4-BE49-F238E27FC236}">
                <a16:creationId xmlns:a16="http://schemas.microsoft.com/office/drawing/2014/main" id="{0C4228B5-658F-51B7-61B4-1CFC70FF3049}"/>
              </a:ext>
            </a:extLst>
          </p:cNvPr>
          <p:cNvGrpSpPr>
            <a:grpSpLocks/>
          </p:cNvGrpSpPr>
          <p:nvPr/>
        </p:nvGrpSpPr>
        <p:grpSpPr bwMode="auto">
          <a:xfrm>
            <a:off x="534988" y="3876675"/>
            <a:ext cx="8151812" cy="1347788"/>
            <a:chOff x="327" y="1554"/>
            <a:chExt cx="5135" cy="849"/>
          </a:xfrm>
        </p:grpSpPr>
        <p:sp>
          <p:nvSpPr>
            <p:cNvPr id="28687" name="Text Box 47">
              <a:extLst>
                <a:ext uri="{FF2B5EF4-FFF2-40B4-BE49-F238E27FC236}">
                  <a16:creationId xmlns:a16="http://schemas.microsoft.com/office/drawing/2014/main" id="{32592D89-57D5-2116-1875-8915BD46AE10}"/>
                </a:ext>
              </a:extLst>
            </p:cNvPr>
            <p:cNvSpPr txBox="1">
              <a:spLocks noChangeArrowheads="1"/>
            </p:cNvSpPr>
            <p:nvPr/>
          </p:nvSpPr>
          <p:spPr bwMode="auto">
            <a:xfrm>
              <a:off x="327" y="1554"/>
              <a:ext cx="5135" cy="8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20000"/>
                </a:spcBef>
              </a:pPr>
              <a:r>
                <a:rPr lang="en-US" altLang="en-US">
                  <a:solidFill>
                    <a:srgbClr val="FF6600"/>
                  </a:solidFill>
                  <a:latin typeface="Calibri" panose="020F0502020204030204" pitchFamily="34" charset="0"/>
                </a:rPr>
                <a:t>A(x,y) = x(u).A(x,y) + y(x).A’(y)          B(y) = y(z).z.B’(y,z)</a:t>
              </a:r>
            </a:p>
            <a:p>
              <a:pPr eaLnBrk="1" hangingPunct="1">
                <a:spcBef>
                  <a:spcPct val="20000"/>
                </a:spcBef>
              </a:pPr>
              <a:r>
                <a:rPr lang="en-US" altLang="en-US">
                  <a:solidFill>
                    <a:srgbClr val="FF6600"/>
                  </a:solidFill>
                  <a:latin typeface="Calibri" panose="020F0502020204030204" pitchFamily="34" charset="0"/>
                </a:rPr>
                <a:t>A’(y) =  </a:t>
              </a:r>
              <a:r>
                <a:rPr lang="en-US" altLang="en-US">
                  <a:solidFill>
                    <a:srgbClr val="0000FF"/>
                  </a:solidFill>
                  <a:latin typeface="Calibri" panose="020F0502020204030204" pitchFamily="34" charset="0"/>
                </a:rPr>
                <a:t>No Channel “x” here!            </a:t>
              </a:r>
              <a:r>
                <a:rPr lang="en-US" altLang="en-US">
                  <a:solidFill>
                    <a:srgbClr val="FF6600"/>
                  </a:solidFill>
                  <a:latin typeface="Calibri" panose="020F0502020204030204" pitchFamily="34" charset="0"/>
                </a:rPr>
                <a:t>B’(y,z) = </a:t>
              </a:r>
              <a:r>
                <a:rPr lang="en-US" altLang="en-US">
                  <a:solidFill>
                    <a:srgbClr val="0000FF"/>
                  </a:solidFill>
                  <a:latin typeface="Calibri" panose="020F0502020204030204" pitchFamily="34" charset="0"/>
                </a:rPr>
                <a:t>Have channels Y,X</a:t>
              </a:r>
            </a:p>
            <a:p>
              <a:pPr algn="ctr" eaLnBrk="1" hangingPunct="1">
                <a:spcBef>
                  <a:spcPct val="20000"/>
                </a:spcBef>
              </a:pPr>
              <a:r>
                <a:rPr lang="en-US" altLang="en-US">
                  <a:solidFill>
                    <a:srgbClr val="0000FF"/>
                  </a:solidFill>
                  <a:latin typeface="Calibri" panose="020F0502020204030204" pitchFamily="34" charset="0"/>
                </a:rPr>
                <a:t>No change in process C – listens to channel “c”</a:t>
              </a:r>
            </a:p>
          </p:txBody>
        </p:sp>
        <p:sp>
          <p:nvSpPr>
            <p:cNvPr id="28688" name="Line 49">
              <a:extLst>
                <a:ext uri="{FF2B5EF4-FFF2-40B4-BE49-F238E27FC236}">
                  <a16:creationId xmlns:a16="http://schemas.microsoft.com/office/drawing/2014/main" id="{561E36A3-4408-8C0C-1701-B512B63C0040}"/>
                </a:ext>
              </a:extLst>
            </p:cNvPr>
            <p:cNvSpPr>
              <a:spLocks noChangeShapeType="1"/>
            </p:cNvSpPr>
            <p:nvPr/>
          </p:nvSpPr>
          <p:spPr bwMode="auto">
            <a:xfrm>
              <a:off x="986" y="1896"/>
              <a:ext cx="12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689" name="Line 50">
              <a:extLst>
                <a:ext uri="{FF2B5EF4-FFF2-40B4-BE49-F238E27FC236}">
                  <a16:creationId xmlns:a16="http://schemas.microsoft.com/office/drawing/2014/main" id="{FDB8B6F6-BE30-533C-44BD-596950BE52CC}"/>
                </a:ext>
              </a:extLst>
            </p:cNvPr>
            <p:cNvSpPr>
              <a:spLocks noChangeShapeType="1"/>
            </p:cNvSpPr>
            <p:nvPr/>
          </p:nvSpPr>
          <p:spPr bwMode="auto">
            <a:xfrm>
              <a:off x="3969" y="1909"/>
              <a:ext cx="9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8678" name="Group 51">
            <a:extLst>
              <a:ext uri="{FF2B5EF4-FFF2-40B4-BE49-F238E27FC236}">
                <a16:creationId xmlns:a16="http://schemas.microsoft.com/office/drawing/2014/main" id="{AF4B5978-0047-D36C-7689-8DE6135703EE}"/>
              </a:ext>
            </a:extLst>
          </p:cNvPr>
          <p:cNvGrpSpPr>
            <a:grpSpLocks/>
          </p:cNvGrpSpPr>
          <p:nvPr/>
        </p:nvGrpSpPr>
        <p:grpSpPr bwMode="auto">
          <a:xfrm>
            <a:off x="1206500" y="5332413"/>
            <a:ext cx="6737350" cy="1166812"/>
            <a:chOff x="854" y="2727"/>
            <a:chExt cx="3492" cy="485"/>
          </a:xfrm>
        </p:grpSpPr>
        <p:sp>
          <p:nvSpPr>
            <p:cNvPr id="28683" name="Text Box 52">
              <a:extLst>
                <a:ext uri="{FF2B5EF4-FFF2-40B4-BE49-F238E27FC236}">
                  <a16:creationId xmlns:a16="http://schemas.microsoft.com/office/drawing/2014/main" id="{C55DE476-EAA7-17C1-0974-70968A25AAA8}"/>
                </a:ext>
              </a:extLst>
            </p:cNvPr>
            <p:cNvSpPr txBox="1">
              <a:spLocks noChangeArrowheads="1"/>
            </p:cNvSpPr>
            <p:nvPr/>
          </p:nvSpPr>
          <p:spPr bwMode="auto">
            <a:xfrm>
              <a:off x="854" y="2727"/>
              <a:ext cx="3492" cy="4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20000"/>
                </a:spcBef>
              </a:pPr>
              <a:r>
                <a:rPr lang="en-US" altLang="en-US" sz="2000">
                  <a:solidFill>
                    <a:srgbClr val="FF6600"/>
                  </a:solidFill>
                  <a:latin typeface="Calibri" panose="020F0502020204030204" pitchFamily="34" charset="0"/>
                </a:rPr>
                <a:t>(A | B | C) = ( x.A(x,y) + y(x).A’(y) | y(z).z.B’(y,z) | C )</a:t>
              </a:r>
            </a:p>
            <a:p>
              <a:pPr eaLnBrk="1" hangingPunct="1">
                <a:spcBef>
                  <a:spcPct val="20000"/>
                </a:spcBef>
              </a:pPr>
              <a:r>
                <a:rPr lang="en-US" altLang="en-US" sz="2000">
                  <a:solidFill>
                    <a:srgbClr val="FF6600"/>
                  </a:solidFill>
                  <a:latin typeface="Calibri" panose="020F0502020204030204" pitchFamily="34" charset="0"/>
                </a:rPr>
                <a:t>                  = (A’(y) | x.B’(y,x) | C )</a:t>
              </a:r>
            </a:p>
          </p:txBody>
        </p:sp>
        <p:sp>
          <p:nvSpPr>
            <p:cNvPr id="28684" name="Line 53">
              <a:extLst>
                <a:ext uri="{FF2B5EF4-FFF2-40B4-BE49-F238E27FC236}">
                  <a16:creationId xmlns:a16="http://schemas.microsoft.com/office/drawing/2014/main" id="{5915FDC7-F600-42C7-8823-49E60E366E84}"/>
                </a:ext>
              </a:extLst>
            </p:cNvPr>
            <p:cNvSpPr>
              <a:spLocks noChangeShapeType="1"/>
            </p:cNvSpPr>
            <p:nvPr/>
          </p:nvSpPr>
          <p:spPr bwMode="auto">
            <a:xfrm>
              <a:off x="1912" y="3023"/>
              <a:ext cx="9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685" name="Line 54">
              <a:extLst>
                <a:ext uri="{FF2B5EF4-FFF2-40B4-BE49-F238E27FC236}">
                  <a16:creationId xmlns:a16="http://schemas.microsoft.com/office/drawing/2014/main" id="{1515C874-FAFC-393E-110C-EFDC056D33AD}"/>
                </a:ext>
              </a:extLst>
            </p:cNvPr>
            <p:cNvSpPr>
              <a:spLocks noChangeShapeType="1"/>
            </p:cNvSpPr>
            <p:nvPr/>
          </p:nvSpPr>
          <p:spPr bwMode="auto">
            <a:xfrm>
              <a:off x="2936" y="2847"/>
              <a:ext cx="9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686" name="Line 55">
              <a:extLst>
                <a:ext uri="{FF2B5EF4-FFF2-40B4-BE49-F238E27FC236}">
                  <a16:creationId xmlns:a16="http://schemas.microsoft.com/office/drawing/2014/main" id="{5DD0D44A-234A-DA6E-40A6-758901E59E77}"/>
                </a:ext>
              </a:extLst>
            </p:cNvPr>
            <p:cNvSpPr>
              <a:spLocks noChangeShapeType="1"/>
            </p:cNvSpPr>
            <p:nvPr/>
          </p:nvSpPr>
          <p:spPr bwMode="auto">
            <a:xfrm>
              <a:off x="2146" y="2841"/>
              <a:ext cx="9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28679" name="Line 56">
            <a:extLst>
              <a:ext uri="{FF2B5EF4-FFF2-40B4-BE49-F238E27FC236}">
                <a16:creationId xmlns:a16="http://schemas.microsoft.com/office/drawing/2014/main" id="{D46ACEF4-ECDD-46D2-CDAF-FA4610D3746D}"/>
              </a:ext>
            </a:extLst>
          </p:cNvPr>
          <p:cNvSpPr>
            <a:spLocks noChangeShapeType="1"/>
          </p:cNvSpPr>
          <p:nvPr/>
        </p:nvSpPr>
        <p:spPr bwMode="auto">
          <a:xfrm>
            <a:off x="1843088" y="3222625"/>
            <a:ext cx="152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80" name="Line 49">
            <a:extLst>
              <a:ext uri="{FF2B5EF4-FFF2-40B4-BE49-F238E27FC236}">
                <a16:creationId xmlns:a16="http://schemas.microsoft.com/office/drawing/2014/main" id="{B59B3CF5-7B8F-74DC-F28A-A40E1308E05F}"/>
              </a:ext>
            </a:extLst>
          </p:cNvPr>
          <p:cNvSpPr>
            <a:spLocks noChangeShapeType="1"/>
          </p:cNvSpPr>
          <p:nvPr/>
        </p:nvSpPr>
        <p:spPr bwMode="auto">
          <a:xfrm flipH="1">
            <a:off x="3140075" y="4419600"/>
            <a:ext cx="1444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681" name="Footer Placeholder 1">
            <a:extLst>
              <a:ext uri="{FF2B5EF4-FFF2-40B4-BE49-F238E27FC236}">
                <a16:creationId xmlns:a16="http://schemas.microsoft.com/office/drawing/2014/main" id="{7B8D2988-D691-B863-19B0-C51811BBED0C}"/>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200">
                <a:solidFill>
                  <a:srgbClr val="898989"/>
                </a:solidFill>
              </a:rPr>
              <a:t>Introduction to Pi-Calculus</a:t>
            </a:r>
          </a:p>
        </p:txBody>
      </p:sp>
      <p:sp>
        <p:nvSpPr>
          <p:cNvPr id="28682" name="Slide Number Placeholder 2">
            <a:extLst>
              <a:ext uri="{FF2B5EF4-FFF2-40B4-BE49-F238E27FC236}">
                <a16:creationId xmlns:a16="http://schemas.microsoft.com/office/drawing/2014/main" id="{F28E2F80-8908-A932-D3CA-8E8E140D574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B5FFFDE7-DE6F-574E-93E7-2EBBD840DC26}" type="slidenum">
              <a:rPr lang="en-US" altLang="en-US" sz="1200">
                <a:solidFill>
                  <a:srgbClr val="898989"/>
                </a:solidFill>
              </a:rPr>
              <a:pPr eaLnBrk="1" hangingPunct="1"/>
              <a:t>13</a:t>
            </a:fld>
            <a:endParaRPr lang="en-US" altLang="en-US" sz="1200">
              <a:solidFill>
                <a:srgbClr val="898989"/>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a:extLst>
              <a:ext uri="{FF2B5EF4-FFF2-40B4-BE49-F238E27FC236}">
                <a16:creationId xmlns:a16="http://schemas.microsoft.com/office/drawing/2014/main" id="{CCCE6CC2-6AAD-2109-6FC1-F76DE905455E}"/>
              </a:ext>
            </a:extLst>
          </p:cNvPr>
          <p:cNvSpPr>
            <a:spLocks noGrp="1" noChangeArrowheads="1"/>
          </p:cNvSpPr>
          <p:nvPr>
            <p:ph type="title"/>
          </p:nvPr>
        </p:nvSpPr>
        <p:spPr>
          <a:xfrm>
            <a:off x="185738" y="274638"/>
            <a:ext cx="8821737" cy="1143000"/>
          </a:xfrm>
        </p:spPr>
        <p:txBody>
          <a:bodyPr/>
          <a:lstStyle/>
          <a:p>
            <a:pPr eaLnBrk="1" hangingPunct="1"/>
            <a:r>
              <a:rPr lang="en-US" altLang="en-US" sz="3600">
                <a:solidFill>
                  <a:srgbClr val="2402EE"/>
                </a:solidFill>
                <a:ea typeface="ＭＳ Ｐゴシック" panose="020B0600070205080204" pitchFamily="34" charset="-128"/>
              </a:rPr>
              <a:t>Milner’s Mobility Example for </a:t>
            </a:r>
            <a:r>
              <a:rPr lang="en-US" altLang="en-US" sz="3600">
                <a:solidFill>
                  <a:srgbClr val="2402EE"/>
                </a:solidFill>
                <a:latin typeface="Symbol" pitchFamily="2" charset="2"/>
                <a:ea typeface="ＭＳ Ｐゴシック" panose="020B0600070205080204" pitchFamily="34" charset="-128"/>
              </a:rPr>
              <a:t>p</a:t>
            </a:r>
            <a:r>
              <a:rPr lang="en-US" altLang="en-US" sz="3600">
                <a:solidFill>
                  <a:srgbClr val="2402EE"/>
                </a:solidFill>
                <a:latin typeface="Times New Roman" panose="02020603050405020304" pitchFamily="18" charset="0"/>
                <a:ea typeface="ＭＳ Ｐゴシック" panose="020B0600070205080204" pitchFamily="34" charset="-128"/>
              </a:rPr>
              <a:t>-Calculus-1</a:t>
            </a:r>
            <a:r>
              <a:rPr lang="en-US" altLang="en-US" sz="3600">
                <a:ea typeface="ＭＳ Ｐゴシック" panose="020B0600070205080204" pitchFamily="34" charset="-128"/>
              </a:rPr>
              <a:t> </a:t>
            </a:r>
          </a:p>
        </p:txBody>
      </p:sp>
      <p:grpSp>
        <p:nvGrpSpPr>
          <p:cNvPr id="29698" name="Group 3">
            <a:extLst>
              <a:ext uri="{FF2B5EF4-FFF2-40B4-BE49-F238E27FC236}">
                <a16:creationId xmlns:a16="http://schemas.microsoft.com/office/drawing/2014/main" id="{FC7216C3-0F8F-0173-7DB6-9A176922B0B5}"/>
              </a:ext>
            </a:extLst>
          </p:cNvPr>
          <p:cNvGrpSpPr>
            <a:grpSpLocks/>
          </p:cNvGrpSpPr>
          <p:nvPr/>
        </p:nvGrpSpPr>
        <p:grpSpPr bwMode="auto">
          <a:xfrm>
            <a:off x="3340100" y="1693863"/>
            <a:ext cx="1695450" cy="828675"/>
            <a:chOff x="1543" y="1052"/>
            <a:chExt cx="1068" cy="522"/>
          </a:xfrm>
        </p:grpSpPr>
        <p:sp>
          <p:nvSpPr>
            <p:cNvPr id="29720" name="Oval 4">
              <a:extLst>
                <a:ext uri="{FF2B5EF4-FFF2-40B4-BE49-F238E27FC236}">
                  <a16:creationId xmlns:a16="http://schemas.microsoft.com/office/drawing/2014/main" id="{915E30D9-1CD5-2343-B4E5-CD8D0DFCC383}"/>
                </a:ext>
              </a:extLst>
            </p:cNvPr>
            <p:cNvSpPr>
              <a:spLocks noChangeArrowheads="1"/>
            </p:cNvSpPr>
            <p:nvPr/>
          </p:nvSpPr>
          <p:spPr bwMode="auto">
            <a:xfrm>
              <a:off x="1778" y="1394"/>
              <a:ext cx="125" cy="14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9721" name="Line 5">
              <a:extLst>
                <a:ext uri="{FF2B5EF4-FFF2-40B4-BE49-F238E27FC236}">
                  <a16:creationId xmlns:a16="http://schemas.microsoft.com/office/drawing/2014/main" id="{BBC26E8E-90A6-5710-E6F9-7C4AF2D66269}"/>
                </a:ext>
              </a:extLst>
            </p:cNvPr>
            <p:cNvSpPr>
              <a:spLocks noChangeShapeType="1"/>
            </p:cNvSpPr>
            <p:nvPr/>
          </p:nvSpPr>
          <p:spPr bwMode="auto">
            <a:xfrm flipV="1">
              <a:off x="1551" y="1068"/>
              <a:ext cx="218" cy="37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722" name="Line 6">
              <a:extLst>
                <a:ext uri="{FF2B5EF4-FFF2-40B4-BE49-F238E27FC236}">
                  <a16:creationId xmlns:a16="http://schemas.microsoft.com/office/drawing/2014/main" id="{50DE70E5-F84B-DD66-28A1-7FC773563F80}"/>
                </a:ext>
              </a:extLst>
            </p:cNvPr>
            <p:cNvSpPr>
              <a:spLocks noChangeShapeType="1"/>
            </p:cNvSpPr>
            <p:nvPr/>
          </p:nvSpPr>
          <p:spPr bwMode="auto">
            <a:xfrm>
              <a:off x="1761" y="1060"/>
              <a:ext cx="46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723" name="Line 7">
              <a:extLst>
                <a:ext uri="{FF2B5EF4-FFF2-40B4-BE49-F238E27FC236}">
                  <a16:creationId xmlns:a16="http://schemas.microsoft.com/office/drawing/2014/main" id="{1003DDB0-0A8E-127D-1B4A-D91277F1B26D}"/>
                </a:ext>
              </a:extLst>
            </p:cNvPr>
            <p:cNvSpPr>
              <a:spLocks noChangeShapeType="1"/>
            </p:cNvSpPr>
            <p:nvPr/>
          </p:nvSpPr>
          <p:spPr bwMode="auto">
            <a:xfrm>
              <a:off x="2221" y="1052"/>
              <a:ext cx="125" cy="1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724" name="Line 8">
              <a:extLst>
                <a:ext uri="{FF2B5EF4-FFF2-40B4-BE49-F238E27FC236}">
                  <a16:creationId xmlns:a16="http://schemas.microsoft.com/office/drawing/2014/main" id="{623AFDC2-1095-5582-FDCD-1A5B2A0774AA}"/>
                </a:ext>
              </a:extLst>
            </p:cNvPr>
            <p:cNvSpPr>
              <a:spLocks noChangeShapeType="1"/>
            </p:cNvSpPr>
            <p:nvPr/>
          </p:nvSpPr>
          <p:spPr bwMode="auto">
            <a:xfrm>
              <a:off x="2346" y="1177"/>
              <a:ext cx="163" cy="5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725" name="Line 9">
              <a:extLst>
                <a:ext uri="{FF2B5EF4-FFF2-40B4-BE49-F238E27FC236}">
                  <a16:creationId xmlns:a16="http://schemas.microsoft.com/office/drawing/2014/main" id="{E036DB1B-65ED-C05D-87A6-B665C1083DF9}"/>
                </a:ext>
              </a:extLst>
            </p:cNvPr>
            <p:cNvSpPr>
              <a:spLocks noChangeShapeType="1"/>
            </p:cNvSpPr>
            <p:nvPr/>
          </p:nvSpPr>
          <p:spPr bwMode="auto">
            <a:xfrm>
              <a:off x="2517" y="1224"/>
              <a:ext cx="87" cy="2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726" name="AutoShape 10">
              <a:extLst>
                <a:ext uri="{FF2B5EF4-FFF2-40B4-BE49-F238E27FC236}">
                  <a16:creationId xmlns:a16="http://schemas.microsoft.com/office/drawing/2014/main" id="{344C9FF9-467D-A4D6-E109-E5CE16D7EF26}"/>
                </a:ext>
              </a:extLst>
            </p:cNvPr>
            <p:cNvSpPr>
              <a:spLocks noChangeArrowheads="1"/>
            </p:cNvSpPr>
            <p:nvPr/>
          </p:nvSpPr>
          <p:spPr bwMode="auto">
            <a:xfrm>
              <a:off x="1721" y="1092"/>
              <a:ext cx="296" cy="155"/>
            </a:xfrm>
            <a:prstGeom prst="parallelogram">
              <a:avLst>
                <a:gd name="adj" fmla="val 47998"/>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9727" name="AutoShape 11">
              <a:extLst>
                <a:ext uri="{FF2B5EF4-FFF2-40B4-BE49-F238E27FC236}">
                  <a16:creationId xmlns:a16="http://schemas.microsoft.com/office/drawing/2014/main" id="{CDA78081-746D-D119-E70A-92D0836A93A0}"/>
                </a:ext>
              </a:extLst>
            </p:cNvPr>
            <p:cNvSpPr>
              <a:spLocks noChangeArrowheads="1"/>
            </p:cNvSpPr>
            <p:nvPr/>
          </p:nvSpPr>
          <p:spPr bwMode="auto">
            <a:xfrm>
              <a:off x="1692" y="1309"/>
              <a:ext cx="304" cy="26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43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lnTo>
                    <a:pt x="5400" y="10800"/>
                  </a:lnTo>
                  <a:close/>
                </a:path>
              </a:pathLst>
            </a:cu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9728" name="Line 12">
              <a:extLst>
                <a:ext uri="{FF2B5EF4-FFF2-40B4-BE49-F238E27FC236}">
                  <a16:creationId xmlns:a16="http://schemas.microsoft.com/office/drawing/2014/main" id="{AD979C58-94AE-F524-ED7F-4DE1574A064B}"/>
                </a:ext>
              </a:extLst>
            </p:cNvPr>
            <p:cNvSpPr>
              <a:spLocks noChangeShapeType="1"/>
            </p:cNvSpPr>
            <p:nvPr/>
          </p:nvSpPr>
          <p:spPr bwMode="auto">
            <a:xfrm flipH="1">
              <a:off x="2462" y="1434"/>
              <a:ext cx="14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729" name="Line 13">
              <a:extLst>
                <a:ext uri="{FF2B5EF4-FFF2-40B4-BE49-F238E27FC236}">
                  <a16:creationId xmlns:a16="http://schemas.microsoft.com/office/drawing/2014/main" id="{1D5AD242-92B0-8471-9E7F-5925302C81E9}"/>
                </a:ext>
              </a:extLst>
            </p:cNvPr>
            <p:cNvSpPr>
              <a:spLocks noChangeShapeType="1"/>
            </p:cNvSpPr>
            <p:nvPr/>
          </p:nvSpPr>
          <p:spPr bwMode="auto">
            <a:xfrm>
              <a:off x="1995" y="1442"/>
              <a:ext cx="171"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730" name="AutoShape 14">
              <a:extLst>
                <a:ext uri="{FF2B5EF4-FFF2-40B4-BE49-F238E27FC236}">
                  <a16:creationId xmlns:a16="http://schemas.microsoft.com/office/drawing/2014/main" id="{4AD28100-75BE-AFE5-3A88-D524D8C8EC5A}"/>
                </a:ext>
              </a:extLst>
            </p:cNvPr>
            <p:cNvSpPr>
              <a:spLocks noChangeArrowheads="1"/>
            </p:cNvSpPr>
            <p:nvPr/>
          </p:nvSpPr>
          <p:spPr bwMode="auto">
            <a:xfrm>
              <a:off x="2162" y="1303"/>
              <a:ext cx="304" cy="26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43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lnTo>
                    <a:pt x="5400" y="10800"/>
                  </a:lnTo>
                  <a:close/>
                </a:path>
              </a:pathLst>
            </a:cu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9731" name="Line 15">
              <a:extLst>
                <a:ext uri="{FF2B5EF4-FFF2-40B4-BE49-F238E27FC236}">
                  <a16:creationId xmlns:a16="http://schemas.microsoft.com/office/drawing/2014/main" id="{182B92C8-6A25-4AA3-C400-3AB4155F88E7}"/>
                </a:ext>
              </a:extLst>
            </p:cNvPr>
            <p:cNvSpPr>
              <a:spLocks noChangeShapeType="1"/>
            </p:cNvSpPr>
            <p:nvPr/>
          </p:nvSpPr>
          <p:spPr bwMode="auto">
            <a:xfrm flipH="1">
              <a:off x="1543" y="1442"/>
              <a:ext cx="14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732" name="Oval 16">
              <a:extLst>
                <a:ext uri="{FF2B5EF4-FFF2-40B4-BE49-F238E27FC236}">
                  <a16:creationId xmlns:a16="http://schemas.microsoft.com/office/drawing/2014/main" id="{40857895-E6CD-777B-F08E-E3A90FA6D9F0}"/>
                </a:ext>
              </a:extLst>
            </p:cNvPr>
            <p:cNvSpPr>
              <a:spLocks noChangeArrowheads="1"/>
            </p:cNvSpPr>
            <p:nvPr/>
          </p:nvSpPr>
          <p:spPr bwMode="auto">
            <a:xfrm>
              <a:off x="2248" y="1404"/>
              <a:ext cx="125" cy="14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9733" name="AutoShape 17">
              <a:extLst>
                <a:ext uri="{FF2B5EF4-FFF2-40B4-BE49-F238E27FC236}">
                  <a16:creationId xmlns:a16="http://schemas.microsoft.com/office/drawing/2014/main" id="{C2886EE2-93D7-8EC4-770D-772A8F06589E}"/>
                </a:ext>
              </a:extLst>
            </p:cNvPr>
            <p:cNvSpPr>
              <a:spLocks noChangeArrowheads="1"/>
            </p:cNvSpPr>
            <p:nvPr/>
          </p:nvSpPr>
          <p:spPr bwMode="auto">
            <a:xfrm flipH="1" flipV="1">
              <a:off x="2002" y="1084"/>
              <a:ext cx="289" cy="148"/>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84 w 21600"/>
                <a:gd name="T13" fmla="*/ 4524 h 21600"/>
                <a:gd name="T14" fmla="*/ 17116 w 21600"/>
                <a:gd name="T15" fmla="*/ 17076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sp>
        <p:nvSpPr>
          <p:cNvPr id="29699" name="Text Box 18">
            <a:extLst>
              <a:ext uri="{FF2B5EF4-FFF2-40B4-BE49-F238E27FC236}">
                <a16:creationId xmlns:a16="http://schemas.microsoft.com/office/drawing/2014/main" id="{B0AB206B-4DCC-6DEB-10B6-9CCF51C554CF}"/>
              </a:ext>
            </a:extLst>
          </p:cNvPr>
          <p:cNvSpPr txBox="1">
            <a:spLocks noChangeArrowheads="1"/>
          </p:cNvSpPr>
          <p:nvPr/>
        </p:nvSpPr>
        <p:spPr bwMode="auto">
          <a:xfrm>
            <a:off x="3921125" y="5065713"/>
            <a:ext cx="9937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b="1">
                <a:latin typeface="Times New Roman" panose="02020603050405020304" pitchFamily="18" charset="0"/>
              </a:rPr>
              <a:t>CENTER</a:t>
            </a:r>
            <a:r>
              <a:rPr lang="en-US" altLang="en-US" sz="1400" b="1" baseline="-25000">
                <a:latin typeface="Times New Roman" panose="02020603050405020304" pitchFamily="18" charset="0"/>
              </a:rPr>
              <a:t>1</a:t>
            </a:r>
            <a:endParaRPr lang="en-US" altLang="en-US" sz="2800">
              <a:latin typeface="Times New Roman" panose="02020603050405020304" pitchFamily="18" charset="0"/>
            </a:endParaRPr>
          </a:p>
        </p:txBody>
      </p:sp>
      <p:sp>
        <p:nvSpPr>
          <p:cNvPr id="29700" name="Rectangle 19">
            <a:extLst>
              <a:ext uri="{FF2B5EF4-FFF2-40B4-BE49-F238E27FC236}">
                <a16:creationId xmlns:a16="http://schemas.microsoft.com/office/drawing/2014/main" id="{6396F5D0-6CAF-E75E-F371-896331AABB35}"/>
              </a:ext>
            </a:extLst>
          </p:cNvPr>
          <p:cNvSpPr>
            <a:spLocks noChangeArrowheads="1"/>
          </p:cNvSpPr>
          <p:nvPr/>
        </p:nvSpPr>
        <p:spPr bwMode="auto">
          <a:xfrm>
            <a:off x="4008438" y="5022850"/>
            <a:ext cx="814387" cy="3937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9701" name="Oval 20">
            <a:extLst>
              <a:ext uri="{FF2B5EF4-FFF2-40B4-BE49-F238E27FC236}">
                <a16:creationId xmlns:a16="http://schemas.microsoft.com/office/drawing/2014/main" id="{CBEF8D2C-6F0C-8A26-62E9-F3E4ED2D3A51}"/>
              </a:ext>
            </a:extLst>
          </p:cNvPr>
          <p:cNvSpPr>
            <a:spLocks noChangeArrowheads="1"/>
          </p:cNvSpPr>
          <p:nvPr/>
        </p:nvSpPr>
        <p:spPr bwMode="auto">
          <a:xfrm>
            <a:off x="2154238" y="3983038"/>
            <a:ext cx="828675" cy="54451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9702" name="Text Box 21">
            <a:extLst>
              <a:ext uri="{FF2B5EF4-FFF2-40B4-BE49-F238E27FC236}">
                <a16:creationId xmlns:a16="http://schemas.microsoft.com/office/drawing/2014/main" id="{8018AF13-4A0B-AB9F-5B78-71C949970E9E}"/>
              </a:ext>
            </a:extLst>
          </p:cNvPr>
          <p:cNvSpPr txBox="1">
            <a:spLocks noChangeArrowheads="1"/>
          </p:cNvSpPr>
          <p:nvPr/>
        </p:nvSpPr>
        <p:spPr bwMode="auto">
          <a:xfrm>
            <a:off x="2225675" y="4092575"/>
            <a:ext cx="70643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b="1">
                <a:latin typeface="Times New Roman" panose="02020603050405020304" pitchFamily="18" charset="0"/>
              </a:rPr>
              <a:t>BASE</a:t>
            </a:r>
            <a:r>
              <a:rPr lang="en-US" altLang="en-US" sz="1400" b="1" baseline="-25000">
                <a:latin typeface="Times New Roman" panose="02020603050405020304" pitchFamily="18" charset="0"/>
              </a:rPr>
              <a:t>1</a:t>
            </a:r>
            <a:endParaRPr lang="en-US" altLang="en-US" sz="1400">
              <a:latin typeface="Times New Roman" panose="02020603050405020304" pitchFamily="18" charset="0"/>
            </a:endParaRPr>
          </a:p>
        </p:txBody>
      </p:sp>
      <p:sp>
        <p:nvSpPr>
          <p:cNvPr id="29703" name="Oval 22">
            <a:extLst>
              <a:ext uri="{FF2B5EF4-FFF2-40B4-BE49-F238E27FC236}">
                <a16:creationId xmlns:a16="http://schemas.microsoft.com/office/drawing/2014/main" id="{C7EF021D-C954-65A1-D985-BB34A0A7BEF1}"/>
              </a:ext>
            </a:extLst>
          </p:cNvPr>
          <p:cNvSpPr>
            <a:spLocks noChangeArrowheads="1"/>
          </p:cNvSpPr>
          <p:nvPr/>
        </p:nvSpPr>
        <p:spPr bwMode="auto">
          <a:xfrm>
            <a:off x="5967413" y="3835400"/>
            <a:ext cx="1058862" cy="74295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29704" name="Text Box 23">
            <a:extLst>
              <a:ext uri="{FF2B5EF4-FFF2-40B4-BE49-F238E27FC236}">
                <a16:creationId xmlns:a16="http://schemas.microsoft.com/office/drawing/2014/main" id="{ABE46F73-3586-8ED7-B3A4-9B8824CFCC71}"/>
              </a:ext>
            </a:extLst>
          </p:cNvPr>
          <p:cNvSpPr txBox="1">
            <a:spLocks noChangeArrowheads="1"/>
          </p:cNvSpPr>
          <p:nvPr/>
        </p:nvSpPr>
        <p:spPr bwMode="auto">
          <a:xfrm>
            <a:off x="5929313" y="4037013"/>
            <a:ext cx="1143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b="1">
                <a:latin typeface="Times New Roman" panose="02020603050405020304" pitchFamily="18" charset="0"/>
              </a:rPr>
              <a:t>IDLEBASE</a:t>
            </a:r>
            <a:r>
              <a:rPr lang="en-US" altLang="en-US" sz="1400" b="1" baseline="-25000">
                <a:latin typeface="Times New Roman" panose="02020603050405020304" pitchFamily="18" charset="0"/>
              </a:rPr>
              <a:t>2</a:t>
            </a:r>
            <a:endParaRPr lang="en-US" altLang="en-US" sz="1600">
              <a:latin typeface="Times New Roman" panose="02020603050405020304" pitchFamily="18" charset="0"/>
            </a:endParaRPr>
          </a:p>
        </p:txBody>
      </p:sp>
      <p:sp>
        <p:nvSpPr>
          <p:cNvPr id="29705" name="Line 24">
            <a:extLst>
              <a:ext uri="{FF2B5EF4-FFF2-40B4-BE49-F238E27FC236}">
                <a16:creationId xmlns:a16="http://schemas.microsoft.com/office/drawing/2014/main" id="{C4124CE5-DD53-53DC-FB51-2E05A9F75976}"/>
              </a:ext>
            </a:extLst>
          </p:cNvPr>
          <p:cNvSpPr>
            <a:spLocks noChangeShapeType="1"/>
          </p:cNvSpPr>
          <p:nvPr/>
        </p:nvSpPr>
        <p:spPr bwMode="auto">
          <a:xfrm>
            <a:off x="2994025" y="4256088"/>
            <a:ext cx="1223963" cy="7667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706" name="Line 25">
            <a:extLst>
              <a:ext uri="{FF2B5EF4-FFF2-40B4-BE49-F238E27FC236}">
                <a16:creationId xmlns:a16="http://schemas.microsoft.com/office/drawing/2014/main" id="{5120D585-8322-C207-09C6-9710488BA5DB}"/>
              </a:ext>
            </a:extLst>
          </p:cNvPr>
          <p:cNvSpPr>
            <a:spLocks noChangeShapeType="1"/>
          </p:cNvSpPr>
          <p:nvPr/>
        </p:nvSpPr>
        <p:spPr bwMode="auto">
          <a:xfrm>
            <a:off x="2795588" y="4478338"/>
            <a:ext cx="1212850" cy="7429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707" name="Line 26">
            <a:extLst>
              <a:ext uri="{FF2B5EF4-FFF2-40B4-BE49-F238E27FC236}">
                <a16:creationId xmlns:a16="http://schemas.microsoft.com/office/drawing/2014/main" id="{03BCD52E-E782-8177-E23D-8ED65962C93F}"/>
              </a:ext>
            </a:extLst>
          </p:cNvPr>
          <p:cNvSpPr>
            <a:spLocks noChangeShapeType="1"/>
          </p:cNvSpPr>
          <p:nvPr/>
        </p:nvSpPr>
        <p:spPr bwMode="auto">
          <a:xfrm flipV="1">
            <a:off x="4602163" y="4330700"/>
            <a:ext cx="1347787" cy="6921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708" name="Line 27">
            <a:extLst>
              <a:ext uri="{FF2B5EF4-FFF2-40B4-BE49-F238E27FC236}">
                <a16:creationId xmlns:a16="http://schemas.microsoft.com/office/drawing/2014/main" id="{21D1F558-EBF9-7D46-BC9B-09F42F65390E}"/>
              </a:ext>
            </a:extLst>
          </p:cNvPr>
          <p:cNvSpPr>
            <a:spLocks noChangeShapeType="1"/>
          </p:cNvSpPr>
          <p:nvPr/>
        </p:nvSpPr>
        <p:spPr bwMode="auto">
          <a:xfrm flipV="1">
            <a:off x="4811713" y="4503738"/>
            <a:ext cx="1373187" cy="7302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709" name="Text Box 28">
            <a:extLst>
              <a:ext uri="{FF2B5EF4-FFF2-40B4-BE49-F238E27FC236}">
                <a16:creationId xmlns:a16="http://schemas.microsoft.com/office/drawing/2014/main" id="{7C7C0326-D848-0B00-0638-19A44F010435}"/>
              </a:ext>
            </a:extLst>
          </p:cNvPr>
          <p:cNvSpPr txBox="1">
            <a:spLocks noChangeArrowheads="1"/>
          </p:cNvSpPr>
          <p:nvPr/>
        </p:nvSpPr>
        <p:spPr bwMode="auto">
          <a:xfrm>
            <a:off x="2762250" y="2830513"/>
            <a:ext cx="5175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b="1" i="1">
                <a:latin typeface="Times New Roman" panose="02020603050405020304" pitchFamily="18" charset="0"/>
              </a:rPr>
              <a:t>talk</a:t>
            </a:r>
            <a:r>
              <a:rPr lang="en-US" altLang="en-US" sz="1400" b="1" i="1" baseline="-25000">
                <a:latin typeface="Times New Roman" panose="02020603050405020304" pitchFamily="18" charset="0"/>
              </a:rPr>
              <a:t>1</a:t>
            </a:r>
            <a:endParaRPr lang="en-US" altLang="en-US" sz="2800">
              <a:latin typeface="Times New Roman" panose="02020603050405020304" pitchFamily="18" charset="0"/>
            </a:endParaRPr>
          </a:p>
        </p:txBody>
      </p:sp>
      <p:sp>
        <p:nvSpPr>
          <p:cNvPr id="29710" name="Text Box 29">
            <a:extLst>
              <a:ext uri="{FF2B5EF4-FFF2-40B4-BE49-F238E27FC236}">
                <a16:creationId xmlns:a16="http://schemas.microsoft.com/office/drawing/2014/main" id="{4641E3FF-0191-F593-FCDC-D439FEDC506D}"/>
              </a:ext>
            </a:extLst>
          </p:cNvPr>
          <p:cNvSpPr txBox="1">
            <a:spLocks noChangeArrowheads="1"/>
          </p:cNvSpPr>
          <p:nvPr/>
        </p:nvSpPr>
        <p:spPr bwMode="auto">
          <a:xfrm>
            <a:off x="3390900" y="4292600"/>
            <a:ext cx="577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b="1" i="1">
                <a:latin typeface="Times New Roman" panose="02020603050405020304" pitchFamily="18" charset="0"/>
              </a:rPr>
              <a:t>alert</a:t>
            </a:r>
            <a:r>
              <a:rPr lang="en-US" altLang="en-US" sz="1400" b="1" i="1" baseline="-25000">
                <a:latin typeface="Times New Roman" panose="02020603050405020304" pitchFamily="18" charset="0"/>
              </a:rPr>
              <a:t>1</a:t>
            </a:r>
            <a:endParaRPr lang="en-US" altLang="en-US" sz="2800">
              <a:latin typeface="Times New Roman" panose="02020603050405020304" pitchFamily="18" charset="0"/>
            </a:endParaRPr>
          </a:p>
        </p:txBody>
      </p:sp>
      <p:sp>
        <p:nvSpPr>
          <p:cNvPr id="29711" name="Text Box 30">
            <a:extLst>
              <a:ext uri="{FF2B5EF4-FFF2-40B4-BE49-F238E27FC236}">
                <a16:creationId xmlns:a16="http://schemas.microsoft.com/office/drawing/2014/main" id="{4340174F-A626-B582-5CCD-BE7472F9F746}"/>
              </a:ext>
            </a:extLst>
          </p:cNvPr>
          <p:cNvSpPr txBox="1">
            <a:spLocks noChangeArrowheads="1"/>
          </p:cNvSpPr>
          <p:nvPr/>
        </p:nvSpPr>
        <p:spPr bwMode="auto">
          <a:xfrm>
            <a:off x="3563938" y="3079750"/>
            <a:ext cx="7064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b="1" i="1">
                <a:latin typeface="Times New Roman" panose="02020603050405020304" pitchFamily="18" charset="0"/>
              </a:rPr>
              <a:t>switch</a:t>
            </a:r>
            <a:r>
              <a:rPr lang="en-US" altLang="en-US" sz="1400" b="1" i="1" baseline="-25000">
                <a:latin typeface="Times New Roman" panose="02020603050405020304" pitchFamily="18" charset="0"/>
              </a:rPr>
              <a:t>1</a:t>
            </a:r>
            <a:endParaRPr lang="en-US" altLang="en-US" sz="2800">
              <a:latin typeface="Times New Roman" panose="02020603050405020304" pitchFamily="18" charset="0"/>
            </a:endParaRPr>
          </a:p>
        </p:txBody>
      </p:sp>
      <p:sp>
        <p:nvSpPr>
          <p:cNvPr id="29712" name="Text Box 31">
            <a:extLst>
              <a:ext uri="{FF2B5EF4-FFF2-40B4-BE49-F238E27FC236}">
                <a16:creationId xmlns:a16="http://schemas.microsoft.com/office/drawing/2014/main" id="{F0BBEF16-11C9-8E06-874E-9AC22980E60A}"/>
              </a:ext>
            </a:extLst>
          </p:cNvPr>
          <p:cNvSpPr txBox="1">
            <a:spLocks noChangeArrowheads="1"/>
          </p:cNvSpPr>
          <p:nvPr/>
        </p:nvSpPr>
        <p:spPr bwMode="auto">
          <a:xfrm>
            <a:off x="4954588" y="4260850"/>
            <a:ext cx="577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b="1" i="1">
                <a:latin typeface="Times New Roman" panose="02020603050405020304" pitchFamily="18" charset="0"/>
              </a:rPr>
              <a:t>alert</a:t>
            </a:r>
            <a:r>
              <a:rPr lang="en-US" altLang="en-US" sz="1400" b="1" i="1" baseline="-25000">
                <a:latin typeface="Times New Roman" panose="02020603050405020304" pitchFamily="18" charset="0"/>
              </a:rPr>
              <a:t>2</a:t>
            </a:r>
            <a:endParaRPr lang="en-US" altLang="en-US" sz="2800">
              <a:latin typeface="Times New Roman" panose="02020603050405020304" pitchFamily="18" charset="0"/>
            </a:endParaRPr>
          </a:p>
        </p:txBody>
      </p:sp>
      <p:sp>
        <p:nvSpPr>
          <p:cNvPr id="29713" name="Text Box 32">
            <a:extLst>
              <a:ext uri="{FF2B5EF4-FFF2-40B4-BE49-F238E27FC236}">
                <a16:creationId xmlns:a16="http://schemas.microsoft.com/office/drawing/2014/main" id="{4FB31C47-309A-5EA8-C8CF-2AB11EDC743A}"/>
              </a:ext>
            </a:extLst>
          </p:cNvPr>
          <p:cNvSpPr txBox="1">
            <a:spLocks noChangeArrowheads="1"/>
          </p:cNvSpPr>
          <p:nvPr/>
        </p:nvSpPr>
        <p:spPr bwMode="auto">
          <a:xfrm>
            <a:off x="5435600" y="4833938"/>
            <a:ext cx="5381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b="1" i="1">
                <a:latin typeface="Times New Roman" panose="02020603050405020304" pitchFamily="18" charset="0"/>
              </a:rPr>
              <a:t>give</a:t>
            </a:r>
            <a:r>
              <a:rPr lang="en-US" altLang="en-US" sz="1400" b="1" i="1" baseline="-25000">
                <a:latin typeface="Times New Roman" panose="02020603050405020304" pitchFamily="18" charset="0"/>
              </a:rPr>
              <a:t>2</a:t>
            </a:r>
            <a:endParaRPr lang="en-US" altLang="en-US" sz="2800">
              <a:latin typeface="Times New Roman" panose="02020603050405020304" pitchFamily="18" charset="0"/>
            </a:endParaRPr>
          </a:p>
        </p:txBody>
      </p:sp>
      <p:sp>
        <p:nvSpPr>
          <p:cNvPr id="29714" name="Text Box 33">
            <a:extLst>
              <a:ext uri="{FF2B5EF4-FFF2-40B4-BE49-F238E27FC236}">
                <a16:creationId xmlns:a16="http://schemas.microsoft.com/office/drawing/2014/main" id="{4CDCC4E3-B5D6-887F-91DC-72C2185870A0}"/>
              </a:ext>
            </a:extLst>
          </p:cNvPr>
          <p:cNvSpPr txBox="1">
            <a:spLocks noChangeArrowheads="1"/>
          </p:cNvSpPr>
          <p:nvPr/>
        </p:nvSpPr>
        <p:spPr bwMode="auto">
          <a:xfrm>
            <a:off x="2913063" y="4887913"/>
            <a:ext cx="53816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b="1" i="1">
                <a:latin typeface="Times New Roman" panose="02020603050405020304" pitchFamily="18" charset="0"/>
              </a:rPr>
              <a:t>give</a:t>
            </a:r>
            <a:r>
              <a:rPr lang="en-US" altLang="en-US" sz="1400" b="1" i="1" baseline="-25000">
                <a:latin typeface="Times New Roman" panose="02020603050405020304" pitchFamily="18" charset="0"/>
              </a:rPr>
              <a:t>1</a:t>
            </a:r>
            <a:endParaRPr lang="en-US" altLang="en-US" sz="2800">
              <a:latin typeface="Times New Roman" panose="02020603050405020304" pitchFamily="18" charset="0"/>
            </a:endParaRPr>
          </a:p>
        </p:txBody>
      </p:sp>
      <p:sp>
        <p:nvSpPr>
          <p:cNvPr id="29715" name="Line 34">
            <a:extLst>
              <a:ext uri="{FF2B5EF4-FFF2-40B4-BE49-F238E27FC236}">
                <a16:creationId xmlns:a16="http://schemas.microsoft.com/office/drawing/2014/main" id="{FA2AA992-9017-957F-78D6-9E2471465937}"/>
              </a:ext>
            </a:extLst>
          </p:cNvPr>
          <p:cNvSpPr>
            <a:spLocks noChangeShapeType="1"/>
          </p:cNvSpPr>
          <p:nvPr/>
        </p:nvSpPr>
        <p:spPr bwMode="auto">
          <a:xfrm flipV="1">
            <a:off x="2882900" y="2622550"/>
            <a:ext cx="1187450" cy="14605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716" name="Line 35">
            <a:extLst>
              <a:ext uri="{FF2B5EF4-FFF2-40B4-BE49-F238E27FC236}">
                <a16:creationId xmlns:a16="http://schemas.microsoft.com/office/drawing/2014/main" id="{67FB6935-0AE0-E180-8F19-BD015173DF23}"/>
              </a:ext>
            </a:extLst>
          </p:cNvPr>
          <p:cNvSpPr>
            <a:spLocks noChangeShapeType="1"/>
          </p:cNvSpPr>
          <p:nvPr/>
        </p:nvSpPr>
        <p:spPr bwMode="auto">
          <a:xfrm flipV="1">
            <a:off x="2511425" y="2598738"/>
            <a:ext cx="1125538" cy="13843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717" name="Text Box 36">
            <a:extLst>
              <a:ext uri="{FF2B5EF4-FFF2-40B4-BE49-F238E27FC236}">
                <a16:creationId xmlns:a16="http://schemas.microsoft.com/office/drawing/2014/main" id="{73152C5E-624C-F2EF-3B49-FB51C03DB947}"/>
              </a:ext>
            </a:extLst>
          </p:cNvPr>
          <p:cNvSpPr txBox="1">
            <a:spLocks noChangeArrowheads="1"/>
          </p:cNvSpPr>
          <p:nvPr/>
        </p:nvSpPr>
        <p:spPr bwMode="auto">
          <a:xfrm>
            <a:off x="4757738" y="1555750"/>
            <a:ext cx="16319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b="1">
                <a:latin typeface="Times New Roman" panose="02020603050405020304" pitchFamily="18" charset="0"/>
              </a:rPr>
              <a:t>CAR(</a:t>
            </a:r>
            <a:r>
              <a:rPr lang="en-US" altLang="en-US" sz="1400" b="1" i="1">
                <a:latin typeface="Times New Roman" panose="02020603050405020304" pitchFamily="18" charset="0"/>
              </a:rPr>
              <a:t>talk</a:t>
            </a:r>
            <a:r>
              <a:rPr lang="en-US" altLang="en-US" sz="1400" b="1" i="1" baseline="-25000">
                <a:latin typeface="Times New Roman" panose="02020603050405020304" pitchFamily="18" charset="0"/>
              </a:rPr>
              <a:t>1</a:t>
            </a:r>
            <a:r>
              <a:rPr lang="en-US" altLang="en-US" sz="1400" b="1">
                <a:latin typeface="Times New Roman" panose="02020603050405020304" pitchFamily="18" charset="0"/>
              </a:rPr>
              <a:t>, </a:t>
            </a:r>
            <a:r>
              <a:rPr lang="en-US" altLang="en-US" sz="1400" b="1" i="1">
                <a:latin typeface="Times New Roman" panose="02020603050405020304" pitchFamily="18" charset="0"/>
              </a:rPr>
              <a:t>switch</a:t>
            </a:r>
            <a:r>
              <a:rPr lang="en-US" altLang="en-US" sz="1400" b="1" i="1" baseline="-25000">
                <a:latin typeface="Times New Roman" panose="02020603050405020304" pitchFamily="18" charset="0"/>
              </a:rPr>
              <a:t>1</a:t>
            </a:r>
            <a:r>
              <a:rPr lang="en-US" altLang="en-US" sz="1400" b="1">
                <a:latin typeface="Times New Roman" panose="02020603050405020304" pitchFamily="18" charset="0"/>
              </a:rPr>
              <a:t>)</a:t>
            </a:r>
            <a:endParaRPr lang="en-US" altLang="en-US" sz="2800">
              <a:latin typeface="Times New Roman" panose="02020603050405020304" pitchFamily="18" charset="0"/>
            </a:endParaRPr>
          </a:p>
        </p:txBody>
      </p:sp>
      <p:sp>
        <p:nvSpPr>
          <p:cNvPr id="29718" name="Footer Placeholder 1">
            <a:extLst>
              <a:ext uri="{FF2B5EF4-FFF2-40B4-BE49-F238E27FC236}">
                <a16:creationId xmlns:a16="http://schemas.microsoft.com/office/drawing/2014/main" id="{BBEA32B7-8E0B-A10F-E11B-EEDABECFF5D3}"/>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200">
                <a:solidFill>
                  <a:srgbClr val="898989"/>
                </a:solidFill>
              </a:rPr>
              <a:t>Introduction to Pi-Calculus</a:t>
            </a:r>
          </a:p>
        </p:txBody>
      </p:sp>
      <p:sp>
        <p:nvSpPr>
          <p:cNvPr id="29719" name="Slide Number Placeholder 2">
            <a:extLst>
              <a:ext uri="{FF2B5EF4-FFF2-40B4-BE49-F238E27FC236}">
                <a16:creationId xmlns:a16="http://schemas.microsoft.com/office/drawing/2014/main" id="{22F3ADBE-F735-1EA8-D125-B74BFA561F8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E6520245-0789-C447-B439-5DB42A539A92}" type="slidenum">
              <a:rPr lang="en-US" altLang="en-US" sz="1200">
                <a:solidFill>
                  <a:srgbClr val="898989"/>
                </a:solidFill>
              </a:rPr>
              <a:pPr eaLnBrk="1" hangingPunct="1"/>
              <a:t>14</a:t>
            </a:fld>
            <a:endParaRPr lang="en-US" altLang="en-US" sz="1200">
              <a:solidFill>
                <a:srgbClr val="898989"/>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721" name="Group 3">
            <a:extLst>
              <a:ext uri="{FF2B5EF4-FFF2-40B4-BE49-F238E27FC236}">
                <a16:creationId xmlns:a16="http://schemas.microsoft.com/office/drawing/2014/main" id="{D9D3AB9A-B2F2-4055-F946-0EF3A0652B55}"/>
              </a:ext>
            </a:extLst>
          </p:cNvPr>
          <p:cNvGrpSpPr>
            <a:grpSpLocks/>
          </p:cNvGrpSpPr>
          <p:nvPr/>
        </p:nvGrpSpPr>
        <p:grpSpPr bwMode="auto">
          <a:xfrm>
            <a:off x="3340100" y="1693863"/>
            <a:ext cx="1695450" cy="828675"/>
            <a:chOff x="1543" y="1052"/>
            <a:chExt cx="1068" cy="522"/>
          </a:xfrm>
        </p:grpSpPr>
        <p:sp>
          <p:nvSpPr>
            <p:cNvPr id="30744" name="Oval 4">
              <a:extLst>
                <a:ext uri="{FF2B5EF4-FFF2-40B4-BE49-F238E27FC236}">
                  <a16:creationId xmlns:a16="http://schemas.microsoft.com/office/drawing/2014/main" id="{28DAC177-95E5-E6CE-F347-762CA9292695}"/>
                </a:ext>
              </a:extLst>
            </p:cNvPr>
            <p:cNvSpPr>
              <a:spLocks noChangeArrowheads="1"/>
            </p:cNvSpPr>
            <p:nvPr/>
          </p:nvSpPr>
          <p:spPr bwMode="auto">
            <a:xfrm>
              <a:off x="1778" y="1394"/>
              <a:ext cx="125" cy="14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30745" name="Line 5">
              <a:extLst>
                <a:ext uri="{FF2B5EF4-FFF2-40B4-BE49-F238E27FC236}">
                  <a16:creationId xmlns:a16="http://schemas.microsoft.com/office/drawing/2014/main" id="{28256B25-DAEC-C622-CA04-159BE19E55EE}"/>
                </a:ext>
              </a:extLst>
            </p:cNvPr>
            <p:cNvSpPr>
              <a:spLocks noChangeShapeType="1"/>
            </p:cNvSpPr>
            <p:nvPr/>
          </p:nvSpPr>
          <p:spPr bwMode="auto">
            <a:xfrm flipV="1">
              <a:off x="1551" y="1068"/>
              <a:ext cx="218" cy="37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746" name="Line 6">
              <a:extLst>
                <a:ext uri="{FF2B5EF4-FFF2-40B4-BE49-F238E27FC236}">
                  <a16:creationId xmlns:a16="http://schemas.microsoft.com/office/drawing/2014/main" id="{F1B97DA9-F241-E399-BB79-2AC3033B1BAE}"/>
                </a:ext>
              </a:extLst>
            </p:cNvPr>
            <p:cNvSpPr>
              <a:spLocks noChangeShapeType="1"/>
            </p:cNvSpPr>
            <p:nvPr/>
          </p:nvSpPr>
          <p:spPr bwMode="auto">
            <a:xfrm>
              <a:off x="1761" y="1060"/>
              <a:ext cx="46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747" name="Line 7">
              <a:extLst>
                <a:ext uri="{FF2B5EF4-FFF2-40B4-BE49-F238E27FC236}">
                  <a16:creationId xmlns:a16="http://schemas.microsoft.com/office/drawing/2014/main" id="{75E24034-AA5A-F183-F0BA-27E6871A546B}"/>
                </a:ext>
              </a:extLst>
            </p:cNvPr>
            <p:cNvSpPr>
              <a:spLocks noChangeShapeType="1"/>
            </p:cNvSpPr>
            <p:nvPr/>
          </p:nvSpPr>
          <p:spPr bwMode="auto">
            <a:xfrm>
              <a:off x="2221" y="1052"/>
              <a:ext cx="125" cy="1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748" name="Line 8">
              <a:extLst>
                <a:ext uri="{FF2B5EF4-FFF2-40B4-BE49-F238E27FC236}">
                  <a16:creationId xmlns:a16="http://schemas.microsoft.com/office/drawing/2014/main" id="{06C3EC30-1351-3B18-4ECB-F70C0B89AA3B}"/>
                </a:ext>
              </a:extLst>
            </p:cNvPr>
            <p:cNvSpPr>
              <a:spLocks noChangeShapeType="1"/>
            </p:cNvSpPr>
            <p:nvPr/>
          </p:nvSpPr>
          <p:spPr bwMode="auto">
            <a:xfrm>
              <a:off x="2346" y="1177"/>
              <a:ext cx="163" cy="5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749" name="Line 9">
              <a:extLst>
                <a:ext uri="{FF2B5EF4-FFF2-40B4-BE49-F238E27FC236}">
                  <a16:creationId xmlns:a16="http://schemas.microsoft.com/office/drawing/2014/main" id="{3F431D9C-24D0-2354-40B8-90A80B0F1BB1}"/>
                </a:ext>
              </a:extLst>
            </p:cNvPr>
            <p:cNvSpPr>
              <a:spLocks noChangeShapeType="1"/>
            </p:cNvSpPr>
            <p:nvPr/>
          </p:nvSpPr>
          <p:spPr bwMode="auto">
            <a:xfrm>
              <a:off x="2517" y="1224"/>
              <a:ext cx="87" cy="2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750" name="AutoShape 10">
              <a:extLst>
                <a:ext uri="{FF2B5EF4-FFF2-40B4-BE49-F238E27FC236}">
                  <a16:creationId xmlns:a16="http://schemas.microsoft.com/office/drawing/2014/main" id="{F80CE171-43CD-5788-BC3B-B6C90F569E96}"/>
                </a:ext>
              </a:extLst>
            </p:cNvPr>
            <p:cNvSpPr>
              <a:spLocks noChangeArrowheads="1"/>
            </p:cNvSpPr>
            <p:nvPr/>
          </p:nvSpPr>
          <p:spPr bwMode="auto">
            <a:xfrm>
              <a:off x="1721" y="1092"/>
              <a:ext cx="296" cy="155"/>
            </a:xfrm>
            <a:prstGeom prst="parallelogram">
              <a:avLst>
                <a:gd name="adj" fmla="val 47998"/>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30751" name="AutoShape 11">
              <a:extLst>
                <a:ext uri="{FF2B5EF4-FFF2-40B4-BE49-F238E27FC236}">
                  <a16:creationId xmlns:a16="http://schemas.microsoft.com/office/drawing/2014/main" id="{E18A6073-F167-9D72-5CA3-096611E328B3}"/>
                </a:ext>
              </a:extLst>
            </p:cNvPr>
            <p:cNvSpPr>
              <a:spLocks noChangeArrowheads="1"/>
            </p:cNvSpPr>
            <p:nvPr/>
          </p:nvSpPr>
          <p:spPr bwMode="auto">
            <a:xfrm>
              <a:off x="1692" y="1309"/>
              <a:ext cx="304" cy="26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43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lnTo>
                    <a:pt x="5400" y="10800"/>
                  </a:lnTo>
                  <a:close/>
                </a:path>
              </a:pathLst>
            </a:cu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0752" name="Line 12">
              <a:extLst>
                <a:ext uri="{FF2B5EF4-FFF2-40B4-BE49-F238E27FC236}">
                  <a16:creationId xmlns:a16="http://schemas.microsoft.com/office/drawing/2014/main" id="{5C407A66-4728-B2A6-8C8D-654478ED3000}"/>
                </a:ext>
              </a:extLst>
            </p:cNvPr>
            <p:cNvSpPr>
              <a:spLocks noChangeShapeType="1"/>
            </p:cNvSpPr>
            <p:nvPr/>
          </p:nvSpPr>
          <p:spPr bwMode="auto">
            <a:xfrm flipH="1">
              <a:off x="2462" y="1434"/>
              <a:ext cx="14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753" name="Line 13">
              <a:extLst>
                <a:ext uri="{FF2B5EF4-FFF2-40B4-BE49-F238E27FC236}">
                  <a16:creationId xmlns:a16="http://schemas.microsoft.com/office/drawing/2014/main" id="{4027D3B2-EF8C-A12E-F9C8-891B1885A0AB}"/>
                </a:ext>
              </a:extLst>
            </p:cNvPr>
            <p:cNvSpPr>
              <a:spLocks noChangeShapeType="1"/>
            </p:cNvSpPr>
            <p:nvPr/>
          </p:nvSpPr>
          <p:spPr bwMode="auto">
            <a:xfrm>
              <a:off x="1995" y="1442"/>
              <a:ext cx="171"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754" name="AutoShape 14">
              <a:extLst>
                <a:ext uri="{FF2B5EF4-FFF2-40B4-BE49-F238E27FC236}">
                  <a16:creationId xmlns:a16="http://schemas.microsoft.com/office/drawing/2014/main" id="{25CE2EBF-4C8C-2750-434C-F6A051E97DD3}"/>
                </a:ext>
              </a:extLst>
            </p:cNvPr>
            <p:cNvSpPr>
              <a:spLocks noChangeArrowheads="1"/>
            </p:cNvSpPr>
            <p:nvPr/>
          </p:nvSpPr>
          <p:spPr bwMode="auto">
            <a:xfrm>
              <a:off x="2162" y="1303"/>
              <a:ext cx="304" cy="26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43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lnTo>
                    <a:pt x="5400" y="10800"/>
                  </a:lnTo>
                  <a:close/>
                </a:path>
              </a:pathLst>
            </a:cu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0755" name="Line 15">
              <a:extLst>
                <a:ext uri="{FF2B5EF4-FFF2-40B4-BE49-F238E27FC236}">
                  <a16:creationId xmlns:a16="http://schemas.microsoft.com/office/drawing/2014/main" id="{6BD09BA5-656A-2BA3-C1F2-A3470AB61AA7}"/>
                </a:ext>
              </a:extLst>
            </p:cNvPr>
            <p:cNvSpPr>
              <a:spLocks noChangeShapeType="1"/>
            </p:cNvSpPr>
            <p:nvPr/>
          </p:nvSpPr>
          <p:spPr bwMode="auto">
            <a:xfrm flipH="1">
              <a:off x="1543" y="1442"/>
              <a:ext cx="14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756" name="Oval 16">
              <a:extLst>
                <a:ext uri="{FF2B5EF4-FFF2-40B4-BE49-F238E27FC236}">
                  <a16:creationId xmlns:a16="http://schemas.microsoft.com/office/drawing/2014/main" id="{A287C96E-3D9C-2E5B-0E72-20B034DE9956}"/>
                </a:ext>
              </a:extLst>
            </p:cNvPr>
            <p:cNvSpPr>
              <a:spLocks noChangeArrowheads="1"/>
            </p:cNvSpPr>
            <p:nvPr/>
          </p:nvSpPr>
          <p:spPr bwMode="auto">
            <a:xfrm>
              <a:off x="2248" y="1404"/>
              <a:ext cx="125" cy="14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30757" name="AutoShape 17">
              <a:extLst>
                <a:ext uri="{FF2B5EF4-FFF2-40B4-BE49-F238E27FC236}">
                  <a16:creationId xmlns:a16="http://schemas.microsoft.com/office/drawing/2014/main" id="{C98969C0-EF3E-4B79-0DEF-08A49A0F78F8}"/>
                </a:ext>
              </a:extLst>
            </p:cNvPr>
            <p:cNvSpPr>
              <a:spLocks noChangeArrowheads="1"/>
            </p:cNvSpPr>
            <p:nvPr/>
          </p:nvSpPr>
          <p:spPr bwMode="auto">
            <a:xfrm flipH="1" flipV="1">
              <a:off x="2002" y="1084"/>
              <a:ext cx="289" cy="148"/>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84 w 21600"/>
                <a:gd name="T13" fmla="*/ 4524 h 21600"/>
                <a:gd name="T14" fmla="*/ 17116 w 21600"/>
                <a:gd name="T15" fmla="*/ 17076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sp>
        <p:nvSpPr>
          <p:cNvPr id="30722" name="Text Box 18">
            <a:extLst>
              <a:ext uri="{FF2B5EF4-FFF2-40B4-BE49-F238E27FC236}">
                <a16:creationId xmlns:a16="http://schemas.microsoft.com/office/drawing/2014/main" id="{467A4A95-FCC4-7CA2-2EF0-BF310FA08439}"/>
              </a:ext>
            </a:extLst>
          </p:cNvPr>
          <p:cNvSpPr txBox="1">
            <a:spLocks noChangeArrowheads="1"/>
          </p:cNvSpPr>
          <p:nvPr/>
        </p:nvSpPr>
        <p:spPr bwMode="auto">
          <a:xfrm>
            <a:off x="3925888" y="5067300"/>
            <a:ext cx="9842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b="1">
                <a:latin typeface="Times New Roman" panose="02020603050405020304" pitchFamily="18" charset="0"/>
              </a:rPr>
              <a:t>CENTRE</a:t>
            </a:r>
            <a:r>
              <a:rPr lang="en-US" altLang="en-US" sz="1400" b="1" baseline="-25000">
                <a:latin typeface="Times New Roman" panose="02020603050405020304" pitchFamily="18" charset="0"/>
              </a:rPr>
              <a:t>2</a:t>
            </a:r>
            <a:endParaRPr lang="en-US" altLang="en-US" sz="2800">
              <a:latin typeface="Times New Roman" panose="02020603050405020304" pitchFamily="18" charset="0"/>
            </a:endParaRPr>
          </a:p>
        </p:txBody>
      </p:sp>
      <p:sp>
        <p:nvSpPr>
          <p:cNvPr id="30723" name="Rectangle 19">
            <a:extLst>
              <a:ext uri="{FF2B5EF4-FFF2-40B4-BE49-F238E27FC236}">
                <a16:creationId xmlns:a16="http://schemas.microsoft.com/office/drawing/2014/main" id="{AB074BBB-C891-FA96-002B-5BC249A485BA}"/>
              </a:ext>
            </a:extLst>
          </p:cNvPr>
          <p:cNvSpPr>
            <a:spLocks noChangeArrowheads="1"/>
          </p:cNvSpPr>
          <p:nvPr/>
        </p:nvSpPr>
        <p:spPr bwMode="auto">
          <a:xfrm>
            <a:off x="4008438" y="5022850"/>
            <a:ext cx="814387" cy="3937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30724" name="Oval 20">
            <a:extLst>
              <a:ext uri="{FF2B5EF4-FFF2-40B4-BE49-F238E27FC236}">
                <a16:creationId xmlns:a16="http://schemas.microsoft.com/office/drawing/2014/main" id="{9E14FB0F-3BB6-0921-047C-BA82F7117138}"/>
              </a:ext>
            </a:extLst>
          </p:cNvPr>
          <p:cNvSpPr>
            <a:spLocks noChangeArrowheads="1"/>
          </p:cNvSpPr>
          <p:nvPr/>
        </p:nvSpPr>
        <p:spPr bwMode="auto">
          <a:xfrm>
            <a:off x="1931988" y="3944938"/>
            <a:ext cx="1050925" cy="619125"/>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30725" name="Text Box 21">
            <a:extLst>
              <a:ext uri="{FF2B5EF4-FFF2-40B4-BE49-F238E27FC236}">
                <a16:creationId xmlns:a16="http://schemas.microsoft.com/office/drawing/2014/main" id="{00382B9F-1212-2D4D-A8E6-09760C272E32}"/>
              </a:ext>
            </a:extLst>
          </p:cNvPr>
          <p:cNvSpPr txBox="1">
            <a:spLocks noChangeArrowheads="1"/>
          </p:cNvSpPr>
          <p:nvPr/>
        </p:nvSpPr>
        <p:spPr bwMode="auto">
          <a:xfrm>
            <a:off x="1898650" y="4119563"/>
            <a:ext cx="1143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b="1">
                <a:latin typeface="Times New Roman" panose="02020603050405020304" pitchFamily="18" charset="0"/>
              </a:rPr>
              <a:t>IDLEBASE</a:t>
            </a:r>
            <a:r>
              <a:rPr lang="en-US" altLang="en-US" sz="1400" b="1" baseline="-25000">
                <a:latin typeface="Times New Roman" panose="02020603050405020304" pitchFamily="18" charset="0"/>
              </a:rPr>
              <a:t>1</a:t>
            </a:r>
            <a:endParaRPr lang="en-US" altLang="en-US" sz="1400">
              <a:latin typeface="Times New Roman" panose="02020603050405020304" pitchFamily="18" charset="0"/>
            </a:endParaRPr>
          </a:p>
        </p:txBody>
      </p:sp>
      <p:sp>
        <p:nvSpPr>
          <p:cNvPr id="30726" name="Oval 22">
            <a:extLst>
              <a:ext uri="{FF2B5EF4-FFF2-40B4-BE49-F238E27FC236}">
                <a16:creationId xmlns:a16="http://schemas.microsoft.com/office/drawing/2014/main" id="{B2A94A52-58B5-39F4-0957-19783FD9F9EF}"/>
              </a:ext>
            </a:extLst>
          </p:cNvPr>
          <p:cNvSpPr>
            <a:spLocks noChangeArrowheads="1"/>
          </p:cNvSpPr>
          <p:nvPr/>
        </p:nvSpPr>
        <p:spPr bwMode="auto">
          <a:xfrm>
            <a:off x="5967413" y="3835400"/>
            <a:ext cx="1058862" cy="74295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30727" name="Text Box 23">
            <a:extLst>
              <a:ext uri="{FF2B5EF4-FFF2-40B4-BE49-F238E27FC236}">
                <a16:creationId xmlns:a16="http://schemas.microsoft.com/office/drawing/2014/main" id="{5445D21E-670A-1602-6AF0-92BC4436765F}"/>
              </a:ext>
            </a:extLst>
          </p:cNvPr>
          <p:cNvSpPr txBox="1">
            <a:spLocks noChangeArrowheads="1"/>
          </p:cNvSpPr>
          <p:nvPr/>
        </p:nvSpPr>
        <p:spPr bwMode="auto">
          <a:xfrm>
            <a:off x="6145213" y="4037013"/>
            <a:ext cx="7064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b="1">
                <a:latin typeface="Times New Roman" panose="02020603050405020304" pitchFamily="18" charset="0"/>
              </a:rPr>
              <a:t>BASE</a:t>
            </a:r>
            <a:r>
              <a:rPr lang="en-US" altLang="en-US" sz="1400" b="1" baseline="-25000">
                <a:latin typeface="Times New Roman" panose="02020603050405020304" pitchFamily="18" charset="0"/>
              </a:rPr>
              <a:t>2</a:t>
            </a:r>
            <a:endParaRPr lang="en-US" altLang="en-US" sz="1600">
              <a:latin typeface="Times New Roman" panose="02020603050405020304" pitchFamily="18" charset="0"/>
            </a:endParaRPr>
          </a:p>
        </p:txBody>
      </p:sp>
      <p:sp>
        <p:nvSpPr>
          <p:cNvPr id="30728" name="Line 24">
            <a:extLst>
              <a:ext uri="{FF2B5EF4-FFF2-40B4-BE49-F238E27FC236}">
                <a16:creationId xmlns:a16="http://schemas.microsoft.com/office/drawing/2014/main" id="{D60BA0FD-5FC1-BC63-013A-514279532053}"/>
              </a:ext>
            </a:extLst>
          </p:cNvPr>
          <p:cNvSpPr>
            <a:spLocks noChangeShapeType="1"/>
          </p:cNvSpPr>
          <p:nvPr/>
        </p:nvSpPr>
        <p:spPr bwMode="auto">
          <a:xfrm>
            <a:off x="2994025" y="4256088"/>
            <a:ext cx="1223963" cy="7667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729" name="Line 25">
            <a:extLst>
              <a:ext uri="{FF2B5EF4-FFF2-40B4-BE49-F238E27FC236}">
                <a16:creationId xmlns:a16="http://schemas.microsoft.com/office/drawing/2014/main" id="{4DA9B044-CC39-263B-06FA-3E623D377EC7}"/>
              </a:ext>
            </a:extLst>
          </p:cNvPr>
          <p:cNvSpPr>
            <a:spLocks noChangeShapeType="1"/>
          </p:cNvSpPr>
          <p:nvPr/>
        </p:nvSpPr>
        <p:spPr bwMode="auto">
          <a:xfrm>
            <a:off x="2795588" y="4478338"/>
            <a:ext cx="1212850" cy="7429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730" name="Line 26">
            <a:extLst>
              <a:ext uri="{FF2B5EF4-FFF2-40B4-BE49-F238E27FC236}">
                <a16:creationId xmlns:a16="http://schemas.microsoft.com/office/drawing/2014/main" id="{EC7435F7-B554-0EAA-6828-E084E7154ED3}"/>
              </a:ext>
            </a:extLst>
          </p:cNvPr>
          <p:cNvSpPr>
            <a:spLocks noChangeShapeType="1"/>
          </p:cNvSpPr>
          <p:nvPr/>
        </p:nvSpPr>
        <p:spPr bwMode="auto">
          <a:xfrm flipV="1">
            <a:off x="4602163" y="4330700"/>
            <a:ext cx="1347787" cy="6921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731" name="Line 27">
            <a:extLst>
              <a:ext uri="{FF2B5EF4-FFF2-40B4-BE49-F238E27FC236}">
                <a16:creationId xmlns:a16="http://schemas.microsoft.com/office/drawing/2014/main" id="{E1E5720F-F732-82DD-7FE6-2DB6A4C576B3}"/>
              </a:ext>
            </a:extLst>
          </p:cNvPr>
          <p:cNvSpPr>
            <a:spLocks noChangeShapeType="1"/>
          </p:cNvSpPr>
          <p:nvPr/>
        </p:nvSpPr>
        <p:spPr bwMode="auto">
          <a:xfrm flipV="1">
            <a:off x="4811713" y="4503738"/>
            <a:ext cx="1373187" cy="7302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732" name="Text Box 28">
            <a:extLst>
              <a:ext uri="{FF2B5EF4-FFF2-40B4-BE49-F238E27FC236}">
                <a16:creationId xmlns:a16="http://schemas.microsoft.com/office/drawing/2014/main" id="{165A548F-87D2-2BBC-D60A-1105E1D15825}"/>
              </a:ext>
            </a:extLst>
          </p:cNvPr>
          <p:cNvSpPr txBox="1">
            <a:spLocks noChangeArrowheads="1"/>
          </p:cNvSpPr>
          <p:nvPr/>
        </p:nvSpPr>
        <p:spPr bwMode="auto">
          <a:xfrm>
            <a:off x="5384800" y="2843213"/>
            <a:ext cx="5175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b="1" i="1">
                <a:latin typeface="Times New Roman" panose="02020603050405020304" pitchFamily="18" charset="0"/>
              </a:rPr>
              <a:t>talk</a:t>
            </a:r>
            <a:r>
              <a:rPr lang="en-US" altLang="en-US" sz="1400" b="1" i="1" baseline="-25000">
                <a:latin typeface="Times New Roman" panose="02020603050405020304" pitchFamily="18" charset="0"/>
              </a:rPr>
              <a:t>2</a:t>
            </a:r>
            <a:endParaRPr lang="en-US" altLang="en-US" sz="2800">
              <a:latin typeface="Times New Roman" panose="02020603050405020304" pitchFamily="18" charset="0"/>
            </a:endParaRPr>
          </a:p>
        </p:txBody>
      </p:sp>
      <p:sp>
        <p:nvSpPr>
          <p:cNvPr id="30733" name="Text Box 29">
            <a:extLst>
              <a:ext uri="{FF2B5EF4-FFF2-40B4-BE49-F238E27FC236}">
                <a16:creationId xmlns:a16="http://schemas.microsoft.com/office/drawing/2014/main" id="{7E31EEAF-66A6-B4F2-44D1-8E7058B73379}"/>
              </a:ext>
            </a:extLst>
          </p:cNvPr>
          <p:cNvSpPr txBox="1">
            <a:spLocks noChangeArrowheads="1"/>
          </p:cNvSpPr>
          <p:nvPr/>
        </p:nvSpPr>
        <p:spPr bwMode="auto">
          <a:xfrm>
            <a:off x="3390900" y="4292600"/>
            <a:ext cx="577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b="1" i="1">
                <a:latin typeface="Times New Roman" panose="02020603050405020304" pitchFamily="18" charset="0"/>
              </a:rPr>
              <a:t>alert</a:t>
            </a:r>
            <a:r>
              <a:rPr lang="en-US" altLang="en-US" sz="1400" b="1" i="1" baseline="-25000">
                <a:latin typeface="Times New Roman" panose="02020603050405020304" pitchFamily="18" charset="0"/>
              </a:rPr>
              <a:t>1</a:t>
            </a:r>
            <a:endParaRPr lang="en-US" altLang="en-US" sz="2800">
              <a:latin typeface="Times New Roman" panose="02020603050405020304" pitchFamily="18" charset="0"/>
            </a:endParaRPr>
          </a:p>
        </p:txBody>
      </p:sp>
      <p:sp>
        <p:nvSpPr>
          <p:cNvPr id="30734" name="Text Box 30">
            <a:extLst>
              <a:ext uri="{FF2B5EF4-FFF2-40B4-BE49-F238E27FC236}">
                <a16:creationId xmlns:a16="http://schemas.microsoft.com/office/drawing/2014/main" id="{F3FBB733-621A-BFD6-E9AE-3C3931ECC253}"/>
              </a:ext>
            </a:extLst>
          </p:cNvPr>
          <p:cNvSpPr txBox="1">
            <a:spLocks noChangeArrowheads="1"/>
          </p:cNvSpPr>
          <p:nvPr/>
        </p:nvSpPr>
        <p:spPr bwMode="auto">
          <a:xfrm>
            <a:off x="4306888" y="3068638"/>
            <a:ext cx="7064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b="1" i="1">
                <a:latin typeface="Times New Roman" panose="02020603050405020304" pitchFamily="18" charset="0"/>
              </a:rPr>
              <a:t>switch</a:t>
            </a:r>
            <a:r>
              <a:rPr lang="en-US" altLang="en-US" sz="1400" b="1" i="1" baseline="-25000">
                <a:latin typeface="Times New Roman" panose="02020603050405020304" pitchFamily="18" charset="0"/>
              </a:rPr>
              <a:t>2</a:t>
            </a:r>
            <a:endParaRPr lang="en-US" altLang="en-US" sz="2800">
              <a:latin typeface="Times New Roman" panose="02020603050405020304" pitchFamily="18" charset="0"/>
            </a:endParaRPr>
          </a:p>
        </p:txBody>
      </p:sp>
      <p:sp>
        <p:nvSpPr>
          <p:cNvPr id="30735" name="Text Box 31">
            <a:extLst>
              <a:ext uri="{FF2B5EF4-FFF2-40B4-BE49-F238E27FC236}">
                <a16:creationId xmlns:a16="http://schemas.microsoft.com/office/drawing/2014/main" id="{1F3B9BE3-533B-7769-3D1C-A6DCB31A0D0C}"/>
              </a:ext>
            </a:extLst>
          </p:cNvPr>
          <p:cNvSpPr txBox="1">
            <a:spLocks noChangeArrowheads="1"/>
          </p:cNvSpPr>
          <p:nvPr/>
        </p:nvSpPr>
        <p:spPr bwMode="auto">
          <a:xfrm>
            <a:off x="4954588" y="4260850"/>
            <a:ext cx="577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b="1" i="1">
                <a:latin typeface="Times New Roman" panose="02020603050405020304" pitchFamily="18" charset="0"/>
              </a:rPr>
              <a:t>alert</a:t>
            </a:r>
            <a:r>
              <a:rPr lang="en-US" altLang="en-US" sz="1400" b="1" i="1" baseline="-25000">
                <a:latin typeface="Times New Roman" panose="02020603050405020304" pitchFamily="18" charset="0"/>
              </a:rPr>
              <a:t>2</a:t>
            </a:r>
            <a:endParaRPr lang="en-US" altLang="en-US" sz="2800">
              <a:latin typeface="Times New Roman" panose="02020603050405020304" pitchFamily="18" charset="0"/>
            </a:endParaRPr>
          </a:p>
        </p:txBody>
      </p:sp>
      <p:sp>
        <p:nvSpPr>
          <p:cNvPr id="30736" name="Text Box 32">
            <a:extLst>
              <a:ext uri="{FF2B5EF4-FFF2-40B4-BE49-F238E27FC236}">
                <a16:creationId xmlns:a16="http://schemas.microsoft.com/office/drawing/2014/main" id="{5C45B57B-B9CB-E1CD-A4C3-D303AB591EE7}"/>
              </a:ext>
            </a:extLst>
          </p:cNvPr>
          <p:cNvSpPr txBox="1">
            <a:spLocks noChangeArrowheads="1"/>
          </p:cNvSpPr>
          <p:nvPr/>
        </p:nvSpPr>
        <p:spPr bwMode="auto">
          <a:xfrm>
            <a:off x="5435600" y="4833938"/>
            <a:ext cx="5381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b="1" i="1">
                <a:latin typeface="Times New Roman" panose="02020603050405020304" pitchFamily="18" charset="0"/>
              </a:rPr>
              <a:t>give</a:t>
            </a:r>
            <a:r>
              <a:rPr lang="en-US" altLang="en-US" sz="1400" b="1" i="1" baseline="-25000">
                <a:latin typeface="Times New Roman" panose="02020603050405020304" pitchFamily="18" charset="0"/>
              </a:rPr>
              <a:t>2</a:t>
            </a:r>
            <a:endParaRPr lang="en-US" altLang="en-US" sz="2800">
              <a:latin typeface="Times New Roman" panose="02020603050405020304" pitchFamily="18" charset="0"/>
            </a:endParaRPr>
          </a:p>
        </p:txBody>
      </p:sp>
      <p:sp>
        <p:nvSpPr>
          <p:cNvPr id="30737" name="Text Box 33">
            <a:extLst>
              <a:ext uri="{FF2B5EF4-FFF2-40B4-BE49-F238E27FC236}">
                <a16:creationId xmlns:a16="http://schemas.microsoft.com/office/drawing/2014/main" id="{A935D776-98E0-9BE7-9E18-831B02EF7DC4}"/>
              </a:ext>
            </a:extLst>
          </p:cNvPr>
          <p:cNvSpPr txBox="1">
            <a:spLocks noChangeArrowheads="1"/>
          </p:cNvSpPr>
          <p:nvPr/>
        </p:nvSpPr>
        <p:spPr bwMode="auto">
          <a:xfrm>
            <a:off x="2913063" y="4887913"/>
            <a:ext cx="53816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b="1" i="1">
                <a:latin typeface="Times New Roman" panose="02020603050405020304" pitchFamily="18" charset="0"/>
              </a:rPr>
              <a:t>give</a:t>
            </a:r>
            <a:r>
              <a:rPr lang="en-US" altLang="en-US" sz="1400" b="1" i="1" baseline="-25000">
                <a:latin typeface="Times New Roman" panose="02020603050405020304" pitchFamily="18" charset="0"/>
              </a:rPr>
              <a:t>1</a:t>
            </a:r>
            <a:endParaRPr lang="en-US" altLang="en-US" sz="2800">
              <a:latin typeface="Times New Roman" panose="02020603050405020304" pitchFamily="18" charset="0"/>
            </a:endParaRPr>
          </a:p>
        </p:txBody>
      </p:sp>
      <p:sp>
        <p:nvSpPr>
          <p:cNvPr id="30738" name="Line 34">
            <a:extLst>
              <a:ext uri="{FF2B5EF4-FFF2-40B4-BE49-F238E27FC236}">
                <a16:creationId xmlns:a16="http://schemas.microsoft.com/office/drawing/2014/main" id="{384A2281-0492-AFA9-3E5A-717D008FAC2B}"/>
              </a:ext>
            </a:extLst>
          </p:cNvPr>
          <p:cNvSpPr>
            <a:spLocks noChangeShapeType="1"/>
          </p:cNvSpPr>
          <p:nvPr/>
        </p:nvSpPr>
        <p:spPr bwMode="auto">
          <a:xfrm flipH="1" flipV="1">
            <a:off x="4760913" y="2511425"/>
            <a:ext cx="1622425" cy="13239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739" name="Line 35">
            <a:extLst>
              <a:ext uri="{FF2B5EF4-FFF2-40B4-BE49-F238E27FC236}">
                <a16:creationId xmlns:a16="http://schemas.microsoft.com/office/drawing/2014/main" id="{586A49DE-065D-49FB-4F51-0D25D8BE0A3D}"/>
              </a:ext>
            </a:extLst>
          </p:cNvPr>
          <p:cNvSpPr>
            <a:spLocks noChangeShapeType="1"/>
          </p:cNvSpPr>
          <p:nvPr/>
        </p:nvSpPr>
        <p:spPr bwMode="auto">
          <a:xfrm flipH="1" flipV="1">
            <a:off x="4206875" y="2513013"/>
            <a:ext cx="1843088" cy="15081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740" name="Text Box 36">
            <a:extLst>
              <a:ext uri="{FF2B5EF4-FFF2-40B4-BE49-F238E27FC236}">
                <a16:creationId xmlns:a16="http://schemas.microsoft.com/office/drawing/2014/main" id="{0686DDF1-CA81-7BB4-D28E-E7376A5922A0}"/>
              </a:ext>
            </a:extLst>
          </p:cNvPr>
          <p:cNvSpPr txBox="1">
            <a:spLocks noChangeArrowheads="1"/>
          </p:cNvSpPr>
          <p:nvPr/>
        </p:nvSpPr>
        <p:spPr bwMode="auto">
          <a:xfrm>
            <a:off x="4757738" y="1555750"/>
            <a:ext cx="16319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400" b="1">
                <a:latin typeface="Times New Roman" panose="02020603050405020304" pitchFamily="18" charset="0"/>
              </a:rPr>
              <a:t>CAR(</a:t>
            </a:r>
            <a:r>
              <a:rPr lang="en-US" altLang="en-US" sz="1400" b="1" i="1">
                <a:latin typeface="Times New Roman" panose="02020603050405020304" pitchFamily="18" charset="0"/>
              </a:rPr>
              <a:t>talk</a:t>
            </a:r>
            <a:r>
              <a:rPr lang="en-US" altLang="en-US" sz="1400" b="1" i="1" baseline="-25000">
                <a:latin typeface="Times New Roman" panose="02020603050405020304" pitchFamily="18" charset="0"/>
              </a:rPr>
              <a:t>2</a:t>
            </a:r>
            <a:r>
              <a:rPr lang="en-US" altLang="en-US" sz="1400" b="1">
                <a:latin typeface="Times New Roman" panose="02020603050405020304" pitchFamily="18" charset="0"/>
              </a:rPr>
              <a:t>, </a:t>
            </a:r>
            <a:r>
              <a:rPr lang="en-US" altLang="en-US" sz="1400" b="1" i="1">
                <a:latin typeface="Times New Roman" panose="02020603050405020304" pitchFamily="18" charset="0"/>
              </a:rPr>
              <a:t>switch</a:t>
            </a:r>
            <a:r>
              <a:rPr lang="en-US" altLang="en-US" sz="1400" b="1" i="1" baseline="-25000">
                <a:latin typeface="Times New Roman" panose="02020603050405020304" pitchFamily="18" charset="0"/>
              </a:rPr>
              <a:t>2</a:t>
            </a:r>
            <a:r>
              <a:rPr lang="en-US" altLang="en-US" sz="1400" b="1">
                <a:latin typeface="Times New Roman" panose="02020603050405020304" pitchFamily="18" charset="0"/>
              </a:rPr>
              <a:t>)</a:t>
            </a:r>
            <a:endParaRPr lang="en-US" altLang="en-US" sz="2800">
              <a:latin typeface="Times New Roman" panose="02020603050405020304" pitchFamily="18" charset="0"/>
            </a:endParaRPr>
          </a:p>
        </p:txBody>
      </p:sp>
      <p:sp>
        <p:nvSpPr>
          <p:cNvPr id="30741" name="Title 1">
            <a:extLst>
              <a:ext uri="{FF2B5EF4-FFF2-40B4-BE49-F238E27FC236}">
                <a16:creationId xmlns:a16="http://schemas.microsoft.com/office/drawing/2014/main" id="{11DC6B15-1991-7080-25F9-D967FA10ADCF}"/>
              </a:ext>
            </a:extLst>
          </p:cNvPr>
          <p:cNvSpPr>
            <a:spLocks noGrp="1"/>
          </p:cNvSpPr>
          <p:nvPr>
            <p:ph type="title"/>
          </p:nvPr>
        </p:nvSpPr>
        <p:spPr>
          <a:xfrm>
            <a:off x="223838" y="274638"/>
            <a:ext cx="8462962" cy="1143000"/>
          </a:xfrm>
        </p:spPr>
        <p:txBody>
          <a:bodyPr/>
          <a:lstStyle/>
          <a:p>
            <a:pPr eaLnBrk="1" hangingPunct="1"/>
            <a:r>
              <a:rPr lang="en-US" altLang="en-US" sz="3600">
                <a:solidFill>
                  <a:srgbClr val="2402EE"/>
                </a:solidFill>
                <a:ea typeface="ＭＳ Ｐゴシック" panose="020B0600070205080204" pitchFamily="34" charset="-128"/>
              </a:rPr>
              <a:t>Milner’s Mobility Example for </a:t>
            </a:r>
            <a:r>
              <a:rPr lang="en-US" altLang="en-US" sz="3600">
                <a:solidFill>
                  <a:srgbClr val="2402EE"/>
                </a:solidFill>
                <a:latin typeface="Symbol" pitchFamily="2" charset="2"/>
                <a:ea typeface="ＭＳ Ｐゴシック" panose="020B0600070205080204" pitchFamily="34" charset="-128"/>
              </a:rPr>
              <a:t>p</a:t>
            </a:r>
            <a:r>
              <a:rPr lang="en-US" altLang="en-US" sz="3600">
                <a:solidFill>
                  <a:srgbClr val="2402EE"/>
                </a:solidFill>
                <a:latin typeface="Times New Roman" panose="02020603050405020304" pitchFamily="18" charset="0"/>
                <a:ea typeface="ＭＳ Ｐゴシック" panose="020B0600070205080204" pitchFamily="34" charset="-128"/>
              </a:rPr>
              <a:t>-Calculus: 2</a:t>
            </a:r>
            <a:r>
              <a:rPr lang="en-US" altLang="en-US" sz="3600">
                <a:ea typeface="ＭＳ Ｐゴシック" panose="020B0600070205080204" pitchFamily="34" charset="-128"/>
              </a:rPr>
              <a:t> </a:t>
            </a:r>
          </a:p>
        </p:txBody>
      </p:sp>
      <p:sp>
        <p:nvSpPr>
          <p:cNvPr id="30742" name="Footer Placeholder 1">
            <a:extLst>
              <a:ext uri="{FF2B5EF4-FFF2-40B4-BE49-F238E27FC236}">
                <a16:creationId xmlns:a16="http://schemas.microsoft.com/office/drawing/2014/main" id="{FB783BB0-C39B-1587-67C5-10185242A801}"/>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200">
                <a:solidFill>
                  <a:srgbClr val="898989"/>
                </a:solidFill>
              </a:rPr>
              <a:t>Introduction to Pi-Calculus</a:t>
            </a:r>
          </a:p>
        </p:txBody>
      </p:sp>
      <p:sp>
        <p:nvSpPr>
          <p:cNvPr id="30743" name="Slide Number Placeholder 2">
            <a:extLst>
              <a:ext uri="{FF2B5EF4-FFF2-40B4-BE49-F238E27FC236}">
                <a16:creationId xmlns:a16="http://schemas.microsoft.com/office/drawing/2014/main" id="{1B0DC860-D103-A644-9ED6-548518778D8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D78162FF-9E39-A649-8607-598FA4DBAFE5}" type="slidenum">
              <a:rPr lang="en-US" altLang="en-US" sz="1200">
                <a:solidFill>
                  <a:srgbClr val="898989"/>
                </a:solidFill>
              </a:rPr>
              <a:pPr eaLnBrk="1" hangingPunct="1"/>
              <a:t>15</a:t>
            </a:fld>
            <a:endParaRPr lang="en-US" altLang="en-US" sz="1200">
              <a:solidFill>
                <a:srgbClr val="898989"/>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745" name="Group 2">
            <a:extLst>
              <a:ext uri="{FF2B5EF4-FFF2-40B4-BE49-F238E27FC236}">
                <a16:creationId xmlns:a16="http://schemas.microsoft.com/office/drawing/2014/main" id="{8363928B-8A17-3CAD-9E81-6B36CEA8D3E1}"/>
              </a:ext>
            </a:extLst>
          </p:cNvPr>
          <p:cNvGrpSpPr>
            <a:grpSpLocks/>
          </p:cNvGrpSpPr>
          <p:nvPr/>
        </p:nvGrpSpPr>
        <p:grpSpPr bwMode="auto">
          <a:xfrm>
            <a:off x="373063" y="4929188"/>
            <a:ext cx="7734300" cy="906462"/>
            <a:chOff x="835" y="3120"/>
            <a:chExt cx="3346" cy="138"/>
          </a:xfrm>
        </p:grpSpPr>
        <p:sp>
          <p:nvSpPr>
            <p:cNvPr id="31754" name="Text Box 3">
              <a:extLst>
                <a:ext uri="{FF2B5EF4-FFF2-40B4-BE49-F238E27FC236}">
                  <a16:creationId xmlns:a16="http://schemas.microsoft.com/office/drawing/2014/main" id="{3FEFB1B1-A677-7DF8-B731-BE4E8000A0C1}"/>
                </a:ext>
              </a:extLst>
            </p:cNvPr>
            <p:cNvSpPr txBox="1">
              <a:spLocks noChangeArrowheads="1"/>
            </p:cNvSpPr>
            <p:nvPr/>
          </p:nvSpPr>
          <p:spPr bwMode="auto">
            <a:xfrm>
              <a:off x="835" y="3120"/>
              <a:ext cx="3346" cy="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20000"/>
                </a:spcBef>
              </a:pPr>
              <a:r>
                <a:rPr lang="en-US" altLang="en-US">
                  <a:solidFill>
                    <a:srgbClr val="FF6600"/>
                  </a:solidFill>
                  <a:latin typeface="Calibri" panose="020F0502020204030204" pitchFamily="34" charset="0"/>
                </a:rPr>
                <a:t>CAR(talk, switch)  =  talk.CAR(talk, switch) </a:t>
              </a:r>
            </a:p>
            <a:p>
              <a:pPr eaLnBrk="1" hangingPunct="1">
                <a:spcBef>
                  <a:spcPct val="20000"/>
                </a:spcBef>
              </a:pPr>
              <a:r>
                <a:rPr lang="en-US" altLang="en-US">
                  <a:solidFill>
                    <a:srgbClr val="FF6600"/>
                  </a:solidFill>
                  <a:latin typeface="Calibri" panose="020F0502020204030204" pitchFamily="34" charset="0"/>
                </a:rPr>
                <a:t>                                    + switch(talk’ switch’).CAR(talk’, switch’)</a:t>
              </a:r>
            </a:p>
          </p:txBody>
        </p:sp>
        <p:sp>
          <p:nvSpPr>
            <p:cNvPr id="31755" name="Line 5">
              <a:extLst>
                <a:ext uri="{FF2B5EF4-FFF2-40B4-BE49-F238E27FC236}">
                  <a16:creationId xmlns:a16="http://schemas.microsoft.com/office/drawing/2014/main" id="{DBF9CCEB-BD93-1C13-26C3-534BEA921859}"/>
                </a:ext>
              </a:extLst>
            </p:cNvPr>
            <p:cNvSpPr>
              <a:spLocks noChangeShapeType="1"/>
            </p:cNvSpPr>
            <p:nvPr/>
          </p:nvSpPr>
          <p:spPr bwMode="auto">
            <a:xfrm>
              <a:off x="1957" y="3135"/>
              <a:ext cx="22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31746" name="Rectangle 6">
            <a:extLst>
              <a:ext uri="{FF2B5EF4-FFF2-40B4-BE49-F238E27FC236}">
                <a16:creationId xmlns:a16="http://schemas.microsoft.com/office/drawing/2014/main" id="{146254B9-BAD6-FB40-5D5B-4ECC901C1220}"/>
              </a:ext>
            </a:extLst>
          </p:cNvPr>
          <p:cNvSpPr>
            <a:spLocks noGrp="1" noChangeArrowheads="1"/>
          </p:cNvSpPr>
          <p:nvPr>
            <p:ph type="title"/>
          </p:nvPr>
        </p:nvSpPr>
        <p:spPr>
          <a:xfrm>
            <a:off x="204788" y="274638"/>
            <a:ext cx="8656637" cy="1143000"/>
          </a:xfrm>
        </p:spPr>
        <p:txBody>
          <a:bodyPr/>
          <a:lstStyle/>
          <a:p>
            <a:pPr eaLnBrk="1" hangingPunct="1"/>
            <a:r>
              <a:rPr lang="en-US" altLang="en-US" sz="3600">
                <a:solidFill>
                  <a:srgbClr val="2402EE"/>
                </a:solidFill>
                <a:ea typeface="ＭＳ Ｐゴシック" panose="020B0600070205080204" pitchFamily="34" charset="-128"/>
              </a:rPr>
              <a:t>Milner’s Mobility Example for </a:t>
            </a:r>
            <a:r>
              <a:rPr lang="en-US" altLang="en-US" sz="3600">
                <a:solidFill>
                  <a:srgbClr val="2402EE"/>
                </a:solidFill>
                <a:latin typeface="Symbol" pitchFamily="2" charset="2"/>
                <a:ea typeface="ＭＳ Ｐゴシック" panose="020B0600070205080204" pitchFamily="34" charset="-128"/>
              </a:rPr>
              <a:t>p</a:t>
            </a:r>
            <a:r>
              <a:rPr lang="en-US" altLang="en-US" sz="3600">
                <a:solidFill>
                  <a:srgbClr val="2402EE"/>
                </a:solidFill>
                <a:latin typeface="Times New Roman" panose="02020603050405020304" pitchFamily="18" charset="0"/>
                <a:ea typeface="ＭＳ Ｐゴシック" panose="020B0600070205080204" pitchFamily="34" charset="-128"/>
              </a:rPr>
              <a:t>-Calculus: 3</a:t>
            </a:r>
            <a:endParaRPr lang="en-US" altLang="en-US" sz="3600">
              <a:ea typeface="ＭＳ Ｐゴシック" panose="020B0600070205080204" pitchFamily="34" charset="-128"/>
            </a:endParaRPr>
          </a:p>
        </p:txBody>
      </p:sp>
      <p:sp>
        <p:nvSpPr>
          <p:cNvPr id="17412" name="Text Box 7">
            <a:extLst>
              <a:ext uri="{FF2B5EF4-FFF2-40B4-BE49-F238E27FC236}">
                <a16:creationId xmlns:a16="http://schemas.microsoft.com/office/drawing/2014/main" id="{E3A3BA32-4DB1-BE67-975E-AFEDEA94C0AB}"/>
              </a:ext>
            </a:extLst>
          </p:cNvPr>
          <p:cNvSpPr txBox="1">
            <a:spLocks noChangeArrowheads="1"/>
          </p:cNvSpPr>
          <p:nvPr/>
        </p:nvSpPr>
        <p:spPr bwMode="auto">
          <a:xfrm>
            <a:off x="461963" y="1230313"/>
            <a:ext cx="3830637" cy="4603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ea typeface="ＭＳ Ｐゴシック" charset="0"/>
                <a:cs typeface="ＭＳ Ｐゴシック" charset="0"/>
              </a:defRPr>
            </a:lvl1pPr>
            <a:lvl2pPr marL="37931725" indent="-37474525"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spcBef>
                <a:spcPct val="20000"/>
              </a:spcBef>
              <a:defRPr/>
            </a:pPr>
            <a:r>
              <a:rPr lang="en-US" sz="2400" dirty="0">
                <a:latin typeface="+mn-lt"/>
              </a:rPr>
              <a:t>The bases can be modeled as</a:t>
            </a:r>
          </a:p>
        </p:txBody>
      </p:sp>
      <p:sp>
        <p:nvSpPr>
          <p:cNvPr id="31748" name="Text Box 8">
            <a:extLst>
              <a:ext uri="{FF2B5EF4-FFF2-40B4-BE49-F238E27FC236}">
                <a16:creationId xmlns:a16="http://schemas.microsoft.com/office/drawing/2014/main" id="{9B93FD31-FBB2-80E7-6D5C-43771C0D7104}"/>
              </a:ext>
            </a:extLst>
          </p:cNvPr>
          <p:cNvSpPr txBox="1">
            <a:spLocks noChangeArrowheads="1"/>
          </p:cNvSpPr>
          <p:nvPr/>
        </p:nvSpPr>
        <p:spPr bwMode="auto">
          <a:xfrm>
            <a:off x="434975" y="4073525"/>
            <a:ext cx="76882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20000"/>
              </a:spcBef>
            </a:pPr>
            <a:r>
              <a:rPr lang="en-US" altLang="en-US">
                <a:latin typeface="Calibri" panose="020F0502020204030204" pitchFamily="34" charset="0"/>
              </a:rPr>
              <a:t>The car’s behavior can be described as</a:t>
            </a:r>
          </a:p>
        </p:txBody>
      </p:sp>
      <p:grpSp>
        <p:nvGrpSpPr>
          <p:cNvPr id="31749" name="Group 9">
            <a:extLst>
              <a:ext uri="{FF2B5EF4-FFF2-40B4-BE49-F238E27FC236}">
                <a16:creationId xmlns:a16="http://schemas.microsoft.com/office/drawing/2014/main" id="{BBF226D8-6E56-3CBA-A324-82F03E42D5D2}"/>
              </a:ext>
            </a:extLst>
          </p:cNvPr>
          <p:cNvGrpSpPr>
            <a:grpSpLocks/>
          </p:cNvGrpSpPr>
          <p:nvPr/>
        </p:nvGrpSpPr>
        <p:grpSpPr bwMode="auto">
          <a:xfrm>
            <a:off x="373063" y="1803400"/>
            <a:ext cx="8488362" cy="2162175"/>
            <a:chOff x="235" y="1185"/>
            <a:chExt cx="5164" cy="946"/>
          </a:xfrm>
        </p:grpSpPr>
        <p:sp>
          <p:nvSpPr>
            <p:cNvPr id="17415" name="Text Box 10">
              <a:extLst>
                <a:ext uri="{FF2B5EF4-FFF2-40B4-BE49-F238E27FC236}">
                  <a16:creationId xmlns:a16="http://schemas.microsoft.com/office/drawing/2014/main" id="{B1E8C4EE-E3FC-1B21-EBF7-4C2D276F73DB}"/>
                </a:ext>
              </a:extLst>
            </p:cNvPr>
            <p:cNvSpPr txBox="1">
              <a:spLocks noChangeArrowheads="1"/>
            </p:cNvSpPr>
            <p:nvPr/>
          </p:nvSpPr>
          <p:spPr bwMode="auto">
            <a:xfrm>
              <a:off x="235" y="1185"/>
              <a:ext cx="5164" cy="94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spAutoFit/>
            </a:bodyPr>
            <a:lstStyle>
              <a:lvl1pPr eaLnBrk="0" hangingPunct="0">
                <a:defRPr>
                  <a:solidFill>
                    <a:schemeClr val="tx1"/>
                  </a:solidFill>
                  <a:latin typeface="Arial" charset="0"/>
                  <a:ea typeface="ＭＳ Ｐゴシック" charset="0"/>
                  <a:cs typeface="ＭＳ Ｐゴシック" charset="0"/>
                </a:defRPr>
              </a:lvl1pPr>
              <a:lvl2pPr marL="37931725" indent="-37474525"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spcBef>
                  <a:spcPct val="20000"/>
                </a:spcBef>
                <a:defRPr/>
              </a:pPr>
              <a:r>
                <a:rPr lang="en-US" sz="2400" dirty="0">
                  <a:solidFill>
                    <a:srgbClr val="FF6600"/>
                  </a:solidFill>
                  <a:latin typeface="+mn-lt"/>
                </a:rPr>
                <a:t>BASE(talk, switch, give, alert) = </a:t>
              </a:r>
              <a:r>
                <a:rPr lang="en-US" sz="2400" dirty="0" err="1">
                  <a:solidFill>
                    <a:srgbClr val="FF6600"/>
                  </a:solidFill>
                  <a:latin typeface="+mn-lt"/>
                </a:rPr>
                <a:t>talk.BASE</a:t>
              </a:r>
              <a:r>
                <a:rPr lang="en-US" sz="2400" dirty="0">
                  <a:solidFill>
                    <a:srgbClr val="FF6600"/>
                  </a:solidFill>
                  <a:latin typeface="+mn-lt"/>
                </a:rPr>
                <a:t>(talk, switch, give, alert)</a:t>
              </a:r>
            </a:p>
            <a:p>
              <a:pPr eaLnBrk="1" hangingPunct="1">
                <a:spcBef>
                  <a:spcPct val="20000"/>
                </a:spcBef>
                <a:defRPr/>
              </a:pPr>
              <a:r>
                <a:rPr lang="en-US" sz="2400" dirty="0">
                  <a:solidFill>
                    <a:srgbClr val="FF6600"/>
                  </a:solidFill>
                  <a:latin typeface="+mn-lt"/>
                </a:rPr>
                <a:t>                    + give(t, s).switch(t s) .IDLEBASE(talk, switch, give, alert)</a:t>
              </a:r>
            </a:p>
            <a:p>
              <a:pPr eaLnBrk="1" hangingPunct="1">
                <a:spcBef>
                  <a:spcPct val="20000"/>
                </a:spcBef>
                <a:defRPr/>
              </a:pPr>
              <a:r>
                <a:rPr lang="en-US" sz="2400" dirty="0">
                  <a:solidFill>
                    <a:srgbClr val="FF6600"/>
                  </a:solidFill>
                  <a:latin typeface="+mn-lt"/>
                </a:rPr>
                <a:t>IDLEBASE(talk, switch, give, alert)  =  </a:t>
              </a:r>
            </a:p>
            <a:p>
              <a:pPr eaLnBrk="1" hangingPunct="1">
                <a:spcBef>
                  <a:spcPct val="20000"/>
                </a:spcBef>
                <a:defRPr/>
              </a:pPr>
              <a:r>
                <a:rPr lang="en-US" sz="2400" dirty="0">
                  <a:solidFill>
                    <a:srgbClr val="FF6600"/>
                  </a:solidFill>
                  <a:latin typeface="+mn-lt"/>
                </a:rPr>
                <a:t>								</a:t>
              </a:r>
              <a:r>
                <a:rPr lang="en-US" sz="2400" dirty="0" err="1">
                  <a:solidFill>
                    <a:srgbClr val="FF6600"/>
                  </a:solidFill>
                  <a:latin typeface="+mn-lt"/>
                </a:rPr>
                <a:t>alert.BASE</a:t>
              </a:r>
              <a:r>
                <a:rPr lang="en-US" sz="2400" dirty="0">
                  <a:solidFill>
                    <a:srgbClr val="FF6600"/>
                  </a:solidFill>
                  <a:latin typeface="+mn-lt"/>
                </a:rPr>
                <a:t>(talk, switch, give, alert)</a:t>
              </a:r>
            </a:p>
          </p:txBody>
        </p:sp>
        <p:sp>
          <p:nvSpPr>
            <p:cNvPr id="31753" name="Line 12">
              <a:extLst>
                <a:ext uri="{FF2B5EF4-FFF2-40B4-BE49-F238E27FC236}">
                  <a16:creationId xmlns:a16="http://schemas.microsoft.com/office/drawing/2014/main" id="{99600916-3145-8FD9-8C18-AA70E0B9B2B6}"/>
                </a:ext>
              </a:extLst>
            </p:cNvPr>
            <p:cNvSpPr>
              <a:spLocks noChangeShapeType="1"/>
            </p:cNvSpPr>
            <p:nvPr/>
          </p:nvSpPr>
          <p:spPr bwMode="auto">
            <a:xfrm>
              <a:off x="1952" y="1496"/>
              <a:ext cx="43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31750" name="Footer Placeholder 1">
            <a:extLst>
              <a:ext uri="{FF2B5EF4-FFF2-40B4-BE49-F238E27FC236}">
                <a16:creationId xmlns:a16="http://schemas.microsoft.com/office/drawing/2014/main" id="{4FBE3CA7-6A07-B498-BB5F-73B8C976F68B}"/>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200">
                <a:solidFill>
                  <a:srgbClr val="898989"/>
                </a:solidFill>
              </a:rPr>
              <a:t>Introduction to Pi-Calculus</a:t>
            </a:r>
          </a:p>
        </p:txBody>
      </p:sp>
      <p:sp>
        <p:nvSpPr>
          <p:cNvPr id="31751" name="Slide Number Placeholder 2">
            <a:extLst>
              <a:ext uri="{FF2B5EF4-FFF2-40B4-BE49-F238E27FC236}">
                <a16:creationId xmlns:a16="http://schemas.microsoft.com/office/drawing/2014/main" id="{85FA3ACD-8869-2529-031B-B70362FE7C4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4127E4FC-82F8-4B4F-8761-B4715B49DE61}" type="slidenum">
              <a:rPr lang="en-US" altLang="en-US" sz="1200">
                <a:solidFill>
                  <a:srgbClr val="898989"/>
                </a:solidFill>
              </a:rPr>
              <a:pPr eaLnBrk="1" hangingPunct="1"/>
              <a:t>16</a:t>
            </a:fld>
            <a:endParaRPr lang="en-US" altLang="en-US" sz="1200">
              <a:solidFill>
                <a:srgbClr val="898989"/>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a:extLst>
              <a:ext uri="{FF2B5EF4-FFF2-40B4-BE49-F238E27FC236}">
                <a16:creationId xmlns:a16="http://schemas.microsoft.com/office/drawing/2014/main" id="{109C7930-03D0-FB70-5151-C171F9794A7B}"/>
              </a:ext>
            </a:extLst>
          </p:cNvPr>
          <p:cNvSpPr>
            <a:spLocks noGrp="1" noChangeArrowheads="1"/>
          </p:cNvSpPr>
          <p:nvPr>
            <p:ph type="title"/>
          </p:nvPr>
        </p:nvSpPr>
        <p:spPr>
          <a:xfrm>
            <a:off x="457200" y="204788"/>
            <a:ext cx="8450263" cy="1093787"/>
          </a:xfrm>
        </p:spPr>
        <p:txBody>
          <a:bodyPr/>
          <a:lstStyle/>
          <a:p>
            <a:pPr eaLnBrk="1" hangingPunct="1"/>
            <a:r>
              <a:rPr lang="en-US" altLang="en-US" sz="3600">
                <a:solidFill>
                  <a:srgbClr val="2402EE"/>
                </a:solidFill>
                <a:ea typeface="ＭＳ Ｐゴシック" panose="020B0600070205080204" pitchFamily="34" charset="-128"/>
              </a:rPr>
              <a:t>Milner’s Mobility Example for </a:t>
            </a:r>
            <a:r>
              <a:rPr lang="en-US" altLang="en-US" sz="3600">
                <a:solidFill>
                  <a:srgbClr val="2402EE"/>
                </a:solidFill>
                <a:latin typeface="Symbol" pitchFamily="2" charset="2"/>
                <a:ea typeface="ＭＳ Ｐゴシック" panose="020B0600070205080204" pitchFamily="34" charset="-128"/>
              </a:rPr>
              <a:t>p</a:t>
            </a:r>
            <a:r>
              <a:rPr lang="en-US" altLang="en-US" sz="3600">
                <a:solidFill>
                  <a:srgbClr val="2402EE"/>
                </a:solidFill>
                <a:latin typeface="Times New Roman" panose="02020603050405020304" pitchFamily="18" charset="0"/>
                <a:ea typeface="ＭＳ Ｐゴシック" panose="020B0600070205080204" pitchFamily="34" charset="-128"/>
              </a:rPr>
              <a:t>-Calculus: 4</a:t>
            </a:r>
            <a:r>
              <a:rPr lang="en-US" altLang="en-US" sz="3600">
                <a:ea typeface="ＭＳ Ｐゴシック" panose="020B0600070205080204" pitchFamily="34" charset="-128"/>
              </a:rPr>
              <a:t> </a:t>
            </a:r>
          </a:p>
        </p:txBody>
      </p:sp>
      <p:sp>
        <p:nvSpPr>
          <p:cNvPr id="31747" name="Text Box 3">
            <a:extLst>
              <a:ext uri="{FF2B5EF4-FFF2-40B4-BE49-F238E27FC236}">
                <a16:creationId xmlns:a16="http://schemas.microsoft.com/office/drawing/2014/main" id="{6842C058-215B-FBBF-6B47-A90DCCF965E9}"/>
              </a:ext>
            </a:extLst>
          </p:cNvPr>
          <p:cNvSpPr txBox="1">
            <a:spLocks noChangeArrowheads="1"/>
          </p:cNvSpPr>
          <p:nvPr/>
        </p:nvSpPr>
        <p:spPr bwMode="auto">
          <a:xfrm>
            <a:off x="396875" y="1076325"/>
            <a:ext cx="8229600" cy="8302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spAutoFit/>
          </a:bodyPr>
          <a:lstStyle>
            <a:lvl1pPr>
              <a:defRPr>
                <a:solidFill>
                  <a:schemeClr val="tx1"/>
                </a:solidFill>
                <a:latin typeface="Calibri" charset="0"/>
                <a:ea typeface="ＭＳ Ｐゴシック" charset="-128"/>
              </a:defRPr>
            </a:lvl1pPr>
            <a:lvl2pPr marL="37931725" indent="-37474525">
              <a:defRPr>
                <a:solidFill>
                  <a:schemeClr val="tx1"/>
                </a:solidFill>
                <a:latin typeface="Calibri" charset="0"/>
                <a:ea typeface="ＭＳ Ｐゴシック" charset="-128"/>
              </a:defRPr>
            </a:lvl2pPr>
            <a:lvl3pPr>
              <a:defRPr>
                <a:solidFill>
                  <a:schemeClr val="tx1"/>
                </a:solidFill>
                <a:latin typeface="Calibri" charset="0"/>
                <a:ea typeface="ＭＳ Ｐゴシック" charset="-128"/>
              </a:defRPr>
            </a:lvl3pPr>
            <a:lvl4pPr>
              <a:defRPr>
                <a:solidFill>
                  <a:schemeClr val="tx1"/>
                </a:solidFill>
                <a:latin typeface="Calibri" charset="0"/>
                <a:ea typeface="ＭＳ Ｐゴシック" charset="-128"/>
              </a:defRPr>
            </a:lvl4pPr>
            <a:lvl5pPr>
              <a:defRPr>
                <a:solidFill>
                  <a:schemeClr val="tx1"/>
                </a:solidFill>
                <a:latin typeface="Calibri" charset="0"/>
                <a:ea typeface="ＭＳ Ｐゴシック" charset="-128"/>
              </a:defRPr>
            </a:lvl5pPr>
            <a:lvl6pPr marL="457200" fontAlgn="base">
              <a:spcBef>
                <a:spcPct val="0"/>
              </a:spcBef>
              <a:spcAft>
                <a:spcPct val="0"/>
              </a:spcAft>
              <a:defRPr>
                <a:solidFill>
                  <a:schemeClr val="tx1"/>
                </a:solidFill>
                <a:latin typeface="Calibri" charset="0"/>
                <a:ea typeface="ＭＳ Ｐゴシック" charset="-128"/>
              </a:defRPr>
            </a:lvl6pPr>
            <a:lvl7pPr marL="914400" fontAlgn="base">
              <a:spcBef>
                <a:spcPct val="0"/>
              </a:spcBef>
              <a:spcAft>
                <a:spcPct val="0"/>
              </a:spcAft>
              <a:defRPr>
                <a:solidFill>
                  <a:schemeClr val="tx1"/>
                </a:solidFill>
                <a:latin typeface="Calibri" charset="0"/>
                <a:ea typeface="ＭＳ Ｐゴシック" charset="-128"/>
              </a:defRPr>
            </a:lvl7pPr>
            <a:lvl8pPr marL="1371600" fontAlgn="base">
              <a:spcBef>
                <a:spcPct val="0"/>
              </a:spcBef>
              <a:spcAft>
                <a:spcPct val="0"/>
              </a:spcAft>
              <a:defRPr>
                <a:solidFill>
                  <a:schemeClr val="tx1"/>
                </a:solidFill>
                <a:latin typeface="Calibri" charset="0"/>
                <a:ea typeface="ＭＳ Ｐゴシック" charset="-128"/>
              </a:defRPr>
            </a:lvl8pPr>
            <a:lvl9pPr marL="1828800" fontAlgn="base">
              <a:spcBef>
                <a:spcPct val="0"/>
              </a:spcBef>
              <a:spcAft>
                <a:spcPct val="0"/>
              </a:spcAft>
              <a:defRPr>
                <a:solidFill>
                  <a:schemeClr val="tx1"/>
                </a:solidFill>
                <a:latin typeface="Calibri" charset="0"/>
                <a:ea typeface="ＭＳ Ｐゴシック" charset="-128"/>
              </a:defRPr>
            </a:lvl9pPr>
          </a:lstStyle>
          <a:p>
            <a:pPr>
              <a:spcBef>
                <a:spcPct val="20000"/>
              </a:spcBef>
              <a:defRPr/>
            </a:pPr>
            <a:r>
              <a:rPr lang="en-US" altLang="en-US" sz="2400" dirty="0">
                <a:latin typeface="+mn-lt"/>
              </a:rPr>
              <a:t>A simple telematics system alternates between the two transmitters</a:t>
            </a:r>
          </a:p>
        </p:txBody>
      </p:sp>
      <p:grpSp>
        <p:nvGrpSpPr>
          <p:cNvPr id="32771" name="Group 4">
            <a:extLst>
              <a:ext uri="{FF2B5EF4-FFF2-40B4-BE49-F238E27FC236}">
                <a16:creationId xmlns:a16="http://schemas.microsoft.com/office/drawing/2014/main" id="{95428B2E-F975-1CE6-176C-FCF577685B53}"/>
              </a:ext>
            </a:extLst>
          </p:cNvPr>
          <p:cNvGrpSpPr>
            <a:grpSpLocks/>
          </p:cNvGrpSpPr>
          <p:nvPr/>
        </p:nvGrpSpPr>
        <p:grpSpPr bwMode="auto">
          <a:xfrm>
            <a:off x="214313" y="1957388"/>
            <a:ext cx="8202612" cy="1500187"/>
            <a:chOff x="965" y="1197"/>
            <a:chExt cx="3475" cy="945"/>
          </a:xfrm>
        </p:grpSpPr>
        <p:sp>
          <p:nvSpPr>
            <p:cNvPr id="32776" name="Text Box 5">
              <a:extLst>
                <a:ext uri="{FF2B5EF4-FFF2-40B4-BE49-F238E27FC236}">
                  <a16:creationId xmlns:a16="http://schemas.microsoft.com/office/drawing/2014/main" id="{F83C32FE-A5A0-E197-FB4F-E69D2F67DC2C}"/>
                </a:ext>
              </a:extLst>
            </p:cNvPr>
            <p:cNvSpPr txBox="1">
              <a:spLocks noChangeArrowheads="1"/>
            </p:cNvSpPr>
            <p:nvPr/>
          </p:nvSpPr>
          <p:spPr bwMode="auto">
            <a:xfrm>
              <a:off x="965" y="1197"/>
              <a:ext cx="3475" cy="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lnSpc>
                  <a:spcPct val="120000"/>
                </a:lnSpc>
                <a:spcBef>
                  <a:spcPct val="20000"/>
                </a:spcBef>
              </a:pPr>
              <a:r>
                <a:rPr lang="en-US" altLang="en-US" sz="2800">
                  <a:solidFill>
                    <a:srgbClr val="FF6600"/>
                  </a:solidFill>
                  <a:latin typeface="Times New Roman" panose="02020603050405020304" pitchFamily="18" charset="0"/>
                </a:rPr>
                <a:t>CENTER</a:t>
              </a:r>
              <a:r>
                <a:rPr lang="en-US" altLang="en-US" sz="2800" baseline="-25000">
                  <a:solidFill>
                    <a:srgbClr val="FF6600"/>
                  </a:solidFill>
                  <a:latin typeface="Times New Roman" panose="02020603050405020304" pitchFamily="18" charset="0"/>
                </a:rPr>
                <a:t>1</a:t>
              </a:r>
              <a:r>
                <a:rPr lang="en-US" altLang="en-US" sz="2800">
                  <a:solidFill>
                    <a:srgbClr val="FF6600"/>
                  </a:solidFill>
                  <a:latin typeface="Times New Roman" panose="02020603050405020304" pitchFamily="18" charset="0"/>
                </a:rPr>
                <a:t>    =  give</a:t>
              </a:r>
              <a:r>
                <a:rPr lang="en-US" altLang="en-US" sz="2800" baseline="-25000">
                  <a:solidFill>
                    <a:srgbClr val="FF6600"/>
                  </a:solidFill>
                  <a:latin typeface="Times New Roman" panose="02020603050405020304" pitchFamily="18" charset="0"/>
                </a:rPr>
                <a:t>1</a:t>
              </a:r>
              <a:r>
                <a:rPr lang="en-US" altLang="en-US" sz="2800">
                  <a:solidFill>
                    <a:srgbClr val="FF6600"/>
                  </a:solidFill>
                  <a:latin typeface="Times New Roman" panose="02020603050405020304" pitchFamily="18" charset="0"/>
                </a:rPr>
                <a:t> talk</a:t>
              </a:r>
              <a:r>
                <a:rPr lang="en-US" altLang="en-US" sz="2800" baseline="-25000">
                  <a:solidFill>
                    <a:srgbClr val="FF6600"/>
                  </a:solidFill>
                  <a:latin typeface="Times New Roman" panose="02020603050405020304" pitchFamily="18" charset="0"/>
                </a:rPr>
                <a:t>2</a:t>
              </a:r>
              <a:r>
                <a:rPr lang="en-US" altLang="en-US" sz="2800">
                  <a:solidFill>
                    <a:srgbClr val="FF6600"/>
                  </a:solidFill>
                  <a:latin typeface="Times New Roman" panose="02020603050405020304" pitchFamily="18" charset="0"/>
                </a:rPr>
                <a:t> switch</a:t>
              </a:r>
              <a:r>
                <a:rPr lang="en-US" altLang="en-US" sz="2800" baseline="-25000">
                  <a:solidFill>
                    <a:srgbClr val="FF6600"/>
                  </a:solidFill>
                  <a:latin typeface="Times New Roman" panose="02020603050405020304" pitchFamily="18" charset="0"/>
                </a:rPr>
                <a:t>2</a:t>
              </a:r>
              <a:r>
                <a:rPr lang="en-US" altLang="en-US" sz="2800">
                  <a:solidFill>
                    <a:srgbClr val="FF6600"/>
                  </a:solidFill>
                  <a:latin typeface="Times New Roman" panose="02020603050405020304" pitchFamily="18" charset="0"/>
                </a:rPr>
                <a:t> .alert</a:t>
              </a:r>
              <a:r>
                <a:rPr lang="en-US" altLang="en-US" sz="2800" baseline="-25000">
                  <a:solidFill>
                    <a:srgbClr val="FF6600"/>
                  </a:solidFill>
                  <a:latin typeface="Times New Roman" panose="02020603050405020304" pitchFamily="18" charset="0"/>
                </a:rPr>
                <a:t>2</a:t>
              </a:r>
              <a:r>
                <a:rPr lang="en-US" altLang="en-US" sz="2800">
                  <a:solidFill>
                    <a:srgbClr val="FF6600"/>
                  </a:solidFill>
                  <a:latin typeface="Times New Roman" panose="02020603050405020304" pitchFamily="18" charset="0"/>
                </a:rPr>
                <a:t>.CENTER</a:t>
              </a:r>
              <a:r>
                <a:rPr lang="en-US" altLang="en-US" sz="2800" baseline="-25000">
                  <a:solidFill>
                    <a:srgbClr val="FF6600"/>
                  </a:solidFill>
                  <a:latin typeface="Times New Roman" panose="02020603050405020304" pitchFamily="18" charset="0"/>
                </a:rPr>
                <a:t>2</a:t>
              </a:r>
              <a:endParaRPr lang="en-US" altLang="en-US" sz="2800">
                <a:solidFill>
                  <a:srgbClr val="FF6600"/>
                </a:solidFill>
                <a:latin typeface="Times New Roman" panose="02020603050405020304" pitchFamily="18" charset="0"/>
              </a:endParaRPr>
            </a:p>
            <a:p>
              <a:pPr eaLnBrk="1" hangingPunct="1">
                <a:lnSpc>
                  <a:spcPct val="120000"/>
                </a:lnSpc>
                <a:spcBef>
                  <a:spcPct val="20000"/>
                </a:spcBef>
              </a:pPr>
              <a:r>
                <a:rPr lang="en-US" altLang="en-US" sz="2800">
                  <a:solidFill>
                    <a:srgbClr val="FF6600"/>
                  </a:solidFill>
                  <a:latin typeface="Times New Roman" panose="02020603050405020304" pitchFamily="18" charset="0"/>
                </a:rPr>
                <a:t>CENTER</a:t>
              </a:r>
              <a:r>
                <a:rPr lang="en-US" altLang="en-US" sz="2800" baseline="-25000">
                  <a:solidFill>
                    <a:srgbClr val="FF6600"/>
                  </a:solidFill>
                  <a:latin typeface="Times New Roman" panose="02020603050405020304" pitchFamily="18" charset="0"/>
                </a:rPr>
                <a:t>2</a:t>
              </a:r>
              <a:r>
                <a:rPr lang="en-US" altLang="en-US" sz="2800">
                  <a:solidFill>
                    <a:srgbClr val="FF6600"/>
                  </a:solidFill>
                  <a:latin typeface="Times New Roman" panose="02020603050405020304" pitchFamily="18" charset="0"/>
                </a:rPr>
                <a:t>    =  give</a:t>
              </a:r>
              <a:r>
                <a:rPr lang="en-US" altLang="en-US" sz="2800" baseline="-25000">
                  <a:solidFill>
                    <a:srgbClr val="FF6600"/>
                  </a:solidFill>
                  <a:latin typeface="Times New Roman" panose="02020603050405020304" pitchFamily="18" charset="0"/>
                </a:rPr>
                <a:t>2</a:t>
              </a:r>
              <a:r>
                <a:rPr lang="en-US" altLang="en-US" sz="2800">
                  <a:solidFill>
                    <a:srgbClr val="FF6600"/>
                  </a:solidFill>
                  <a:latin typeface="Times New Roman" panose="02020603050405020304" pitchFamily="18" charset="0"/>
                </a:rPr>
                <a:t> talk</a:t>
              </a:r>
              <a:r>
                <a:rPr lang="en-US" altLang="en-US" sz="2800" baseline="-25000">
                  <a:solidFill>
                    <a:srgbClr val="FF6600"/>
                  </a:solidFill>
                  <a:latin typeface="Times New Roman" panose="02020603050405020304" pitchFamily="18" charset="0"/>
                </a:rPr>
                <a:t>1</a:t>
              </a:r>
              <a:r>
                <a:rPr lang="en-US" altLang="en-US" sz="2800">
                  <a:solidFill>
                    <a:srgbClr val="FF6600"/>
                  </a:solidFill>
                  <a:latin typeface="Times New Roman" panose="02020603050405020304" pitchFamily="18" charset="0"/>
                </a:rPr>
                <a:t> switch</a:t>
              </a:r>
              <a:r>
                <a:rPr lang="en-US" altLang="en-US" sz="2800" baseline="-25000">
                  <a:solidFill>
                    <a:srgbClr val="FF6600"/>
                  </a:solidFill>
                  <a:latin typeface="Times New Roman" panose="02020603050405020304" pitchFamily="18" charset="0"/>
                </a:rPr>
                <a:t>1</a:t>
              </a:r>
              <a:r>
                <a:rPr lang="en-US" altLang="en-US" sz="2800">
                  <a:solidFill>
                    <a:srgbClr val="FF6600"/>
                  </a:solidFill>
                  <a:latin typeface="Times New Roman" panose="02020603050405020304" pitchFamily="18" charset="0"/>
                </a:rPr>
                <a:t> .alert</a:t>
              </a:r>
              <a:r>
                <a:rPr lang="en-US" altLang="en-US" sz="2800" baseline="-25000">
                  <a:solidFill>
                    <a:srgbClr val="FF6600"/>
                  </a:solidFill>
                  <a:latin typeface="Times New Roman" panose="02020603050405020304" pitchFamily="18" charset="0"/>
                </a:rPr>
                <a:t>1</a:t>
              </a:r>
              <a:r>
                <a:rPr lang="en-US" altLang="en-US" sz="2800">
                  <a:solidFill>
                    <a:srgbClr val="FF6600"/>
                  </a:solidFill>
                  <a:latin typeface="Times New Roman" panose="02020603050405020304" pitchFamily="18" charset="0"/>
                </a:rPr>
                <a:t>.CENTER1</a:t>
              </a:r>
            </a:p>
            <a:p>
              <a:pPr eaLnBrk="1" hangingPunct="1">
                <a:lnSpc>
                  <a:spcPct val="120000"/>
                </a:lnSpc>
                <a:spcBef>
                  <a:spcPct val="20000"/>
                </a:spcBef>
              </a:pPr>
              <a:endParaRPr lang="en-US" altLang="en-US" sz="2000" b="1" baseline="-25000">
                <a:latin typeface="Times New Roman" panose="02020603050405020304" pitchFamily="18" charset="0"/>
              </a:endParaRPr>
            </a:p>
          </p:txBody>
        </p:sp>
        <p:sp>
          <p:nvSpPr>
            <p:cNvPr id="32777" name="Line 6">
              <a:extLst>
                <a:ext uri="{FF2B5EF4-FFF2-40B4-BE49-F238E27FC236}">
                  <a16:creationId xmlns:a16="http://schemas.microsoft.com/office/drawing/2014/main" id="{9B658D41-5A85-88E3-3704-EC4FF8ECF60A}"/>
                </a:ext>
              </a:extLst>
            </p:cNvPr>
            <p:cNvSpPr>
              <a:spLocks noChangeShapeType="1"/>
            </p:cNvSpPr>
            <p:nvPr/>
          </p:nvSpPr>
          <p:spPr bwMode="auto">
            <a:xfrm>
              <a:off x="3150" y="1343"/>
              <a:ext cx="24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778" name="Line 7">
              <a:extLst>
                <a:ext uri="{FF2B5EF4-FFF2-40B4-BE49-F238E27FC236}">
                  <a16:creationId xmlns:a16="http://schemas.microsoft.com/office/drawing/2014/main" id="{6132A153-ACFF-28FF-6441-0CC6B88499CA}"/>
                </a:ext>
              </a:extLst>
            </p:cNvPr>
            <p:cNvSpPr>
              <a:spLocks noChangeShapeType="1"/>
            </p:cNvSpPr>
            <p:nvPr/>
          </p:nvSpPr>
          <p:spPr bwMode="auto">
            <a:xfrm>
              <a:off x="1960" y="1343"/>
              <a:ext cx="26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779" name="Line 8">
              <a:extLst>
                <a:ext uri="{FF2B5EF4-FFF2-40B4-BE49-F238E27FC236}">
                  <a16:creationId xmlns:a16="http://schemas.microsoft.com/office/drawing/2014/main" id="{7108004A-EB9C-0B0F-EDEE-3E1631128EDA}"/>
                </a:ext>
              </a:extLst>
            </p:cNvPr>
            <p:cNvSpPr>
              <a:spLocks noChangeShapeType="1"/>
            </p:cNvSpPr>
            <p:nvPr/>
          </p:nvSpPr>
          <p:spPr bwMode="auto">
            <a:xfrm>
              <a:off x="1956" y="1710"/>
              <a:ext cx="25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780" name="Line 9">
              <a:extLst>
                <a:ext uri="{FF2B5EF4-FFF2-40B4-BE49-F238E27FC236}">
                  <a16:creationId xmlns:a16="http://schemas.microsoft.com/office/drawing/2014/main" id="{E177CA63-9E52-DBCA-46FA-A407DB0AEC11}"/>
                </a:ext>
              </a:extLst>
            </p:cNvPr>
            <p:cNvSpPr>
              <a:spLocks noChangeShapeType="1"/>
            </p:cNvSpPr>
            <p:nvPr/>
          </p:nvSpPr>
          <p:spPr bwMode="auto">
            <a:xfrm>
              <a:off x="3142" y="1699"/>
              <a:ext cx="25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31749" name="Text Box 11">
            <a:extLst>
              <a:ext uri="{FF2B5EF4-FFF2-40B4-BE49-F238E27FC236}">
                <a16:creationId xmlns:a16="http://schemas.microsoft.com/office/drawing/2014/main" id="{43AD46F9-0466-9F29-204B-FDDB1E3DBC6C}"/>
              </a:ext>
            </a:extLst>
          </p:cNvPr>
          <p:cNvSpPr txBox="1">
            <a:spLocks noChangeArrowheads="1"/>
          </p:cNvSpPr>
          <p:nvPr/>
        </p:nvSpPr>
        <p:spPr bwMode="auto">
          <a:xfrm>
            <a:off x="314325" y="3543300"/>
            <a:ext cx="8105775" cy="461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spAutoFit/>
          </a:bodyPr>
          <a:lstStyle>
            <a:lvl1pPr>
              <a:defRPr>
                <a:solidFill>
                  <a:schemeClr val="tx1"/>
                </a:solidFill>
                <a:latin typeface="Calibri" charset="0"/>
                <a:ea typeface="ＭＳ Ｐゴシック" charset="-128"/>
              </a:defRPr>
            </a:lvl1pPr>
            <a:lvl2pPr marL="37931725" indent="-37474525">
              <a:defRPr>
                <a:solidFill>
                  <a:schemeClr val="tx1"/>
                </a:solidFill>
                <a:latin typeface="Calibri" charset="0"/>
                <a:ea typeface="ＭＳ Ｐゴシック" charset="-128"/>
              </a:defRPr>
            </a:lvl2pPr>
            <a:lvl3pPr>
              <a:defRPr>
                <a:solidFill>
                  <a:schemeClr val="tx1"/>
                </a:solidFill>
                <a:latin typeface="Calibri" charset="0"/>
                <a:ea typeface="ＭＳ Ｐゴシック" charset="-128"/>
              </a:defRPr>
            </a:lvl3pPr>
            <a:lvl4pPr>
              <a:defRPr>
                <a:solidFill>
                  <a:schemeClr val="tx1"/>
                </a:solidFill>
                <a:latin typeface="Calibri" charset="0"/>
                <a:ea typeface="ＭＳ Ｐゴシック" charset="-128"/>
              </a:defRPr>
            </a:lvl4pPr>
            <a:lvl5pPr>
              <a:defRPr>
                <a:solidFill>
                  <a:schemeClr val="tx1"/>
                </a:solidFill>
                <a:latin typeface="Calibri" charset="0"/>
                <a:ea typeface="ＭＳ Ｐゴシック" charset="-128"/>
              </a:defRPr>
            </a:lvl5pPr>
            <a:lvl6pPr marL="457200" fontAlgn="base">
              <a:spcBef>
                <a:spcPct val="0"/>
              </a:spcBef>
              <a:spcAft>
                <a:spcPct val="0"/>
              </a:spcAft>
              <a:defRPr>
                <a:solidFill>
                  <a:schemeClr val="tx1"/>
                </a:solidFill>
                <a:latin typeface="Calibri" charset="0"/>
                <a:ea typeface="ＭＳ Ｐゴシック" charset="-128"/>
              </a:defRPr>
            </a:lvl6pPr>
            <a:lvl7pPr marL="914400" fontAlgn="base">
              <a:spcBef>
                <a:spcPct val="0"/>
              </a:spcBef>
              <a:spcAft>
                <a:spcPct val="0"/>
              </a:spcAft>
              <a:defRPr>
                <a:solidFill>
                  <a:schemeClr val="tx1"/>
                </a:solidFill>
                <a:latin typeface="Calibri" charset="0"/>
                <a:ea typeface="ＭＳ Ｐゴシック" charset="-128"/>
              </a:defRPr>
            </a:lvl7pPr>
            <a:lvl8pPr marL="1371600" fontAlgn="base">
              <a:spcBef>
                <a:spcPct val="0"/>
              </a:spcBef>
              <a:spcAft>
                <a:spcPct val="0"/>
              </a:spcAft>
              <a:defRPr>
                <a:solidFill>
                  <a:schemeClr val="tx1"/>
                </a:solidFill>
                <a:latin typeface="Calibri" charset="0"/>
                <a:ea typeface="ＭＳ Ｐゴシック" charset="-128"/>
              </a:defRPr>
            </a:lvl8pPr>
            <a:lvl9pPr marL="1828800" fontAlgn="base">
              <a:spcBef>
                <a:spcPct val="0"/>
              </a:spcBef>
              <a:spcAft>
                <a:spcPct val="0"/>
              </a:spcAft>
              <a:defRPr>
                <a:solidFill>
                  <a:schemeClr val="tx1"/>
                </a:solidFill>
                <a:latin typeface="Calibri" charset="0"/>
                <a:ea typeface="ＭＳ Ｐゴシック" charset="-128"/>
              </a:defRPr>
            </a:lvl9pPr>
          </a:lstStyle>
          <a:p>
            <a:pPr>
              <a:spcBef>
                <a:spcPct val="20000"/>
              </a:spcBef>
              <a:defRPr/>
            </a:pPr>
            <a:r>
              <a:rPr lang="en-US" altLang="en-US" sz="2400" dirty="0">
                <a:latin typeface="+mn-lt"/>
              </a:rPr>
              <a:t>The mobile transmission system is specified as:</a:t>
            </a:r>
          </a:p>
        </p:txBody>
      </p:sp>
      <p:sp>
        <p:nvSpPr>
          <p:cNvPr id="18438" name="Text Box 12">
            <a:extLst>
              <a:ext uri="{FF2B5EF4-FFF2-40B4-BE49-F238E27FC236}">
                <a16:creationId xmlns:a16="http://schemas.microsoft.com/office/drawing/2014/main" id="{58AEED38-A7BE-6835-FC11-8B0A16F97D25}"/>
              </a:ext>
            </a:extLst>
          </p:cNvPr>
          <p:cNvSpPr txBox="1">
            <a:spLocks noChangeArrowheads="1"/>
          </p:cNvSpPr>
          <p:nvPr/>
        </p:nvSpPr>
        <p:spPr bwMode="auto">
          <a:xfrm>
            <a:off x="314325" y="4067175"/>
            <a:ext cx="8724900" cy="2235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spAutoFit/>
          </a:bodyPr>
          <a:lstStyle>
            <a:lvl1pPr eaLnBrk="0" hangingPunct="0">
              <a:defRPr>
                <a:solidFill>
                  <a:schemeClr val="tx1"/>
                </a:solidFill>
                <a:latin typeface="Arial" charset="0"/>
                <a:ea typeface="ＭＳ Ｐゴシック" charset="0"/>
                <a:cs typeface="ＭＳ Ｐゴシック" charset="0"/>
              </a:defRPr>
            </a:lvl1pPr>
            <a:lvl2pPr marL="37931725" indent="-37474525"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spcBef>
                <a:spcPct val="20000"/>
              </a:spcBef>
              <a:defRPr/>
            </a:pPr>
            <a:r>
              <a:rPr lang="en-US" sz="2400" dirty="0">
                <a:solidFill>
                  <a:srgbClr val="FF6600"/>
                </a:solidFill>
                <a:latin typeface="+mn-lt"/>
              </a:rPr>
              <a:t>SYSTEM</a:t>
            </a:r>
            <a:r>
              <a:rPr lang="en-US" sz="2400" baseline="-25000" dirty="0">
                <a:solidFill>
                  <a:srgbClr val="FF6600"/>
                </a:solidFill>
                <a:latin typeface="+mn-lt"/>
              </a:rPr>
              <a:t>1</a:t>
            </a:r>
            <a:r>
              <a:rPr lang="en-US" sz="2400" dirty="0">
                <a:solidFill>
                  <a:srgbClr val="FF6600"/>
                </a:solidFill>
                <a:latin typeface="+mn-lt"/>
              </a:rPr>
              <a:t>  =  (</a:t>
            </a:r>
            <a:r>
              <a:rPr lang="en-US" sz="2400" dirty="0">
                <a:solidFill>
                  <a:srgbClr val="FF6600"/>
                </a:solidFill>
                <a:latin typeface="Symbol" charset="2"/>
                <a:cs typeface="Symbol" charset="2"/>
              </a:rPr>
              <a:t>n</a:t>
            </a:r>
            <a:r>
              <a:rPr lang="en-US" sz="2400" dirty="0">
                <a:solidFill>
                  <a:srgbClr val="FF6600"/>
                </a:solidFill>
                <a:latin typeface="+mn-lt"/>
              </a:rPr>
              <a:t> talk</a:t>
            </a:r>
            <a:r>
              <a:rPr lang="en-US" sz="2400" baseline="-25000" dirty="0">
                <a:solidFill>
                  <a:srgbClr val="FF6600"/>
                </a:solidFill>
                <a:latin typeface="+mn-lt"/>
              </a:rPr>
              <a:t>1</a:t>
            </a:r>
            <a:r>
              <a:rPr lang="en-US" sz="2400" dirty="0">
                <a:solidFill>
                  <a:srgbClr val="FF6600"/>
                </a:solidFill>
                <a:latin typeface="+mn-lt"/>
              </a:rPr>
              <a:t>, switch</a:t>
            </a:r>
            <a:r>
              <a:rPr lang="en-US" sz="2400" baseline="-25000" dirty="0">
                <a:solidFill>
                  <a:srgbClr val="FF6600"/>
                </a:solidFill>
                <a:latin typeface="+mn-lt"/>
              </a:rPr>
              <a:t>1</a:t>
            </a:r>
            <a:r>
              <a:rPr lang="en-US" sz="2400" dirty="0">
                <a:solidFill>
                  <a:srgbClr val="FF6600"/>
                </a:solidFill>
                <a:latin typeface="+mn-lt"/>
              </a:rPr>
              <a:t>, give</a:t>
            </a:r>
            <a:r>
              <a:rPr lang="en-US" sz="2400" baseline="-25000" dirty="0">
                <a:solidFill>
                  <a:srgbClr val="FF6600"/>
                </a:solidFill>
                <a:latin typeface="+mn-lt"/>
              </a:rPr>
              <a:t>1</a:t>
            </a:r>
            <a:r>
              <a:rPr lang="en-US" sz="2400" dirty="0">
                <a:solidFill>
                  <a:srgbClr val="FF6600"/>
                </a:solidFill>
                <a:latin typeface="+mn-lt"/>
              </a:rPr>
              <a:t>, alert</a:t>
            </a:r>
            <a:r>
              <a:rPr lang="en-US" sz="2400" baseline="-25000" dirty="0">
                <a:solidFill>
                  <a:srgbClr val="FF6600"/>
                </a:solidFill>
                <a:latin typeface="+mn-lt"/>
              </a:rPr>
              <a:t>1</a:t>
            </a:r>
            <a:r>
              <a:rPr lang="en-US" sz="2400" dirty="0">
                <a:solidFill>
                  <a:srgbClr val="FF6600"/>
                </a:solidFill>
                <a:latin typeface="+mn-lt"/>
              </a:rPr>
              <a:t>, talk</a:t>
            </a:r>
            <a:r>
              <a:rPr lang="en-US" sz="2400" baseline="-25000" dirty="0">
                <a:solidFill>
                  <a:srgbClr val="FF6600"/>
                </a:solidFill>
                <a:latin typeface="+mn-lt"/>
              </a:rPr>
              <a:t>2</a:t>
            </a:r>
            <a:r>
              <a:rPr lang="en-US" sz="2400" dirty="0">
                <a:solidFill>
                  <a:srgbClr val="FF6600"/>
                </a:solidFill>
                <a:latin typeface="+mn-lt"/>
              </a:rPr>
              <a:t>, switch</a:t>
            </a:r>
            <a:r>
              <a:rPr lang="en-US" sz="2400" baseline="-25000" dirty="0">
                <a:solidFill>
                  <a:srgbClr val="FF6600"/>
                </a:solidFill>
                <a:latin typeface="+mn-lt"/>
              </a:rPr>
              <a:t>2</a:t>
            </a:r>
            <a:r>
              <a:rPr lang="en-US" sz="2400" dirty="0">
                <a:solidFill>
                  <a:srgbClr val="FF6600"/>
                </a:solidFill>
                <a:latin typeface="+mn-lt"/>
              </a:rPr>
              <a:t>, give</a:t>
            </a:r>
            <a:r>
              <a:rPr lang="en-US" sz="2400" baseline="-25000" dirty="0">
                <a:solidFill>
                  <a:srgbClr val="FF6600"/>
                </a:solidFill>
                <a:latin typeface="+mn-lt"/>
              </a:rPr>
              <a:t>2</a:t>
            </a:r>
            <a:r>
              <a:rPr lang="en-US" sz="2400" dirty="0">
                <a:solidFill>
                  <a:srgbClr val="FF6600"/>
                </a:solidFill>
                <a:latin typeface="+mn-lt"/>
              </a:rPr>
              <a:t>, alert</a:t>
            </a:r>
            <a:r>
              <a:rPr lang="en-US" sz="2400" baseline="-25000" dirty="0">
                <a:solidFill>
                  <a:srgbClr val="FF6600"/>
                </a:solidFill>
                <a:latin typeface="+mn-lt"/>
              </a:rPr>
              <a:t>2</a:t>
            </a:r>
            <a:r>
              <a:rPr lang="en-US" sz="2400" dirty="0">
                <a:solidFill>
                  <a:srgbClr val="FF6600"/>
                </a:solidFill>
                <a:latin typeface="+mn-lt"/>
              </a:rPr>
              <a:t>)</a:t>
            </a:r>
          </a:p>
          <a:p>
            <a:pPr eaLnBrk="1" hangingPunct="1">
              <a:spcBef>
                <a:spcPct val="20000"/>
              </a:spcBef>
              <a:defRPr/>
            </a:pPr>
            <a:r>
              <a:rPr lang="en-US" sz="2400" dirty="0">
                <a:solidFill>
                  <a:srgbClr val="FF6600"/>
                </a:solidFill>
                <a:latin typeface="+mn-lt"/>
              </a:rPr>
              <a:t>                     (Car(talk</a:t>
            </a:r>
            <a:r>
              <a:rPr lang="en-US" sz="2400" baseline="-25000" dirty="0">
                <a:solidFill>
                  <a:srgbClr val="FF6600"/>
                </a:solidFill>
                <a:latin typeface="+mn-lt"/>
              </a:rPr>
              <a:t>1</a:t>
            </a:r>
            <a:r>
              <a:rPr lang="en-US" sz="2400" dirty="0">
                <a:solidFill>
                  <a:srgbClr val="FF6600"/>
                </a:solidFill>
                <a:latin typeface="+mn-lt"/>
              </a:rPr>
              <a:t>, switch</a:t>
            </a:r>
            <a:r>
              <a:rPr lang="en-US" sz="2400" baseline="-25000" dirty="0">
                <a:solidFill>
                  <a:srgbClr val="FF6600"/>
                </a:solidFill>
                <a:latin typeface="+mn-lt"/>
              </a:rPr>
              <a:t>1</a:t>
            </a:r>
            <a:r>
              <a:rPr lang="en-US" sz="2400" dirty="0">
                <a:solidFill>
                  <a:srgbClr val="FF6600"/>
                </a:solidFill>
                <a:latin typeface="+mn-lt"/>
              </a:rPr>
              <a:t>) | BASE</a:t>
            </a:r>
            <a:r>
              <a:rPr lang="en-US" sz="2400" baseline="-25000" dirty="0">
                <a:solidFill>
                  <a:srgbClr val="FF6600"/>
                </a:solidFill>
                <a:latin typeface="+mn-lt"/>
              </a:rPr>
              <a:t>1</a:t>
            </a:r>
            <a:r>
              <a:rPr lang="en-US" sz="2400" dirty="0">
                <a:solidFill>
                  <a:srgbClr val="FF6600"/>
                </a:solidFill>
                <a:latin typeface="+mn-lt"/>
              </a:rPr>
              <a:t> | IDLEBASE</a:t>
            </a:r>
            <a:r>
              <a:rPr lang="en-US" sz="2400" baseline="-25000" dirty="0">
                <a:solidFill>
                  <a:srgbClr val="FF6600"/>
                </a:solidFill>
                <a:latin typeface="+mn-lt"/>
              </a:rPr>
              <a:t>2</a:t>
            </a:r>
            <a:r>
              <a:rPr lang="en-US" sz="2400" dirty="0">
                <a:solidFill>
                  <a:srgbClr val="FF6600"/>
                </a:solidFill>
                <a:latin typeface="+mn-lt"/>
              </a:rPr>
              <a:t> | CENTRE</a:t>
            </a:r>
            <a:r>
              <a:rPr lang="en-US" sz="2400" baseline="-25000" dirty="0">
                <a:solidFill>
                  <a:srgbClr val="FF6600"/>
                </a:solidFill>
                <a:latin typeface="+mn-lt"/>
              </a:rPr>
              <a:t>1</a:t>
            </a:r>
            <a:r>
              <a:rPr lang="en-US" sz="2400" dirty="0">
                <a:solidFill>
                  <a:srgbClr val="FF6600"/>
                </a:solidFill>
                <a:latin typeface="+mn-lt"/>
              </a:rPr>
              <a:t>)</a:t>
            </a:r>
          </a:p>
          <a:p>
            <a:pPr eaLnBrk="1" hangingPunct="1">
              <a:spcBef>
                <a:spcPct val="20000"/>
              </a:spcBef>
              <a:defRPr/>
            </a:pPr>
            <a:endParaRPr lang="en-US" sz="2400" dirty="0">
              <a:latin typeface="+mn-lt"/>
            </a:endParaRPr>
          </a:p>
          <a:p>
            <a:pPr eaLnBrk="1" hangingPunct="1">
              <a:spcBef>
                <a:spcPct val="20000"/>
              </a:spcBef>
              <a:defRPr/>
            </a:pPr>
            <a:r>
              <a:rPr lang="en-US" sz="2400" dirty="0">
                <a:latin typeface="+mn-lt"/>
              </a:rPr>
              <a:t>where  </a:t>
            </a:r>
            <a:r>
              <a:rPr lang="en-US" sz="2400" dirty="0" err="1">
                <a:solidFill>
                  <a:srgbClr val="FF6600"/>
                </a:solidFill>
                <a:latin typeface="+mn-lt"/>
              </a:rPr>
              <a:t>BASE</a:t>
            </a:r>
            <a:r>
              <a:rPr lang="en-US" sz="2400" baseline="-25000" dirty="0" err="1">
                <a:solidFill>
                  <a:srgbClr val="FF6600"/>
                </a:solidFill>
                <a:latin typeface="+mn-lt"/>
              </a:rPr>
              <a:t>i</a:t>
            </a:r>
            <a:r>
              <a:rPr lang="en-US" sz="2400" dirty="0">
                <a:solidFill>
                  <a:srgbClr val="FF6600"/>
                </a:solidFill>
                <a:latin typeface="+mn-lt"/>
              </a:rPr>
              <a:t>  =  BASE(</a:t>
            </a:r>
            <a:r>
              <a:rPr lang="en-US" sz="2400" dirty="0" err="1">
                <a:solidFill>
                  <a:srgbClr val="FF6600"/>
                </a:solidFill>
                <a:latin typeface="+mn-lt"/>
              </a:rPr>
              <a:t>talk</a:t>
            </a:r>
            <a:r>
              <a:rPr lang="en-US" sz="2400" baseline="-25000" dirty="0" err="1">
                <a:solidFill>
                  <a:srgbClr val="FF6600"/>
                </a:solidFill>
                <a:latin typeface="+mn-lt"/>
              </a:rPr>
              <a:t>i</a:t>
            </a:r>
            <a:r>
              <a:rPr lang="en-US" sz="2400" dirty="0">
                <a:solidFill>
                  <a:srgbClr val="FF6600"/>
                </a:solidFill>
                <a:latin typeface="+mn-lt"/>
              </a:rPr>
              <a:t>, </a:t>
            </a:r>
            <a:r>
              <a:rPr lang="en-US" sz="2400" dirty="0" err="1">
                <a:solidFill>
                  <a:srgbClr val="FF6600"/>
                </a:solidFill>
                <a:latin typeface="+mn-lt"/>
              </a:rPr>
              <a:t>switch</a:t>
            </a:r>
            <a:r>
              <a:rPr lang="en-US" sz="2400" baseline="-25000" dirty="0" err="1">
                <a:solidFill>
                  <a:srgbClr val="FF6600"/>
                </a:solidFill>
                <a:latin typeface="+mn-lt"/>
              </a:rPr>
              <a:t>i</a:t>
            </a:r>
            <a:r>
              <a:rPr lang="en-US" sz="2400" dirty="0">
                <a:solidFill>
                  <a:srgbClr val="FF6600"/>
                </a:solidFill>
                <a:latin typeface="+mn-lt"/>
              </a:rPr>
              <a:t>, </a:t>
            </a:r>
            <a:r>
              <a:rPr lang="en-US" sz="2400" dirty="0" err="1">
                <a:solidFill>
                  <a:srgbClr val="FF6600"/>
                </a:solidFill>
                <a:latin typeface="+mn-lt"/>
              </a:rPr>
              <a:t>give</a:t>
            </a:r>
            <a:r>
              <a:rPr lang="en-US" sz="2400" baseline="-25000" dirty="0" err="1">
                <a:solidFill>
                  <a:srgbClr val="FF6600"/>
                </a:solidFill>
                <a:latin typeface="+mn-lt"/>
              </a:rPr>
              <a:t>i</a:t>
            </a:r>
            <a:r>
              <a:rPr lang="en-US" sz="2400" dirty="0">
                <a:solidFill>
                  <a:srgbClr val="FF6600"/>
                </a:solidFill>
                <a:latin typeface="+mn-lt"/>
              </a:rPr>
              <a:t>, </a:t>
            </a:r>
            <a:r>
              <a:rPr lang="en-US" sz="2400" dirty="0" err="1">
                <a:solidFill>
                  <a:srgbClr val="FF6600"/>
                </a:solidFill>
                <a:latin typeface="+mn-lt"/>
              </a:rPr>
              <a:t>alert</a:t>
            </a:r>
            <a:r>
              <a:rPr lang="en-US" sz="2400" baseline="-25000" dirty="0" err="1">
                <a:solidFill>
                  <a:srgbClr val="FF6600"/>
                </a:solidFill>
                <a:latin typeface="+mn-lt"/>
              </a:rPr>
              <a:t>i</a:t>
            </a:r>
            <a:r>
              <a:rPr lang="en-US" sz="2400" dirty="0">
                <a:solidFill>
                  <a:srgbClr val="FF6600"/>
                </a:solidFill>
                <a:latin typeface="+mn-lt"/>
              </a:rPr>
              <a:t>)   for </a:t>
            </a:r>
            <a:r>
              <a:rPr lang="en-US" sz="2400" dirty="0" err="1">
                <a:solidFill>
                  <a:srgbClr val="FF6600"/>
                </a:solidFill>
                <a:latin typeface="+mn-lt"/>
              </a:rPr>
              <a:t>i</a:t>
            </a:r>
            <a:r>
              <a:rPr lang="en-US" sz="2400" dirty="0">
                <a:solidFill>
                  <a:srgbClr val="FF6600"/>
                </a:solidFill>
                <a:latin typeface="+mn-lt"/>
              </a:rPr>
              <a:t> = 1,2</a:t>
            </a:r>
          </a:p>
          <a:p>
            <a:pPr eaLnBrk="1" hangingPunct="1">
              <a:spcBef>
                <a:spcPct val="20000"/>
              </a:spcBef>
              <a:defRPr/>
            </a:pPr>
            <a:r>
              <a:rPr lang="en-US" sz="2400" dirty="0">
                <a:solidFill>
                  <a:srgbClr val="FF6600"/>
                </a:solidFill>
                <a:latin typeface="+mn-lt"/>
              </a:rPr>
              <a:t>            </a:t>
            </a:r>
            <a:r>
              <a:rPr lang="en-US" sz="2400" dirty="0" err="1">
                <a:solidFill>
                  <a:srgbClr val="FF6600"/>
                </a:solidFill>
                <a:latin typeface="+mn-lt"/>
              </a:rPr>
              <a:t>IDLEBASE</a:t>
            </a:r>
            <a:r>
              <a:rPr lang="en-US" sz="2400" baseline="-25000" dirty="0" err="1">
                <a:solidFill>
                  <a:srgbClr val="FF6600"/>
                </a:solidFill>
                <a:latin typeface="+mn-lt"/>
              </a:rPr>
              <a:t>i</a:t>
            </a:r>
            <a:r>
              <a:rPr lang="en-US" sz="2400" dirty="0">
                <a:solidFill>
                  <a:srgbClr val="FF6600"/>
                </a:solidFill>
                <a:latin typeface="+mn-lt"/>
              </a:rPr>
              <a:t> =  IDLEBASE(</a:t>
            </a:r>
            <a:r>
              <a:rPr lang="en-US" sz="2400" dirty="0" err="1">
                <a:solidFill>
                  <a:srgbClr val="FF6600"/>
                </a:solidFill>
                <a:latin typeface="+mn-lt"/>
              </a:rPr>
              <a:t>talk</a:t>
            </a:r>
            <a:r>
              <a:rPr lang="en-US" sz="2400" baseline="-25000" dirty="0" err="1">
                <a:solidFill>
                  <a:srgbClr val="FF6600"/>
                </a:solidFill>
                <a:latin typeface="+mn-lt"/>
              </a:rPr>
              <a:t>i</a:t>
            </a:r>
            <a:r>
              <a:rPr lang="en-US" sz="2400" dirty="0">
                <a:solidFill>
                  <a:srgbClr val="FF6600"/>
                </a:solidFill>
                <a:latin typeface="+mn-lt"/>
              </a:rPr>
              <a:t>, </a:t>
            </a:r>
            <a:r>
              <a:rPr lang="en-US" sz="2400" dirty="0" err="1">
                <a:solidFill>
                  <a:srgbClr val="FF6600"/>
                </a:solidFill>
                <a:latin typeface="+mn-lt"/>
              </a:rPr>
              <a:t>switch</a:t>
            </a:r>
            <a:r>
              <a:rPr lang="en-US" sz="2400" baseline="-25000" dirty="0" err="1">
                <a:solidFill>
                  <a:srgbClr val="FF6600"/>
                </a:solidFill>
                <a:latin typeface="+mn-lt"/>
              </a:rPr>
              <a:t>i</a:t>
            </a:r>
            <a:r>
              <a:rPr lang="en-US" sz="2400" dirty="0">
                <a:solidFill>
                  <a:srgbClr val="FF6600"/>
                </a:solidFill>
                <a:latin typeface="+mn-lt"/>
              </a:rPr>
              <a:t>, </a:t>
            </a:r>
            <a:r>
              <a:rPr lang="en-US" sz="2400" dirty="0" err="1">
                <a:solidFill>
                  <a:srgbClr val="FF6600"/>
                </a:solidFill>
                <a:latin typeface="+mn-lt"/>
              </a:rPr>
              <a:t>give</a:t>
            </a:r>
            <a:r>
              <a:rPr lang="en-US" sz="2400" baseline="-25000" dirty="0" err="1">
                <a:solidFill>
                  <a:srgbClr val="FF6600"/>
                </a:solidFill>
                <a:latin typeface="+mn-lt"/>
              </a:rPr>
              <a:t>i</a:t>
            </a:r>
            <a:r>
              <a:rPr lang="en-US" sz="2400" dirty="0">
                <a:solidFill>
                  <a:srgbClr val="FF6600"/>
                </a:solidFill>
                <a:latin typeface="+mn-lt"/>
              </a:rPr>
              <a:t>, </a:t>
            </a:r>
            <a:r>
              <a:rPr lang="en-US" sz="2400" dirty="0" err="1">
                <a:solidFill>
                  <a:srgbClr val="FF6600"/>
                </a:solidFill>
                <a:latin typeface="+mn-lt"/>
              </a:rPr>
              <a:t>alert</a:t>
            </a:r>
            <a:r>
              <a:rPr lang="en-US" sz="2400" baseline="-25000" dirty="0" err="1">
                <a:solidFill>
                  <a:srgbClr val="FF6600"/>
                </a:solidFill>
                <a:latin typeface="+mn-lt"/>
              </a:rPr>
              <a:t>i</a:t>
            </a:r>
            <a:r>
              <a:rPr lang="en-US" sz="2400" dirty="0">
                <a:solidFill>
                  <a:srgbClr val="FF6600"/>
                </a:solidFill>
                <a:latin typeface="+mn-lt"/>
              </a:rPr>
              <a:t>)   for </a:t>
            </a:r>
            <a:r>
              <a:rPr lang="en-US" sz="2400" dirty="0" err="1">
                <a:solidFill>
                  <a:srgbClr val="FF6600"/>
                </a:solidFill>
                <a:latin typeface="+mn-lt"/>
              </a:rPr>
              <a:t>i</a:t>
            </a:r>
            <a:r>
              <a:rPr lang="en-US" sz="2400" dirty="0">
                <a:solidFill>
                  <a:srgbClr val="FF6600"/>
                </a:solidFill>
                <a:latin typeface="+mn-lt"/>
              </a:rPr>
              <a:t> = 1,2</a:t>
            </a:r>
          </a:p>
        </p:txBody>
      </p:sp>
      <p:sp>
        <p:nvSpPr>
          <p:cNvPr id="32774" name="Footer Placeholder 1">
            <a:extLst>
              <a:ext uri="{FF2B5EF4-FFF2-40B4-BE49-F238E27FC236}">
                <a16:creationId xmlns:a16="http://schemas.microsoft.com/office/drawing/2014/main" id="{A02A8A5A-8AEA-5D77-9B9D-14711FEB2326}"/>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200">
                <a:solidFill>
                  <a:srgbClr val="898989"/>
                </a:solidFill>
              </a:rPr>
              <a:t>Introduction to Pi-Calculus</a:t>
            </a:r>
          </a:p>
        </p:txBody>
      </p:sp>
      <p:sp>
        <p:nvSpPr>
          <p:cNvPr id="32775" name="Slide Number Placeholder 2">
            <a:extLst>
              <a:ext uri="{FF2B5EF4-FFF2-40B4-BE49-F238E27FC236}">
                <a16:creationId xmlns:a16="http://schemas.microsoft.com/office/drawing/2014/main" id="{E95F4096-FE62-F97C-CE98-E1F74DBFAE3A}"/>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C3B8C84-A8E8-FB4D-9294-D3C43716C2DD}" type="slidenum">
              <a:rPr lang="en-US" altLang="en-US" sz="1200">
                <a:solidFill>
                  <a:srgbClr val="898989"/>
                </a:solidFill>
              </a:rPr>
              <a:pPr eaLnBrk="1" hangingPunct="1"/>
              <a:t>17</a:t>
            </a:fld>
            <a:endParaRPr lang="en-US" altLang="en-US" sz="1200">
              <a:solidFill>
                <a:srgbClr val="898989"/>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a:extLst>
              <a:ext uri="{FF2B5EF4-FFF2-40B4-BE49-F238E27FC236}">
                <a16:creationId xmlns:a16="http://schemas.microsoft.com/office/drawing/2014/main" id="{5293D444-5679-1978-B9F0-4DDC1EB0529A}"/>
              </a:ext>
            </a:extLst>
          </p:cNvPr>
          <p:cNvSpPr>
            <a:spLocks noGrp="1" noChangeArrowheads="1"/>
          </p:cNvSpPr>
          <p:nvPr>
            <p:ph type="title"/>
          </p:nvPr>
        </p:nvSpPr>
        <p:spPr/>
        <p:txBody>
          <a:bodyPr/>
          <a:lstStyle/>
          <a:p>
            <a:pPr eaLnBrk="1" hangingPunct="1"/>
            <a:r>
              <a:rPr lang="en-US" altLang="en-US" sz="4000">
                <a:solidFill>
                  <a:srgbClr val="2402EE"/>
                </a:solidFill>
                <a:ea typeface="ＭＳ Ｐゴシック" panose="020B0600070205080204" pitchFamily="34" charset="-128"/>
              </a:rPr>
              <a:t>Process Replication in </a:t>
            </a:r>
            <a:r>
              <a:rPr lang="en-US" altLang="en-US">
                <a:solidFill>
                  <a:srgbClr val="2402EE"/>
                </a:solidFill>
                <a:latin typeface="Symbol" pitchFamily="2" charset="2"/>
                <a:ea typeface="ＭＳ Ｐゴシック" panose="020B0600070205080204" pitchFamily="34" charset="-128"/>
              </a:rPr>
              <a:t>p</a:t>
            </a:r>
            <a:r>
              <a:rPr lang="en-US" altLang="en-US">
                <a:solidFill>
                  <a:srgbClr val="2402EE"/>
                </a:solidFill>
                <a:latin typeface="Times New Roman" panose="02020603050405020304" pitchFamily="18" charset="0"/>
                <a:ea typeface="ＭＳ Ｐゴシック" panose="020B0600070205080204" pitchFamily="34" charset="-128"/>
              </a:rPr>
              <a:t>-Calculus</a:t>
            </a:r>
            <a:r>
              <a:rPr lang="en-US" altLang="en-US">
                <a:ea typeface="ＭＳ Ｐゴシック" panose="020B0600070205080204" pitchFamily="34" charset="-128"/>
              </a:rPr>
              <a:t> </a:t>
            </a:r>
          </a:p>
        </p:txBody>
      </p:sp>
      <p:grpSp>
        <p:nvGrpSpPr>
          <p:cNvPr id="33794" name="Group 3">
            <a:extLst>
              <a:ext uri="{FF2B5EF4-FFF2-40B4-BE49-F238E27FC236}">
                <a16:creationId xmlns:a16="http://schemas.microsoft.com/office/drawing/2014/main" id="{2E7B0EBC-0B05-3B4C-92BC-8518DE18220A}"/>
              </a:ext>
            </a:extLst>
          </p:cNvPr>
          <p:cNvGrpSpPr>
            <a:grpSpLocks/>
          </p:cNvGrpSpPr>
          <p:nvPr/>
        </p:nvGrpSpPr>
        <p:grpSpPr bwMode="auto">
          <a:xfrm>
            <a:off x="346075" y="2330450"/>
            <a:ext cx="8640763" cy="398463"/>
            <a:chOff x="170" y="1198"/>
            <a:chExt cx="5267" cy="118"/>
          </a:xfrm>
        </p:grpSpPr>
        <p:sp>
          <p:nvSpPr>
            <p:cNvPr id="19464" name="Text Box 4">
              <a:extLst>
                <a:ext uri="{FF2B5EF4-FFF2-40B4-BE49-F238E27FC236}">
                  <a16:creationId xmlns:a16="http://schemas.microsoft.com/office/drawing/2014/main" id="{186C76E7-077C-211D-7608-D376C11043A5}"/>
                </a:ext>
              </a:extLst>
            </p:cNvPr>
            <p:cNvSpPr txBox="1">
              <a:spLocks noChangeArrowheads="1"/>
            </p:cNvSpPr>
            <p:nvPr/>
          </p:nvSpPr>
          <p:spPr bwMode="auto">
            <a:xfrm>
              <a:off x="170" y="1198"/>
              <a:ext cx="5267" cy="118"/>
            </a:xfrm>
            <a:prstGeom prst="rect">
              <a:avLst/>
            </a:prstGeom>
            <a:noFill/>
            <a:ln w="9525">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spAutoFit/>
            </a:bodyPr>
            <a:lstStyle>
              <a:lvl1pPr eaLnBrk="0" hangingPunct="0">
                <a:defRPr>
                  <a:solidFill>
                    <a:schemeClr val="tx1"/>
                  </a:solidFill>
                  <a:latin typeface="Arial" charset="0"/>
                  <a:ea typeface="ＭＳ Ｐゴシック" charset="0"/>
                  <a:cs typeface="ＭＳ Ｐゴシック" charset="0"/>
                </a:defRPr>
              </a:lvl1pPr>
              <a:lvl2pPr marL="37931725" indent="-37474525"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spcBef>
                  <a:spcPct val="20000"/>
                </a:spcBef>
                <a:defRPr/>
              </a:pPr>
              <a:r>
                <a:rPr lang="en-US" sz="2000" dirty="0">
                  <a:solidFill>
                    <a:srgbClr val="FF6600"/>
                  </a:solidFill>
                  <a:latin typeface="+mn-lt"/>
                </a:rPr>
                <a:t>Client(open, close, request, reply) =  open.request</a:t>
              </a:r>
              <a:r>
                <a:rPr lang="en-US" sz="2000" baseline="-25000" dirty="0">
                  <a:solidFill>
                    <a:srgbClr val="FF6600"/>
                  </a:solidFill>
                  <a:latin typeface="+mn-lt"/>
                </a:rPr>
                <a:t>1</a:t>
              </a:r>
              <a:r>
                <a:rPr lang="en-US" sz="2000" dirty="0">
                  <a:solidFill>
                    <a:srgbClr val="FF6600"/>
                  </a:solidFill>
                  <a:latin typeface="+mn-lt"/>
                </a:rPr>
                <a:t>.reply</a:t>
              </a:r>
              <a:r>
                <a:rPr lang="en-US" sz="2000" baseline="-25000" dirty="0">
                  <a:solidFill>
                    <a:srgbClr val="FF6600"/>
                  </a:solidFill>
                  <a:latin typeface="+mn-lt"/>
                </a:rPr>
                <a:t>1</a:t>
              </a:r>
              <a:r>
                <a:rPr lang="en-US" sz="2000" dirty="0">
                  <a:solidFill>
                    <a:srgbClr val="FF6600"/>
                  </a:solidFill>
                  <a:latin typeface="+mn-lt"/>
                </a:rPr>
                <a:t>. request</a:t>
              </a:r>
              <a:r>
                <a:rPr lang="en-US" sz="2000" baseline="-25000" dirty="0">
                  <a:solidFill>
                    <a:srgbClr val="FF6600"/>
                  </a:solidFill>
                  <a:latin typeface="+mn-lt"/>
                </a:rPr>
                <a:t>2</a:t>
              </a:r>
              <a:r>
                <a:rPr lang="en-US" sz="2000" dirty="0">
                  <a:solidFill>
                    <a:srgbClr val="FF6600"/>
                  </a:solidFill>
                  <a:latin typeface="+mn-lt"/>
                </a:rPr>
                <a:t>.reply</a:t>
              </a:r>
              <a:r>
                <a:rPr lang="en-US" sz="2000" baseline="-25000" dirty="0">
                  <a:solidFill>
                    <a:srgbClr val="FF6600"/>
                  </a:solidFill>
                  <a:latin typeface="+mn-lt"/>
                </a:rPr>
                <a:t>2</a:t>
              </a:r>
              <a:r>
                <a:rPr lang="en-US" sz="2000" dirty="0">
                  <a:solidFill>
                    <a:srgbClr val="FF6600"/>
                  </a:solidFill>
                  <a:latin typeface="+mn-lt"/>
                </a:rPr>
                <a:t>.close.0</a:t>
              </a:r>
            </a:p>
          </p:txBody>
        </p:sp>
        <p:sp>
          <p:nvSpPr>
            <p:cNvPr id="33802" name="Line 5">
              <a:extLst>
                <a:ext uri="{FF2B5EF4-FFF2-40B4-BE49-F238E27FC236}">
                  <a16:creationId xmlns:a16="http://schemas.microsoft.com/office/drawing/2014/main" id="{70599EB3-22E5-67FB-B715-2E59858AB56E}"/>
                </a:ext>
              </a:extLst>
            </p:cNvPr>
            <p:cNvSpPr>
              <a:spLocks noChangeShapeType="1"/>
            </p:cNvSpPr>
            <p:nvPr/>
          </p:nvSpPr>
          <p:spPr bwMode="auto">
            <a:xfrm>
              <a:off x="2538" y="1219"/>
              <a:ext cx="26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3803" name="Line 6">
              <a:extLst>
                <a:ext uri="{FF2B5EF4-FFF2-40B4-BE49-F238E27FC236}">
                  <a16:creationId xmlns:a16="http://schemas.microsoft.com/office/drawing/2014/main" id="{68CA45F7-8C12-22BA-2194-FCBDFEAA70FF}"/>
                </a:ext>
              </a:extLst>
            </p:cNvPr>
            <p:cNvSpPr>
              <a:spLocks noChangeShapeType="1"/>
            </p:cNvSpPr>
            <p:nvPr/>
          </p:nvSpPr>
          <p:spPr bwMode="auto">
            <a:xfrm>
              <a:off x="2914" y="1227"/>
              <a:ext cx="39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3804" name="Line 7">
              <a:extLst>
                <a:ext uri="{FF2B5EF4-FFF2-40B4-BE49-F238E27FC236}">
                  <a16:creationId xmlns:a16="http://schemas.microsoft.com/office/drawing/2014/main" id="{FB800467-B3E0-10A0-839B-92E0435C00DA}"/>
                </a:ext>
              </a:extLst>
            </p:cNvPr>
            <p:cNvSpPr>
              <a:spLocks noChangeShapeType="1"/>
            </p:cNvSpPr>
            <p:nvPr/>
          </p:nvSpPr>
          <p:spPr bwMode="auto">
            <a:xfrm>
              <a:off x="3886" y="1227"/>
              <a:ext cx="38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3805" name="Line 8">
              <a:extLst>
                <a:ext uri="{FF2B5EF4-FFF2-40B4-BE49-F238E27FC236}">
                  <a16:creationId xmlns:a16="http://schemas.microsoft.com/office/drawing/2014/main" id="{2B7D77D5-3B57-0930-E5B5-F262C003C236}"/>
                </a:ext>
              </a:extLst>
            </p:cNvPr>
            <p:cNvSpPr>
              <a:spLocks noChangeShapeType="1"/>
            </p:cNvSpPr>
            <p:nvPr/>
          </p:nvSpPr>
          <p:spPr bwMode="auto">
            <a:xfrm>
              <a:off x="4908" y="1227"/>
              <a:ext cx="28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19460" name="Text Box 9">
            <a:extLst>
              <a:ext uri="{FF2B5EF4-FFF2-40B4-BE49-F238E27FC236}">
                <a16:creationId xmlns:a16="http://schemas.microsoft.com/office/drawing/2014/main" id="{6818DDE7-DFAE-6B2A-9152-DE3E3416C2DC}"/>
              </a:ext>
            </a:extLst>
          </p:cNvPr>
          <p:cNvSpPr txBox="1">
            <a:spLocks noChangeArrowheads="1"/>
          </p:cNvSpPr>
          <p:nvPr/>
        </p:nvSpPr>
        <p:spPr bwMode="auto">
          <a:xfrm>
            <a:off x="685800" y="1382713"/>
            <a:ext cx="6080125" cy="4619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spAutoFit/>
          </a:bodyPr>
          <a:lstStyle>
            <a:lvl1pPr eaLnBrk="0" hangingPunct="0">
              <a:defRPr>
                <a:solidFill>
                  <a:schemeClr val="tx1"/>
                </a:solidFill>
                <a:latin typeface="Arial" charset="0"/>
                <a:ea typeface="ＭＳ Ｐゴシック" charset="0"/>
                <a:cs typeface="ＭＳ Ｐゴシック" charset="0"/>
              </a:defRPr>
            </a:lvl1pPr>
            <a:lvl2pPr marL="37931725" indent="-37474525"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spcBef>
                <a:spcPct val="20000"/>
              </a:spcBef>
              <a:defRPr/>
            </a:pPr>
            <a:r>
              <a:rPr lang="en-US" sz="2400" dirty="0">
                <a:latin typeface="+mn-lt"/>
              </a:rPr>
              <a:t>The terminating process definition:</a:t>
            </a:r>
          </a:p>
        </p:txBody>
      </p:sp>
      <p:sp>
        <p:nvSpPr>
          <p:cNvPr id="19461" name="Text Box 10">
            <a:extLst>
              <a:ext uri="{FF2B5EF4-FFF2-40B4-BE49-F238E27FC236}">
                <a16:creationId xmlns:a16="http://schemas.microsoft.com/office/drawing/2014/main" id="{5DD22968-2B51-FB97-088A-5C83FAF00196}"/>
              </a:ext>
            </a:extLst>
          </p:cNvPr>
          <p:cNvSpPr txBox="1">
            <a:spLocks noChangeArrowheads="1"/>
          </p:cNvSpPr>
          <p:nvPr/>
        </p:nvSpPr>
        <p:spPr bwMode="auto">
          <a:xfrm>
            <a:off x="457200" y="3190875"/>
            <a:ext cx="7966075" cy="8318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spAutoFit/>
          </a:bodyPr>
          <a:lstStyle>
            <a:lvl1pPr eaLnBrk="0" hangingPunct="0">
              <a:defRPr>
                <a:solidFill>
                  <a:schemeClr val="tx1"/>
                </a:solidFill>
                <a:latin typeface="Arial" charset="0"/>
                <a:ea typeface="ＭＳ Ｐゴシック" charset="0"/>
                <a:cs typeface="ＭＳ Ｐゴシック" charset="0"/>
              </a:defRPr>
            </a:lvl1pPr>
            <a:lvl2pPr marL="37931725" indent="-37474525"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spcBef>
                <a:spcPct val="20000"/>
              </a:spcBef>
              <a:defRPr/>
            </a:pPr>
            <a:r>
              <a:rPr lang="en-US" sz="2400" dirty="0">
                <a:latin typeface="+mn-lt"/>
              </a:rPr>
              <a:t>Can be used to describe a longer-running system using replication as follows:</a:t>
            </a:r>
          </a:p>
        </p:txBody>
      </p:sp>
      <p:sp>
        <p:nvSpPr>
          <p:cNvPr id="19462" name="Text Box 11">
            <a:extLst>
              <a:ext uri="{FF2B5EF4-FFF2-40B4-BE49-F238E27FC236}">
                <a16:creationId xmlns:a16="http://schemas.microsoft.com/office/drawing/2014/main" id="{3219E189-C35D-09F8-53E1-9895889FB273}"/>
              </a:ext>
            </a:extLst>
          </p:cNvPr>
          <p:cNvSpPr txBox="1">
            <a:spLocks noChangeArrowheads="1"/>
          </p:cNvSpPr>
          <p:nvPr/>
        </p:nvSpPr>
        <p:spPr bwMode="auto">
          <a:xfrm>
            <a:off x="2876550" y="4621213"/>
            <a:ext cx="4425950" cy="461962"/>
          </a:xfrm>
          <a:prstGeom prst="rect">
            <a:avLst/>
          </a:prstGeom>
          <a:noFill/>
          <a:ln w="9525">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anchor="ctr">
            <a:spAutoFit/>
          </a:bodyPr>
          <a:lstStyle>
            <a:lvl1pPr eaLnBrk="0" hangingPunct="0">
              <a:defRPr>
                <a:solidFill>
                  <a:schemeClr val="tx1"/>
                </a:solidFill>
                <a:latin typeface="Arial" charset="0"/>
                <a:ea typeface="ＭＳ Ｐゴシック" charset="0"/>
                <a:cs typeface="ＭＳ Ｐゴシック" charset="0"/>
              </a:defRPr>
            </a:lvl1pPr>
            <a:lvl2pPr marL="37931725" indent="-37474525"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spcBef>
                <a:spcPct val="20000"/>
              </a:spcBef>
              <a:defRPr/>
            </a:pPr>
            <a:r>
              <a:rPr lang="en-US" sz="2400" dirty="0">
                <a:solidFill>
                  <a:srgbClr val="FF6600"/>
                </a:solidFill>
                <a:latin typeface="+mn-lt"/>
              </a:rPr>
              <a:t>SYSTEM = ( ! Client | Server )</a:t>
            </a:r>
          </a:p>
        </p:txBody>
      </p:sp>
      <p:sp>
        <p:nvSpPr>
          <p:cNvPr id="19463" name="Text Box 12">
            <a:extLst>
              <a:ext uri="{FF2B5EF4-FFF2-40B4-BE49-F238E27FC236}">
                <a16:creationId xmlns:a16="http://schemas.microsoft.com/office/drawing/2014/main" id="{5B096E44-F5FC-3ADE-136B-0296EE76185E}"/>
              </a:ext>
            </a:extLst>
          </p:cNvPr>
          <p:cNvSpPr txBox="1">
            <a:spLocks noChangeArrowheads="1"/>
          </p:cNvSpPr>
          <p:nvPr/>
        </p:nvSpPr>
        <p:spPr bwMode="auto">
          <a:xfrm>
            <a:off x="479425" y="5349875"/>
            <a:ext cx="7518400" cy="8318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spAutoFit/>
          </a:bodyPr>
          <a:lstStyle>
            <a:lvl1pPr eaLnBrk="0" hangingPunct="0">
              <a:defRPr>
                <a:solidFill>
                  <a:schemeClr val="tx1"/>
                </a:solidFill>
                <a:latin typeface="Arial" charset="0"/>
                <a:ea typeface="ＭＳ Ｐゴシック" charset="0"/>
                <a:cs typeface="ＭＳ Ｐゴシック" charset="0"/>
              </a:defRPr>
            </a:lvl1pPr>
            <a:lvl2pPr marL="37931725" indent="-37474525"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spcBef>
                <a:spcPct val="20000"/>
              </a:spcBef>
              <a:defRPr/>
            </a:pPr>
            <a:r>
              <a:rPr lang="en-US" sz="2400" dirty="0">
                <a:latin typeface="+mn-lt"/>
              </a:rPr>
              <a:t>Which is equivalent to spawning/forking as many copies of the Client process as desired.</a:t>
            </a:r>
          </a:p>
        </p:txBody>
      </p:sp>
      <p:sp>
        <p:nvSpPr>
          <p:cNvPr id="33799" name="Footer Placeholder 1">
            <a:extLst>
              <a:ext uri="{FF2B5EF4-FFF2-40B4-BE49-F238E27FC236}">
                <a16:creationId xmlns:a16="http://schemas.microsoft.com/office/drawing/2014/main" id="{F8007875-D2FC-074B-DD94-F05D79F5DF82}"/>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200">
                <a:solidFill>
                  <a:srgbClr val="898989"/>
                </a:solidFill>
              </a:rPr>
              <a:t>Introduction to Pi-Calculus</a:t>
            </a:r>
          </a:p>
        </p:txBody>
      </p:sp>
      <p:sp>
        <p:nvSpPr>
          <p:cNvPr id="33800" name="Slide Number Placeholder 2">
            <a:extLst>
              <a:ext uri="{FF2B5EF4-FFF2-40B4-BE49-F238E27FC236}">
                <a16:creationId xmlns:a16="http://schemas.microsoft.com/office/drawing/2014/main" id="{54BC10B3-50F5-41E0-0D1A-88D6092E3D9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0AEB81D7-7D76-344E-AFF1-2726ED5B7295}" type="slidenum">
              <a:rPr lang="en-US" altLang="en-US" sz="1200">
                <a:solidFill>
                  <a:srgbClr val="898989"/>
                </a:solidFill>
              </a:rPr>
              <a:pPr eaLnBrk="1" hangingPunct="1"/>
              <a:t>18</a:t>
            </a:fld>
            <a:endParaRPr lang="en-US" altLang="en-US" sz="1200">
              <a:solidFill>
                <a:srgbClr val="898989"/>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a:extLst>
              <a:ext uri="{FF2B5EF4-FFF2-40B4-BE49-F238E27FC236}">
                <a16:creationId xmlns:a16="http://schemas.microsoft.com/office/drawing/2014/main" id="{FB006C96-9852-DCB8-792F-7139CE7BF270}"/>
              </a:ext>
            </a:extLst>
          </p:cNvPr>
          <p:cNvSpPr>
            <a:spLocks noGrp="1" noChangeArrowheads="1"/>
          </p:cNvSpPr>
          <p:nvPr>
            <p:ph type="title"/>
          </p:nvPr>
        </p:nvSpPr>
        <p:spPr/>
        <p:txBody>
          <a:bodyPr/>
          <a:lstStyle/>
          <a:p>
            <a:pPr eaLnBrk="1" hangingPunct="1"/>
            <a:r>
              <a:rPr lang="en-US" altLang="en-US" sz="4000">
                <a:solidFill>
                  <a:srgbClr val="2402EE"/>
                </a:solidFill>
                <a:ea typeface="ＭＳ Ｐゴシック" panose="020B0600070205080204" pitchFamily="34" charset="-128"/>
              </a:rPr>
              <a:t>Restricting Names in </a:t>
            </a:r>
            <a:r>
              <a:rPr lang="en-US" altLang="en-US" sz="4000">
                <a:solidFill>
                  <a:srgbClr val="2402EE"/>
                </a:solidFill>
                <a:latin typeface="Symbol" pitchFamily="2" charset="2"/>
                <a:ea typeface="ＭＳ Ｐゴシック" panose="020B0600070205080204" pitchFamily="34" charset="-128"/>
              </a:rPr>
              <a:t>p</a:t>
            </a:r>
            <a:r>
              <a:rPr lang="en-US" altLang="en-US" sz="4000">
                <a:solidFill>
                  <a:srgbClr val="2402EE"/>
                </a:solidFill>
                <a:latin typeface="Times New Roman" panose="02020603050405020304" pitchFamily="18" charset="0"/>
                <a:ea typeface="ＭＳ Ｐゴシック" panose="020B0600070205080204" pitchFamily="34" charset="-128"/>
              </a:rPr>
              <a:t>-Calculus</a:t>
            </a:r>
            <a:br>
              <a:rPr lang="en-US" altLang="en-US" sz="4000">
                <a:solidFill>
                  <a:srgbClr val="2402EE"/>
                </a:solidFill>
                <a:latin typeface="Times New Roman" panose="02020603050405020304" pitchFamily="18" charset="0"/>
                <a:ea typeface="ＭＳ Ｐゴシック" panose="020B0600070205080204" pitchFamily="34" charset="-128"/>
              </a:rPr>
            </a:br>
            <a:r>
              <a:rPr lang="en-US" altLang="en-US" sz="4000">
                <a:solidFill>
                  <a:srgbClr val="2402EE"/>
                </a:solidFill>
                <a:latin typeface="Times New Roman" panose="02020603050405020304" pitchFamily="18" charset="0"/>
                <a:ea typeface="ＭＳ Ｐゴシック" panose="020B0600070205080204" pitchFamily="34" charset="-128"/>
              </a:rPr>
              <a:t> - Scoping -</a:t>
            </a:r>
            <a:r>
              <a:rPr lang="en-US" altLang="en-US" sz="4000">
                <a:solidFill>
                  <a:srgbClr val="2402EE"/>
                </a:solidFill>
                <a:ea typeface="ＭＳ Ｐゴシック" panose="020B0600070205080204" pitchFamily="34" charset="-128"/>
              </a:rPr>
              <a:t> </a:t>
            </a:r>
          </a:p>
        </p:txBody>
      </p:sp>
      <p:sp>
        <p:nvSpPr>
          <p:cNvPr id="20483" name="Text Box 3">
            <a:extLst>
              <a:ext uri="{FF2B5EF4-FFF2-40B4-BE49-F238E27FC236}">
                <a16:creationId xmlns:a16="http://schemas.microsoft.com/office/drawing/2014/main" id="{B780B477-5C9D-F4FB-9288-23D849F5861A}"/>
              </a:ext>
            </a:extLst>
          </p:cNvPr>
          <p:cNvSpPr txBox="1">
            <a:spLocks noChangeArrowheads="1"/>
          </p:cNvSpPr>
          <p:nvPr/>
        </p:nvSpPr>
        <p:spPr bwMode="auto">
          <a:xfrm>
            <a:off x="550863" y="1736725"/>
            <a:ext cx="8135937" cy="17541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spAutoFit/>
          </a:bodyPr>
          <a:lstStyle>
            <a:lvl1pPr eaLnBrk="0" hangingPunct="0">
              <a:defRPr>
                <a:solidFill>
                  <a:schemeClr val="tx1"/>
                </a:solidFill>
                <a:latin typeface="Arial" charset="0"/>
                <a:ea typeface="ＭＳ Ｐゴシック" charset="0"/>
                <a:cs typeface="ＭＳ Ｐゴシック" charset="0"/>
              </a:defRPr>
            </a:lvl1pPr>
            <a:lvl2pPr marL="37931725" indent="-37474525"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spcBef>
                <a:spcPct val="20000"/>
              </a:spcBef>
              <a:defRPr/>
            </a:pPr>
            <a:r>
              <a:rPr lang="en-US" sz="2000" dirty="0">
                <a:latin typeface="+mn-lt"/>
              </a:rPr>
              <a:t>A name that is private to a process or a group of collaborating processes can be defined by restriction similar to the effect of scoping or encapsulation. </a:t>
            </a:r>
          </a:p>
          <a:p>
            <a:pPr eaLnBrk="1" hangingPunct="1">
              <a:spcBef>
                <a:spcPct val="20000"/>
              </a:spcBef>
              <a:defRPr/>
            </a:pPr>
            <a:endParaRPr lang="en-US" sz="2000" dirty="0">
              <a:latin typeface="+mn-lt"/>
            </a:endParaRPr>
          </a:p>
          <a:p>
            <a:pPr eaLnBrk="1" hangingPunct="1">
              <a:spcBef>
                <a:spcPct val="20000"/>
              </a:spcBef>
              <a:defRPr/>
            </a:pPr>
            <a:r>
              <a:rPr lang="en-US" sz="2000" dirty="0">
                <a:latin typeface="+mn-lt"/>
              </a:rPr>
              <a:t>Suppose that two different process are each attempting to communicate two values to a process using port x. The following will not work correctly:</a:t>
            </a:r>
          </a:p>
        </p:txBody>
      </p:sp>
      <p:sp>
        <p:nvSpPr>
          <p:cNvPr id="34819" name="Text Box 4">
            <a:extLst>
              <a:ext uri="{FF2B5EF4-FFF2-40B4-BE49-F238E27FC236}">
                <a16:creationId xmlns:a16="http://schemas.microsoft.com/office/drawing/2014/main" id="{30007FB1-662A-A02C-D359-23466675A175}"/>
              </a:ext>
            </a:extLst>
          </p:cNvPr>
          <p:cNvSpPr txBox="1">
            <a:spLocks noChangeArrowheads="1"/>
          </p:cNvSpPr>
          <p:nvPr/>
        </p:nvSpPr>
        <p:spPr bwMode="auto">
          <a:xfrm>
            <a:off x="457200" y="4675188"/>
            <a:ext cx="8367713"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20000"/>
              </a:spcBef>
            </a:pPr>
            <a:r>
              <a:rPr lang="en-US" altLang="en-US" sz="2000">
                <a:latin typeface="Calibri" panose="020F0502020204030204" pitchFamily="34" charset="0"/>
              </a:rPr>
              <a:t>Because the middle process could receive the value of </a:t>
            </a:r>
            <a:r>
              <a:rPr lang="en-US" altLang="en-US" sz="2000">
                <a:solidFill>
                  <a:srgbClr val="FF6600"/>
                </a:solidFill>
                <a:latin typeface="Calibri" panose="020F0502020204030204" pitchFamily="34" charset="0"/>
              </a:rPr>
              <a:t>a</a:t>
            </a:r>
            <a:r>
              <a:rPr lang="en-US" altLang="en-US" sz="2000">
                <a:latin typeface="Calibri" panose="020F0502020204030204" pitchFamily="34" charset="0"/>
              </a:rPr>
              <a:t> from the left process and the </a:t>
            </a:r>
            <a:r>
              <a:rPr lang="en-US" altLang="en-US" sz="2000">
                <a:solidFill>
                  <a:srgbClr val="FF0000"/>
                </a:solidFill>
                <a:latin typeface="Calibri" panose="020F0502020204030204" pitchFamily="34" charset="0"/>
              </a:rPr>
              <a:t>c</a:t>
            </a:r>
            <a:r>
              <a:rPr lang="en-US" altLang="en-US" sz="2000">
                <a:latin typeface="Calibri" panose="020F0502020204030204" pitchFamily="34" charset="0"/>
              </a:rPr>
              <a:t> from the right process. Encapsulation can be used to create a “private” channel along which the values can be passed without interference:</a:t>
            </a:r>
          </a:p>
        </p:txBody>
      </p:sp>
      <p:grpSp>
        <p:nvGrpSpPr>
          <p:cNvPr id="34820" name="Group 5">
            <a:extLst>
              <a:ext uri="{FF2B5EF4-FFF2-40B4-BE49-F238E27FC236}">
                <a16:creationId xmlns:a16="http://schemas.microsoft.com/office/drawing/2014/main" id="{27FA0224-D373-5943-CCA0-2A606AD70996}"/>
              </a:ext>
            </a:extLst>
          </p:cNvPr>
          <p:cNvGrpSpPr>
            <a:grpSpLocks/>
          </p:cNvGrpSpPr>
          <p:nvPr/>
        </p:nvGrpSpPr>
        <p:grpSpPr bwMode="auto">
          <a:xfrm>
            <a:off x="804863" y="3938588"/>
            <a:ext cx="4094162" cy="461962"/>
            <a:chOff x="1540" y="2012"/>
            <a:chExt cx="1500" cy="123"/>
          </a:xfrm>
        </p:grpSpPr>
        <p:sp>
          <p:nvSpPr>
            <p:cNvPr id="34831" name="Text Box 6">
              <a:extLst>
                <a:ext uri="{FF2B5EF4-FFF2-40B4-BE49-F238E27FC236}">
                  <a16:creationId xmlns:a16="http://schemas.microsoft.com/office/drawing/2014/main" id="{67CD35BE-CCDC-4AC5-D365-D49251EAC016}"/>
                </a:ext>
              </a:extLst>
            </p:cNvPr>
            <p:cNvSpPr txBox="1">
              <a:spLocks noChangeArrowheads="1"/>
            </p:cNvSpPr>
            <p:nvPr/>
          </p:nvSpPr>
          <p:spPr bwMode="auto">
            <a:xfrm>
              <a:off x="1540" y="2012"/>
              <a:ext cx="1500" cy="12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20000"/>
                </a:spcBef>
              </a:pPr>
              <a:r>
                <a:rPr lang="en-US" altLang="en-US">
                  <a:solidFill>
                    <a:srgbClr val="FF6600"/>
                  </a:solidFill>
                  <a:latin typeface="Times New Roman" panose="02020603050405020304" pitchFamily="18" charset="0"/>
                </a:rPr>
                <a:t>xa. xb…. | x(f).x(g)…. | xc.xd..</a:t>
              </a:r>
              <a:r>
                <a:rPr lang="en-US" altLang="en-US">
                  <a:latin typeface="Times New Roman" panose="02020603050405020304" pitchFamily="18" charset="0"/>
                </a:rPr>
                <a:t>.</a:t>
              </a:r>
            </a:p>
          </p:txBody>
        </p:sp>
        <p:sp>
          <p:nvSpPr>
            <p:cNvPr id="34832" name="Line 7">
              <a:extLst>
                <a:ext uri="{FF2B5EF4-FFF2-40B4-BE49-F238E27FC236}">
                  <a16:creationId xmlns:a16="http://schemas.microsoft.com/office/drawing/2014/main" id="{95CDF63B-171A-16BE-5F57-982008EBC478}"/>
                </a:ext>
              </a:extLst>
            </p:cNvPr>
            <p:cNvSpPr>
              <a:spLocks noChangeShapeType="1"/>
            </p:cNvSpPr>
            <p:nvPr/>
          </p:nvSpPr>
          <p:spPr bwMode="auto">
            <a:xfrm>
              <a:off x="1562" y="2043"/>
              <a:ext cx="7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833" name="Line 8">
              <a:extLst>
                <a:ext uri="{FF2B5EF4-FFF2-40B4-BE49-F238E27FC236}">
                  <a16:creationId xmlns:a16="http://schemas.microsoft.com/office/drawing/2014/main" id="{1A59DF24-2371-3C7B-E4EE-911459F4BBC5}"/>
                </a:ext>
              </a:extLst>
            </p:cNvPr>
            <p:cNvSpPr>
              <a:spLocks noChangeShapeType="1"/>
            </p:cNvSpPr>
            <p:nvPr/>
          </p:nvSpPr>
          <p:spPr bwMode="auto">
            <a:xfrm>
              <a:off x="1733" y="2047"/>
              <a:ext cx="7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834" name="Line 9">
              <a:extLst>
                <a:ext uri="{FF2B5EF4-FFF2-40B4-BE49-F238E27FC236}">
                  <a16:creationId xmlns:a16="http://schemas.microsoft.com/office/drawing/2014/main" id="{E453F930-7009-C960-6E97-91BA66BFBBCE}"/>
                </a:ext>
              </a:extLst>
            </p:cNvPr>
            <p:cNvSpPr>
              <a:spLocks noChangeShapeType="1"/>
            </p:cNvSpPr>
            <p:nvPr/>
          </p:nvSpPr>
          <p:spPr bwMode="auto">
            <a:xfrm>
              <a:off x="2657" y="2037"/>
              <a:ext cx="7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835" name="Line 10">
              <a:extLst>
                <a:ext uri="{FF2B5EF4-FFF2-40B4-BE49-F238E27FC236}">
                  <a16:creationId xmlns:a16="http://schemas.microsoft.com/office/drawing/2014/main" id="{BBE55BE7-84B0-223D-5BE4-2963A7D906F1}"/>
                </a:ext>
              </a:extLst>
            </p:cNvPr>
            <p:cNvSpPr>
              <a:spLocks noChangeShapeType="1"/>
            </p:cNvSpPr>
            <p:nvPr/>
          </p:nvSpPr>
          <p:spPr bwMode="auto">
            <a:xfrm>
              <a:off x="2792" y="2042"/>
              <a:ext cx="7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4821" name="Group 11">
            <a:extLst>
              <a:ext uri="{FF2B5EF4-FFF2-40B4-BE49-F238E27FC236}">
                <a16:creationId xmlns:a16="http://schemas.microsoft.com/office/drawing/2014/main" id="{CBE20D6B-BEC1-8688-836E-40F5B655B7E6}"/>
              </a:ext>
            </a:extLst>
          </p:cNvPr>
          <p:cNvGrpSpPr>
            <a:grpSpLocks/>
          </p:cNvGrpSpPr>
          <p:nvPr/>
        </p:nvGrpSpPr>
        <p:grpSpPr bwMode="auto">
          <a:xfrm>
            <a:off x="849313" y="5892800"/>
            <a:ext cx="6705600" cy="461963"/>
            <a:chOff x="1142" y="3350"/>
            <a:chExt cx="2865" cy="190"/>
          </a:xfrm>
        </p:grpSpPr>
        <p:sp>
          <p:nvSpPr>
            <p:cNvPr id="34824" name="Text Box 12">
              <a:extLst>
                <a:ext uri="{FF2B5EF4-FFF2-40B4-BE49-F238E27FC236}">
                  <a16:creationId xmlns:a16="http://schemas.microsoft.com/office/drawing/2014/main" id="{4E39BDC5-5373-4919-E6CE-3D823C1332C2}"/>
                </a:ext>
              </a:extLst>
            </p:cNvPr>
            <p:cNvSpPr txBox="1">
              <a:spLocks noChangeArrowheads="1"/>
            </p:cNvSpPr>
            <p:nvPr/>
          </p:nvSpPr>
          <p:spPr bwMode="auto">
            <a:xfrm>
              <a:off x="1142" y="3350"/>
              <a:ext cx="2865" cy="19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20000"/>
                </a:spcBef>
              </a:pPr>
              <a:r>
                <a:rPr lang="en-US" altLang="en-US">
                  <a:solidFill>
                    <a:srgbClr val="FF6600"/>
                  </a:solidFill>
                  <a:latin typeface="Calibri" panose="020F0502020204030204" pitchFamily="34" charset="0"/>
                </a:rPr>
                <a:t>(</a:t>
              </a:r>
              <a:r>
                <a:rPr lang="en-US" altLang="en-US">
                  <a:solidFill>
                    <a:srgbClr val="FF6600"/>
                  </a:solidFill>
                  <a:latin typeface="Symbol" pitchFamily="2" charset="2"/>
                </a:rPr>
                <a:t>n </a:t>
              </a:r>
              <a:r>
                <a:rPr lang="en-US" altLang="en-US">
                  <a:solidFill>
                    <a:srgbClr val="FF6600"/>
                  </a:solidFill>
                  <a:latin typeface="Calibri" panose="020F0502020204030204" pitchFamily="34" charset="0"/>
                </a:rPr>
                <a:t>w)(xw.wa.wb …) | x(u).u(f).u(g)… | (</a:t>
              </a:r>
              <a:r>
                <a:rPr lang="en-US" altLang="en-US">
                  <a:solidFill>
                    <a:srgbClr val="FF6600"/>
                  </a:solidFill>
                  <a:latin typeface="Symbol" pitchFamily="2" charset="2"/>
                </a:rPr>
                <a:t>n</a:t>
              </a:r>
              <a:r>
                <a:rPr lang="en-US" altLang="en-US">
                  <a:solidFill>
                    <a:srgbClr val="FF6600"/>
                  </a:solidFill>
                  <a:latin typeface="Calibri" panose="020F0502020204030204" pitchFamily="34" charset="0"/>
                </a:rPr>
                <a:t> t)(xt.tc.td…)</a:t>
              </a:r>
            </a:p>
          </p:txBody>
        </p:sp>
        <p:sp>
          <p:nvSpPr>
            <p:cNvPr id="34825" name="Line 13">
              <a:extLst>
                <a:ext uri="{FF2B5EF4-FFF2-40B4-BE49-F238E27FC236}">
                  <a16:creationId xmlns:a16="http://schemas.microsoft.com/office/drawing/2014/main" id="{71397CEC-D768-2248-7E17-7EFA11EDC6D9}"/>
                </a:ext>
              </a:extLst>
            </p:cNvPr>
            <p:cNvSpPr>
              <a:spLocks noChangeShapeType="1"/>
            </p:cNvSpPr>
            <p:nvPr/>
          </p:nvSpPr>
          <p:spPr bwMode="auto">
            <a:xfrm>
              <a:off x="1500" y="3409"/>
              <a:ext cx="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826" name="Line 14">
              <a:extLst>
                <a:ext uri="{FF2B5EF4-FFF2-40B4-BE49-F238E27FC236}">
                  <a16:creationId xmlns:a16="http://schemas.microsoft.com/office/drawing/2014/main" id="{AAB0CD53-4A5D-7DDB-EF8A-8145D1FE9176}"/>
                </a:ext>
              </a:extLst>
            </p:cNvPr>
            <p:cNvSpPr>
              <a:spLocks noChangeShapeType="1"/>
            </p:cNvSpPr>
            <p:nvPr/>
          </p:nvSpPr>
          <p:spPr bwMode="auto">
            <a:xfrm>
              <a:off x="1683" y="3416"/>
              <a:ext cx="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827" name="Line 15">
              <a:extLst>
                <a:ext uri="{FF2B5EF4-FFF2-40B4-BE49-F238E27FC236}">
                  <a16:creationId xmlns:a16="http://schemas.microsoft.com/office/drawing/2014/main" id="{6229517F-C655-9E7B-4BAC-04CFD7FB9BFD}"/>
                </a:ext>
              </a:extLst>
            </p:cNvPr>
            <p:cNvSpPr>
              <a:spLocks noChangeShapeType="1"/>
            </p:cNvSpPr>
            <p:nvPr/>
          </p:nvSpPr>
          <p:spPr bwMode="auto">
            <a:xfrm flipH="1">
              <a:off x="1856" y="3416"/>
              <a:ext cx="8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828" name="Line 16">
              <a:extLst>
                <a:ext uri="{FF2B5EF4-FFF2-40B4-BE49-F238E27FC236}">
                  <a16:creationId xmlns:a16="http://schemas.microsoft.com/office/drawing/2014/main" id="{CFB35414-FE12-D599-7AE1-2B5B6C7B74A9}"/>
                </a:ext>
              </a:extLst>
            </p:cNvPr>
            <p:cNvSpPr>
              <a:spLocks noChangeShapeType="1"/>
            </p:cNvSpPr>
            <p:nvPr/>
          </p:nvSpPr>
          <p:spPr bwMode="auto">
            <a:xfrm>
              <a:off x="3412" y="3409"/>
              <a:ext cx="9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829" name="Line 17">
              <a:extLst>
                <a:ext uri="{FF2B5EF4-FFF2-40B4-BE49-F238E27FC236}">
                  <a16:creationId xmlns:a16="http://schemas.microsoft.com/office/drawing/2014/main" id="{2FF992FE-A072-BD9A-F036-926F79068BA0}"/>
                </a:ext>
              </a:extLst>
            </p:cNvPr>
            <p:cNvSpPr>
              <a:spLocks noChangeShapeType="1"/>
            </p:cNvSpPr>
            <p:nvPr/>
          </p:nvSpPr>
          <p:spPr bwMode="auto">
            <a:xfrm flipV="1">
              <a:off x="3556" y="3402"/>
              <a:ext cx="6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830" name="Line 18">
              <a:extLst>
                <a:ext uri="{FF2B5EF4-FFF2-40B4-BE49-F238E27FC236}">
                  <a16:creationId xmlns:a16="http://schemas.microsoft.com/office/drawing/2014/main" id="{58E168F6-EA36-AE0C-E574-EE51A24EDB13}"/>
                </a:ext>
              </a:extLst>
            </p:cNvPr>
            <p:cNvSpPr>
              <a:spLocks noChangeShapeType="1"/>
            </p:cNvSpPr>
            <p:nvPr/>
          </p:nvSpPr>
          <p:spPr bwMode="auto">
            <a:xfrm flipH="1" flipV="1">
              <a:off x="3687" y="3402"/>
              <a:ext cx="7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34822" name="Footer Placeholder 1">
            <a:extLst>
              <a:ext uri="{FF2B5EF4-FFF2-40B4-BE49-F238E27FC236}">
                <a16:creationId xmlns:a16="http://schemas.microsoft.com/office/drawing/2014/main" id="{EDA27FB2-5151-23AB-D3F2-DF89CECEE940}"/>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200">
                <a:solidFill>
                  <a:srgbClr val="898989"/>
                </a:solidFill>
              </a:rPr>
              <a:t>Introduction to Pi-Calculus</a:t>
            </a:r>
          </a:p>
        </p:txBody>
      </p:sp>
      <p:sp>
        <p:nvSpPr>
          <p:cNvPr id="34823" name="Slide Number Placeholder 2">
            <a:extLst>
              <a:ext uri="{FF2B5EF4-FFF2-40B4-BE49-F238E27FC236}">
                <a16:creationId xmlns:a16="http://schemas.microsoft.com/office/drawing/2014/main" id="{714C3983-52FD-18A6-775B-A732CBD703B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3AF28A49-C4E5-B149-B159-39C8FF9EBA87}" type="slidenum">
              <a:rPr lang="en-US" altLang="en-US" sz="1200">
                <a:solidFill>
                  <a:srgbClr val="898989"/>
                </a:solidFill>
              </a:rPr>
              <a:pPr eaLnBrk="1" hangingPunct="1"/>
              <a:t>19</a:t>
            </a:fld>
            <a:endParaRPr lang="en-US" altLang="en-US" sz="1200">
              <a:solidFill>
                <a:srgbClr val="898989"/>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Title 1">
            <a:extLst>
              <a:ext uri="{FF2B5EF4-FFF2-40B4-BE49-F238E27FC236}">
                <a16:creationId xmlns:a16="http://schemas.microsoft.com/office/drawing/2014/main" id="{9618CC8C-C616-853B-76AD-019E9A339231}"/>
              </a:ext>
            </a:extLst>
          </p:cNvPr>
          <p:cNvSpPr>
            <a:spLocks noGrp="1"/>
          </p:cNvSpPr>
          <p:nvPr>
            <p:ph type="title"/>
          </p:nvPr>
        </p:nvSpPr>
        <p:spPr/>
        <p:txBody>
          <a:bodyPr/>
          <a:lstStyle/>
          <a:p>
            <a:r>
              <a:rPr lang="en-US" altLang="en-US">
                <a:solidFill>
                  <a:srgbClr val="0000FF"/>
                </a:solidFill>
                <a:ea typeface="ＭＳ Ｐゴシック" panose="020B0600070205080204" pitchFamily="34" charset="-128"/>
              </a:rPr>
              <a:t>Polyadic </a:t>
            </a:r>
            <a:r>
              <a:rPr lang="en-US" altLang="en-US">
                <a:solidFill>
                  <a:srgbClr val="2402EE"/>
                </a:solidFill>
                <a:latin typeface="Symbol" pitchFamily="2" charset="2"/>
                <a:ea typeface="ＭＳ Ｐゴシック" panose="020B0600070205080204" pitchFamily="34" charset="-128"/>
              </a:rPr>
              <a:t>p</a:t>
            </a:r>
            <a:r>
              <a:rPr lang="en-US" altLang="en-US">
                <a:solidFill>
                  <a:srgbClr val="2402EE"/>
                </a:solidFill>
                <a:latin typeface="Times New Roman" panose="02020603050405020304" pitchFamily="18" charset="0"/>
                <a:ea typeface="ＭＳ Ｐゴシック" panose="020B0600070205080204" pitchFamily="34" charset="-128"/>
              </a:rPr>
              <a:t>-Calculus</a:t>
            </a:r>
            <a:r>
              <a:rPr lang="en-US" altLang="en-US">
                <a:ea typeface="ＭＳ Ｐゴシック" panose="020B0600070205080204" pitchFamily="34" charset="-128"/>
              </a:rPr>
              <a:t>	</a:t>
            </a:r>
          </a:p>
        </p:txBody>
      </p:sp>
      <p:sp>
        <p:nvSpPr>
          <p:cNvPr id="35842" name="Footer Placeholder 2">
            <a:extLst>
              <a:ext uri="{FF2B5EF4-FFF2-40B4-BE49-F238E27FC236}">
                <a16:creationId xmlns:a16="http://schemas.microsoft.com/office/drawing/2014/main" id="{C2371486-A28B-24ED-7D32-5E11375EA251}"/>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200">
                <a:solidFill>
                  <a:srgbClr val="898989"/>
                </a:solidFill>
              </a:rPr>
              <a:t>Introduction to Pi-Calculus</a:t>
            </a:r>
          </a:p>
        </p:txBody>
      </p:sp>
      <p:sp>
        <p:nvSpPr>
          <p:cNvPr id="35843" name="Slide Number Placeholder 3">
            <a:extLst>
              <a:ext uri="{FF2B5EF4-FFF2-40B4-BE49-F238E27FC236}">
                <a16:creationId xmlns:a16="http://schemas.microsoft.com/office/drawing/2014/main" id="{E04D4E2F-F02C-EE7D-7164-F4D541469B9A}"/>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39DA7A4C-B713-484C-991C-3263C19116F6}" type="slidenum">
              <a:rPr lang="en-US" altLang="en-US" sz="1200">
                <a:solidFill>
                  <a:srgbClr val="898989"/>
                </a:solidFill>
              </a:rPr>
              <a:pPr eaLnBrk="1" hangingPunct="1"/>
              <a:t>20</a:t>
            </a:fld>
            <a:endParaRPr lang="en-US" altLang="en-US" sz="1200">
              <a:solidFill>
                <a:srgbClr val="898989"/>
              </a:solidFill>
            </a:endParaRPr>
          </a:p>
        </p:txBody>
      </p:sp>
      <p:sp>
        <p:nvSpPr>
          <p:cNvPr id="35844" name="Rectangle 4">
            <a:extLst>
              <a:ext uri="{FF2B5EF4-FFF2-40B4-BE49-F238E27FC236}">
                <a16:creationId xmlns:a16="http://schemas.microsoft.com/office/drawing/2014/main" id="{3B97EDAF-D0B1-C13B-6AE2-14E246743129}"/>
              </a:ext>
            </a:extLst>
          </p:cNvPr>
          <p:cNvSpPr>
            <a:spLocks noChangeArrowheads="1"/>
          </p:cNvSpPr>
          <p:nvPr/>
        </p:nvSpPr>
        <p:spPr bwMode="auto">
          <a:xfrm>
            <a:off x="830263" y="1417638"/>
            <a:ext cx="6789737"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Write Vectors of variables and use simultaneous substitutions</a:t>
            </a:r>
          </a:p>
          <a:p>
            <a:pPr eaLnBrk="1" hangingPunct="1"/>
            <a:endParaRPr lang="en-US" altLang="en-US" sz="1800"/>
          </a:p>
          <a:p>
            <a:pPr eaLnBrk="1" hangingPunct="1"/>
            <a:r>
              <a:rPr lang="en-US" altLang="en-US" sz="1800"/>
              <a:t>Example: </a:t>
            </a:r>
          </a:p>
          <a:p>
            <a:pPr eaLnBrk="1" hangingPunct="1"/>
            <a:endParaRPr lang="en-US" altLang="en-US" sz="1800"/>
          </a:p>
          <a:p>
            <a:pPr eaLnBrk="1" hangingPunct="1"/>
            <a:r>
              <a:rPr lang="en-US" altLang="en-US" sz="1800"/>
              <a:t>Lets X denote vector of variables &lt;x</a:t>
            </a:r>
            <a:r>
              <a:rPr lang="en-US" altLang="en-US" sz="1800" baseline="-25000"/>
              <a:t>1</a:t>
            </a:r>
            <a:r>
              <a:rPr lang="en-US" altLang="en-US" sz="1800"/>
              <a:t>,x</a:t>
            </a:r>
            <a:r>
              <a:rPr lang="en-US" altLang="en-US" sz="1800" baseline="-25000"/>
              <a:t>2</a:t>
            </a:r>
            <a:r>
              <a:rPr lang="en-US" altLang="en-US" sz="1800"/>
              <a:t>&gt; and Y denote the value </a:t>
            </a:r>
          </a:p>
          <a:p>
            <a:pPr eaLnBrk="1" hangingPunct="1"/>
            <a:r>
              <a:rPr lang="en-US" altLang="en-US" sz="1800"/>
              <a:t>vector &lt;1,2&gt; . </a:t>
            </a:r>
          </a:p>
          <a:p>
            <a:pPr eaLnBrk="1" hangingPunct="1"/>
            <a:endParaRPr lang="en-US" altLang="en-US" sz="1800"/>
          </a:p>
          <a:p>
            <a:pPr eaLnBrk="1" hangingPunct="1"/>
            <a:r>
              <a:rPr lang="en-US" altLang="en-US" sz="1800"/>
              <a:t>Then Y / X  means simultaneously replace x</a:t>
            </a:r>
            <a:r>
              <a:rPr lang="en-US" altLang="en-US" sz="1800" baseline="-25000"/>
              <a:t>1</a:t>
            </a:r>
            <a:r>
              <a:rPr lang="en-US" altLang="en-US" sz="1800"/>
              <a:t> by 1 and x</a:t>
            </a:r>
            <a:r>
              <a:rPr lang="en-US" altLang="en-US" sz="1800" baseline="-25000"/>
              <a:t>2</a:t>
            </a:r>
            <a:r>
              <a:rPr lang="en-US" altLang="en-US" sz="1800"/>
              <a:t> by 2</a:t>
            </a:r>
          </a:p>
          <a:p>
            <a:pPr eaLnBrk="1" hangingPunct="1"/>
            <a:r>
              <a:rPr lang="en-US" altLang="en-US" sz="1800"/>
              <a:t>That is {1/x</a:t>
            </a:r>
            <a:r>
              <a:rPr lang="en-US" altLang="en-US" sz="1800" baseline="-25000"/>
              <a:t>1</a:t>
            </a:r>
            <a:r>
              <a:rPr lang="en-US" altLang="en-US" sz="1800"/>
              <a:t>}{2/x</a:t>
            </a:r>
            <a:r>
              <a:rPr lang="en-US" altLang="en-US" sz="1800" baseline="-25000"/>
              <a:t>2</a:t>
            </a:r>
            <a:r>
              <a:rPr lang="en-US" altLang="en-US" sz="1800"/>
              <a:t>}</a:t>
            </a:r>
          </a:p>
          <a:p>
            <a:pPr eaLnBrk="1" hangingPunct="1"/>
            <a:endParaRPr lang="en-US" altLang="en-US" sz="1800"/>
          </a:p>
          <a:p>
            <a:pPr eaLnBrk="1" hangingPunct="1"/>
            <a:r>
              <a:rPr lang="en-US" altLang="en-US" sz="1800"/>
              <a:t>So the mixing of inputs will not occur in the following</a:t>
            </a:r>
          </a:p>
          <a:p>
            <a:pPr eaLnBrk="1" hangingPunct="1"/>
            <a:r>
              <a:rPr lang="en-US" altLang="en-US" sz="1800"/>
              <a:t> </a:t>
            </a:r>
          </a:p>
        </p:txBody>
      </p:sp>
      <p:cxnSp>
        <p:nvCxnSpPr>
          <p:cNvPr id="7" name="Straight Arrow Connector 6">
            <a:extLst>
              <a:ext uri="{FF2B5EF4-FFF2-40B4-BE49-F238E27FC236}">
                <a16:creationId xmlns:a16="http://schemas.microsoft.com/office/drawing/2014/main" id="{958FA90D-4ABD-FBCD-B0D1-C434E64DE8C8}"/>
              </a:ext>
            </a:extLst>
          </p:cNvPr>
          <p:cNvCxnSpPr>
            <a:cxnSpLocks noChangeShapeType="1"/>
          </p:cNvCxnSpPr>
          <p:nvPr/>
        </p:nvCxnSpPr>
        <p:spPr bwMode="auto">
          <a:xfrm>
            <a:off x="1392238" y="2497138"/>
            <a:ext cx="254000" cy="0"/>
          </a:xfrm>
          <a:prstGeom prst="straightConnector1">
            <a:avLst/>
          </a:prstGeom>
          <a:noFill/>
          <a:ln w="25400">
            <a:solidFill>
              <a:schemeClr val="accent1"/>
            </a:solidFill>
            <a:round/>
            <a:headEnd/>
            <a:tailEnd type="arrow"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9" name="Straight Arrow Connector 8">
            <a:extLst>
              <a:ext uri="{FF2B5EF4-FFF2-40B4-BE49-F238E27FC236}">
                <a16:creationId xmlns:a16="http://schemas.microsoft.com/office/drawing/2014/main" id="{A40BDA06-5A89-AC7F-0F60-982C34BF2583}"/>
              </a:ext>
            </a:extLst>
          </p:cNvPr>
          <p:cNvCxnSpPr>
            <a:cxnSpLocks noChangeShapeType="1"/>
          </p:cNvCxnSpPr>
          <p:nvPr/>
        </p:nvCxnSpPr>
        <p:spPr bwMode="auto">
          <a:xfrm>
            <a:off x="5511800" y="2497138"/>
            <a:ext cx="254000" cy="0"/>
          </a:xfrm>
          <a:prstGeom prst="straightConnector1">
            <a:avLst/>
          </a:prstGeom>
          <a:noFill/>
          <a:ln w="25400">
            <a:solidFill>
              <a:schemeClr val="accent1"/>
            </a:solidFill>
            <a:round/>
            <a:headEnd/>
            <a:tailEnd type="arrow"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10" name="Straight Arrow Connector 9">
            <a:extLst>
              <a:ext uri="{FF2B5EF4-FFF2-40B4-BE49-F238E27FC236}">
                <a16:creationId xmlns:a16="http://schemas.microsoft.com/office/drawing/2014/main" id="{610E4713-21E4-4EB4-14E1-1830F9175F28}"/>
              </a:ext>
            </a:extLst>
          </p:cNvPr>
          <p:cNvCxnSpPr>
            <a:cxnSpLocks noChangeShapeType="1"/>
          </p:cNvCxnSpPr>
          <p:nvPr/>
        </p:nvCxnSpPr>
        <p:spPr bwMode="auto">
          <a:xfrm>
            <a:off x="1425575" y="3402013"/>
            <a:ext cx="254000" cy="0"/>
          </a:xfrm>
          <a:prstGeom prst="straightConnector1">
            <a:avLst/>
          </a:prstGeom>
          <a:noFill/>
          <a:ln w="25400">
            <a:solidFill>
              <a:schemeClr val="accent1"/>
            </a:solidFill>
            <a:round/>
            <a:headEnd/>
            <a:tailEnd type="arrow"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11" name="Straight Arrow Connector 10">
            <a:extLst>
              <a:ext uri="{FF2B5EF4-FFF2-40B4-BE49-F238E27FC236}">
                <a16:creationId xmlns:a16="http://schemas.microsoft.com/office/drawing/2014/main" id="{039BD0CC-584E-27EB-65C9-2694E88B2FCD}"/>
              </a:ext>
            </a:extLst>
          </p:cNvPr>
          <p:cNvCxnSpPr>
            <a:cxnSpLocks noChangeShapeType="1"/>
          </p:cNvCxnSpPr>
          <p:nvPr/>
        </p:nvCxnSpPr>
        <p:spPr bwMode="auto">
          <a:xfrm>
            <a:off x="1852613" y="3402013"/>
            <a:ext cx="254000" cy="0"/>
          </a:xfrm>
          <a:prstGeom prst="straightConnector1">
            <a:avLst/>
          </a:prstGeom>
          <a:noFill/>
          <a:ln w="25400">
            <a:solidFill>
              <a:schemeClr val="accent1"/>
            </a:solidFill>
            <a:round/>
            <a:headEnd/>
            <a:tailEnd type="arrow"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grpSp>
        <p:nvGrpSpPr>
          <p:cNvPr id="35849" name="Group 11">
            <a:extLst>
              <a:ext uri="{FF2B5EF4-FFF2-40B4-BE49-F238E27FC236}">
                <a16:creationId xmlns:a16="http://schemas.microsoft.com/office/drawing/2014/main" id="{9B980D6E-3CBF-678C-99E5-73D38B3F2668}"/>
              </a:ext>
            </a:extLst>
          </p:cNvPr>
          <p:cNvGrpSpPr>
            <a:grpSpLocks/>
          </p:cNvGrpSpPr>
          <p:nvPr/>
        </p:nvGrpSpPr>
        <p:grpSpPr bwMode="auto">
          <a:xfrm>
            <a:off x="914400" y="5529263"/>
            <a:ext cx="6705600" cy="461962"/>
            <a:chOff x="1142" y="3350"/>
            <a:chExt cx="2865" cy="190"/>
          </a:xfrm>
        </p:grpSpPr>
        <p:sp>
          <p:nvSpPr>
            <p:cNvPr id="35856" name="Text Box 12">
              <a:extLst>
                <a:ext uri="{FF2B5EF4-FFF2-40B4-BE49-F238E27FC236}">
                  <a16:creationId xmlns:a16="http://schemas.microsoft.com/office/drawing/2014/main" id="{54C2421E-C1F3-7600-82EE-B0E2601CD299}"/>
                </a:ext>
              </a:extLst>
            </p:cNvPr>
            <p:cNvSpPr txBox="1">
              <a:spLocks noChangeArrowheads="1"/>
            </p:cNvSpPr>
            <p:nvPr/>
          </p:nvSpPr>
          <p:spPr bwMode="auto">
            <a:xfrm>
              <a:off x="1142" y="3350"/>
              <a:ext cx="2865" cy="19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20000"/>
                </a:spcBef>
              </a:pPr>
              <a:r>
                <a:rPr lang="en-US" altLang="en-US">
                  <a:solidFill>
                    <a:srgbClr val="FF6600"/>
                  </a:solidFill>
                  <a:latin typeface="Calibri" panose="020F0502020204030204" pitchFamily="34" charset="0"/>
                </a:rPr>
                <a:t>(</a:t>
              </a:r>
              <a:r>
                <a:rPr lang="en-US" altLang="en-US">
                  <a:solidFill>
                    <a:srgbClr val="FF6600"/>
                  </a:solidFill>
                  <a:latin typeface="Symbol" pitchFamily="2" charset="2"/>
                </a:rPr>
                <a:t>n </a:t>
              </a:r>
              <a:r>
                <a:rPr lang="en-US" altLang="en-US">
                  <a:solidFill>
                    <a:srgbClr val="FF6600"/>
                  </a:solidFill>
                  <a:latin typeface="Calibri" panose="020F0502020204030204" pitchFamily="34" charset="0"/>
                </a:rPr>
                <a:t>w)(xw.wa.wb …) | x(u).u(f).u(g)… | (</a:t>
              </a:r>
              <a:r>
                <a:rPr lang="en-US" altLang="en-US">
                  <a:solidFill>
                    <a:srgbClr val="FF6600"/>
                  </a:solidFill>
                  <a:latin typeface="Symbol" pitchFamily="2" charset="2"/>
                </a:rPr>
                <a:t>n</a:t>
              </a:r>
              <a:r>
                <a:rPr lang="en-US" altLang="en-US">
                  <a:solidFill>
                    <a:srgbClr val="FF6600"/>
                  </a:solidFill>
                  <a:latin typeface="Calibri" panose="020F0502020204030204" pitchFamily="34" charset="0"/>
                </a:rPr>
                <a:t> t)(xt.tc.td…)</a:t>
              </a:r>
            </a:p>
          </p:txBody>
        </p:sp>
        <p:sp>
          <p:nvSpPr>
            <p:cNvPr id="35857" name="Line 13">
              <a:extLst>
                <a:ext uri="{FF2B5EF4-FFF2-40B4-BE49-F238E27FC236}">
                  <a16:creationId xmlns:a16="http://schemas.microsoft.com/office/drawing/2014/main" id="{DCEDDE55-E7AB-A39E-E47F-574E3865CA55}"/>
                </a:ext>
              </a:extLst>
            </p:cNvPr>
            <p:cNvSpPr>
              <a:spLocks noChangeShapeType="1"/>
            </p:cNvSpPr>
            <p:nvPr/>
          </p:nvSpPr>
          <p:spPr bwMode="auto">
            <a:xfrm>
              <a:off x="1500" y="3409"/>
              <a:ext cx="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858" name="Line 14">
              <a:extLst>
                <a:ext uri="{FF2B5EF4-FFF2-40B4-BE49-F238E27FC236}">
                  <a16:creationId xmlns:a16="http://schemas.microsoft.com/office/drawing/2014/main" id="{0EDCA90E-D6B4-CB03-D6DE-58164830BF45}"/>
                </a:ext>
              </a:extLst>
            </p:cNvPr>
            <p:cNvSpPr>
              <a:spLocks noChangeShapeType="1"/>
            </p:cNvSpPr>
            <p:nvPr/>
          </p:nvSpPr>
          <p:spPr bwMode="auto">
            <a:xfrm>
              <a:off x="1683" y="3416"/>
              <a:ext cx="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859" name="Line 15">
              <a:extLst>
                <a:ext uri="{FF2B5EF4-FFF2-40B4-BE49-F238E27FC236}">
                  <a16:creationId xmlns:a16="http://schemas.microsoft.com/office/drawing/2014/main" id="{5AC847FF-904E-F9F3-CE6C-0F13F58A03C6}"/>
                </a:ext>
              </a:extLst>
            </p:cNvPr>
            <p:cNvSpPr>
              <a:spLocks noChangeShapeType="1"/>
            </p:cNvSpPr>
            <p:nvPr/>
          </p:nvSpPr>
          <p:spPr bwMode="auto">
            <a:xfrm flipH="1">
              <a:off x="1856" y="3416"/>
              <a:ext cx="8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860" name="Line 16">
              <a:extLst>
                <a:ext uri="{FF2B5EF4-FFF2-40B4-BE49-F238E27FC236}">
                  <a16:creationId xmlns:a16="http://schemas.microsoft.com/office/drawing/2014/main" id="{4F92CB24-A4A3-F717-F9C6-E78750A76B61}"/>
                </a:ext>
              </a:extLst>
            </p:cNvPr>
            <p:cNvSpPr>
              <a:spLocks noChangeShapeType="1"/>
            </p:cNvSpPr>
            <p:nvPr/>
          </p:nvSpPr>
          <p:spPr bwMode="auto">
            <a:xfrm>
              <a:off x="3412" y="3409"/>
              <a:ext cx="9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861" name="Line 17">
              <a:extLst>
                <a:ext uri="{FF2B5EF4-FFF2-40B4-BE49-F238E27FC236}">
                  <a16:creationId xmlns:a16="http://schemas.microsoft.com/office/drawing/2014/main" id="{3EFB7E2A-898E-534D-B77F-7D04BE93F0B8}"/>
                </a:ext>
              </a:extLst>
            </p:cNvPr>
            <p:cNvSpPr>
              <a:spLocks noChangeShapeType="1"/>
            </p:cNvSpPr>
            <p:nvPr/>
          </p:nvSpPr>
          <p:spPr bwMode="auto">
            <a:xfrm flipV="1">
              <a:off x="3556" y="3402"/>
              <a:ext cx="6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862" name="Line 18">
              <a:extLst>
                <a:ext uri="{FF2B5EF4-FFF2-40B4-BE49-F238E27FC236}">
                  <a16:creationId xmlns:a16="http://schemas.microsoft.com/office/drawing/2014/main" id="{03ECCD0D-726C-B1AB-36BD-632D809E4E87}"/>
                </a:ext>
              </a:extLst>
            </p:cNvPr>
            <p:cNvSpPr>
              <a:spLocks noChangeShapeType="1"/>
            </p:cNvSpPr>
            <p:nvPr/>
          </p:nvSpPr>
          <p:spPr bwMode="auto">
            <a:xfrm flipH="1" flipV="1">
              <a:off x="3687" y="3402"/>
              <a:ext cx="7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5850" name="Group 5">
            <a:extLst>
              <a:ext uri="{FF2B5EF4-FFF2-40B4-BE49-F238E27FC236}">
                <a16:creationId xmlns:a16="http://schemas.microsoft.com/office/drawing/2014/main" id="{FBC8A008-25ED-4629-89F4-CCDB94F1BDF5}"/>
              </a:ext>
            </a:extLst>
          </p:cNvPr>
          <p:cNvGrpSpPr>
            <a:grpSpLocks/>
          </p:cNvGrpSpPr>
          <p:nvPr/>
        </p:nvGrpSpPr>
        <p:grpSpPr bwMode="auto">
          <a:xfrm>
            <a:off x="865188" y="4803775"/>
            <a:ext cx="4094162" cy="461963"/>
            <a:chOff x="1540" y="2012"/>
            <a:chExt cx="1500" cy="123"/>
          </a:xfrm>
        </p:grpSpPr>
        <p:sp>
          <p:nvSpPr>
            <p:cNvPr id="35851" name="Text Box 6">
              <a:extLst>
                <a:ext uri="{FF2B5EF4-FFF2-40B4-BE49-F238E27FC236}">
                  <a16:creationId xmlns:a16="http://schemas.microsoft.com/office/drawing/2014/main" id="{1C82468D-55CE-6C06-AF4C-30F604A54A2F}"/>
                </a:ext>
              </a:extLst>
            </p:cNvPr>
            <p:cNvSpPr txBox="1">
              <a:spLocks noChangeArrowheads="1"/>
            </p:cNvSpPr>
            <p:nvPr/>
          </p:nvSpPr>
          <p:spPr bwMode="auto">
            <a:xfrm>
              <a:off x="1540" y="2012"/>
              <a:ext cx="1500" cy="12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20000"/>
                </a:spcBef>
              </a:pPr>
              <a:r>
                <a:rPr lang="en-US" altLang="en-US">
                  <a:solidFill>
                    <a:srgbClr val="FF6600"/>
                  </a:solidFill>
                  <a:latin typeface="Times New Roman" panose="02020603050405020304" pitchFamily="18" charset="0"/>
                </a:rPr>
                <a:t>xa. xb…. | x(f).x(g)…. | xc.xd..</a:t>
              </a:r>
              <a:r>
                <a:rPr lang="en-US" altLang="en-US">
                  <a:latin typeface="Times New Roman" panose="02020603050405020304" pitchFamily="18" charset="0"/>
                </a:rPr>
                <a:t>.</a:t>
              </a:r>
            </a:p>
          </p:txBody>
        </p:sp>
        <p:sp>
          <p:nvSpPr>
            <p:cNvPr id="35852" name="Line 7">
              <a:extLst>
                <a:ext uri="{FF2B5EF4-FFF2-40B4-BE49-F238E27FC236}">
                  <a16:creationId xmlns:a16="http://schemas.microsoft.com/office/drawing/2014/main" id="{665FBC79-19A6-5EB9-5AF4-D6DFF68D84B7}"/>
                </a:ext>
              </a:extLst>
            </p:cNvPr>
            <p:cNvSpPr>
              <a:spLocks noChangeShapeType="1"/>
            </p:cNvSpPr>
            <p:nvPr/>
          </p:nvSpPr>
          <p:spPr bwMode="auto">
            <a:xfrm>
              <a:off x="1562" y="2043"/>
              <a:ext cx="7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853" name="Line 8">
              <a:extLst>
                <a:ext uri="{FF2B5EF4-FFF2-40B4-BE49-F238E27FC236}">
                  <a16:creationId xmlns:a16="http://schemas.microsoft.com/office/drawing/2014/main" id="{B2BC833E-E2B8-59F0-B056-599092AC049F}"/>
                </a:ext>
              </a:extLst>
            </p:cNvPr>
            <p:cNvSpPr>
              <a:spLocks noChangeShapeType="1"/>
            </p:cNvSpPr>
            <p:nvPr/>
          </p:nvSpPr>
          <p:spPr bwMode="auto">
            <a:xfrm>
              <a:off x="1733" y="2047"/>
              <a:ext cx="7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854" name="Line 9">
              <a:extLst>
                <a:ext uri="{FF2B5EF4-FFF2-40B4-BE49-F238E27FC236}">
                  <a16:creationId xmlns:a16="http://schemas.microsoft.com/office/drawing/2014/main" id="{F79CC25B-6919-3D74-3DBC-FF0BB914B616}"/>
                </a:ext>
              </a:extLst>
            </p:cNvPr>
            <p:cNvSpPr>
              <a:spLocks noChangeShapeType="1"/>
            </p:cNvSpPr>
            <p:nvPr/>
          </p:nvSpPr>
          <p:spPr bwMode="auto">
            <a:xfrm>
              <a:off x="2657" y="2037"/>
              <a:ext cx="7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855" name="Line 10">
              <a:extLst>
                <a:ext uri="{FF2B5EF4-FFF2-40B4-BE49-F238E27FC236}">
                  <a16:creationId xmlns:a16="http://schemas.microsoft.com/office/drawing/2014/main" id="{9E0AB2F8-83FD-3E77-4110-F17F937ED872}"/>
                </a:ext>
              </a:extLst>
            </p:cNvPr>
            <p:cNvSpPr>
              <a:spLocks noChangeShapeType="1"/>
            </p:cNvSpPr>
            <p:nvPr/>
          </p:nvSpPr>
          <p:spPr bwMode="auto">
            <a:xfrm>
              <a:off x="2792" y="2042"/>
              <a:ext cx="7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Footer Placeholder 3">
            <a:extLst>
              <a:ext uri="{FF2B5EF4-FFF2-40B4-BE49-F238E27FC236}">
                <a16:creationId xmlns:a16="http://schemas.microsoft.com/office/drawing/2014/main" id="{B2D05863-48D1-5D5A-C3CA-1D6574C164F5}"/>
              </a:ext>
            </a:extLst>
          </p:cNvPr>
          <p:cNvSpPr>
            <a:spLocks noGrp="1"/>
          </p:cNvSpPr>
          <p:nvPr>
            <p:ph type="ftr" sz="quarter" idx="11"/>
          </p:nvPr>
        </p:nvSpPr>
        <p:spPr bwMode="auto">
          <a:xfrm>
            <a:off x="457200" y="635635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l" eaLnBrk="1" hangingPunct="1"/>
            <a:r>
              <a:rPr lang="en-US" altLang="en-US" sz="1200">
                <a:solidFill>
                  <a:srgbClr val="898989"/>
                </a:solidFill>
              </a:rPr>
              <a:t>Introduction to Pi-Calculus</a:t>
            </a:r>
          </a:p>
        </p:txBody>
      </p:sp>
      <p:sp>
        <p:nvSpPr>
          <p:cNvPr id="36866" name="Slide Number Placeholder 4">
            <a:extLst>
              <a:ext uri="{FF2B5EF4-FFF2-40B4-BE49-F238E27FC236}">
                <a16:creationId xmlns:a16="http://schemas.microsoft.com/office/drawing/2014/main" id="{903A6E7F-CA8B-61EB-FADB-CB5969B8923F}"/>
              </a:ext>
            </a:extLst>
          </p:cNvPr>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fld id="{D28738B6-A87A-5443-8BEC-7397F207A562}" type="slidenum">
              <a:rPr lang="en-US" altLang="en-US" sz="1200">
                <a:solidFill>
                  <a:srgbClr val="898989"/>
                </a:solidFill>
              </a:rPr>
              <a:pPr algn="ctr" eaLnBrk="1" hangingPunct="1"/>
              <a:t>21</a:t>
            </a:fld>
            <a:endParaRPr lang="en-US" altLang="en-US" sz="1200">
              <a:solidFill>
                <a:srgbClr val="898989"/>
              </a:solidFill>
            </a:endParaRPr>
          </a:p>
        </p:txBody>
      </p:sp>
      <p:sp>
        <p:nvSpPr>
          <p:cNvPr id="36867" name="Rectangle 2">
            <a:extLst>
              <a:ext uri="{FF2B5EF4-FFF2-40B4-BE49-F238E27FC236}">
                <a16:creationId xmlns:a16="http://schemas.microsoft.com/office/drawing/2014/main" id="{C0F43AF4-3D7F-3DCE-8C05-4A710E26B9FF}"/>
              </a:ext>
            </a:extLst>
          </p:cNvPr>
          <p:cNvSpPr>
            <a:spLocks noGrp="1" noChangeArrowheads="1"/>
          </p:cNvSpPr>
          <p:nvPr>
            <p:ph type="title"/>
          </p:nvPr>
        </p:nvSpPr>
        <p:spPr>
          <a:xfrm>
            <a:off x="457200" y="274638"/>
            <a:ext cx="8553450" cy="1143000"/>
          </a:xfrm>
        </p:spPr>
        <p:txBody>
          <a:bodyPr/>
          <a:lstStyle/>
          <a:p>
            <a:pPr eaLnBrk="1" hangingPunct="1"/>
            <a:r>
              <a:rPr lang="en-US" altLang="en-US">
                <a:solidFill>
                  <a:srgbClr val="0000FF"/>
                </a:solidFill>
                <a:ea typeface="ＭＳ Ｐゴシック" panose="020B0600070205080204" pitchFamily="34" charset="-128"/>
              </a:rPr>
              <a:t>A Process with Alternative Behaviors</a:t>
            </a:r>
          </a:p>
        </p:txBody>
      </p:sp>
      <p:sp>
        <p:nvSpPr>
          <p:cNvPr id="36868" name="Rectangle 3">
            <a:extLst>
              <a:ext uri="{FF2B5EF4-FFF2-40B4-BE49-F238E27FC236}">
                <a16:creationId xmlns:a16="http://schemas.microsoft.com/office/drawing/2014/main" id="{F6F139FD-EE1F-E3E4-BBD7-C86FD3EE4430}"/>
              </a:ext>
            </a:extLst>
          </p:cNvPr>
          <p:cNvSpPr>
            <a:spLocks noChangeArrowheads="1"/>
          </p:cNvSpPr>
          <p:nvPr/>
        </p:nvSpPr>
        <p:spPr bwMode="auto">
          <a:xfrm>
            <a:off x="763588" y="1484313"/>
            <a:ext cx="7786687" cy="221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lnSpc>
                <a:spcPct val="85000"/>
              </a:lnSpc>
              <a:spcBef>
                <a:spcPct val="20000"/>
              </a:spcBef>
              <a:buClr>
                <a:schemeClr val="accent1"/>
              </a:buClr>
              <a:buSzPct val="75000"/>
              <a:buFont typeface="Arial" panose="020B0604020202020204" pitchFamily="34" charset="0"/>
              <a:buChar char="•"/>
            </a:pPr>
            <a:r>
              <a:rPr lang="en-US" altLang="en-US" sz="2100">
                <a:latin typeface="Calibri" panose="020F0502020204030204" pitchFamily="34" charset="0"/>
              </a:rPr>
              <a:t>A vending machine that dispenses chocolate candies allows either a 1p (p for penny) or a 2p coin to be inserted. </a:t>
            </a:r>
          </a:p>
          <a:p>
            <a:pPr eaLnBrk="1" hangingPunct="1">
              <a:lnSpc>
                <a:spcPct val="85000"/>
              </a:lnSpc>
              <a:spcBef>
                <a:spcPct val="20000"/>
              </a:spcBef>
              <a:buClr>
                <a:schemeClr val="accent1"/>
              </a:buClr>
              <a:buSzPct val="75000"/>
              <a:buFont typeface="Arial" panose="020B0604020202020204" pitchFamily="34" charset="0"/>
              <a:buChar char="•"/>
            </a:pPr>
            <a:r>
              <a:rPr lang="en-US" altLang="en-US" sz="2100">
                <a:latin typeface="Calibri" panose="020F0502020204030204" pitchFamily="34" charset="0"/>
              </a:rPr>
              <a:t>After inserting a 1p coin, a button labeled “little” may be pressed and the machine will then dispense a small chocolate. </a:t>
            </a:r>
          </a:p>
          <a:p>
            <a:pPr eaLnBrk="1" hangingPunct="1">
              <a:lnSpc>
                <a:spcPct val="85000"/>
              </a:lnSpc>
              <a:spcBef>
                <a:spcPct val="20000"/>
              </a:spcBef>
              <a:buClr>
                <a:schemeClr val="accent1"/>
              </a:buClr>
              <a:buSzPct val="75000"/>
              <a:buFont typeface="Arial" panose="020B0604020202020204" pitchFamily="34" charset="0"/>
              <a:buChar char="•"/>
            </a:pPr>
            <a:r>
              <a:rPr lang="en-US" altLang="en-US" sz="2100">
                <a:latin typeface="Calibri" panose="020F0502020204030204" pitchFamily="34" charset="0"/>
              </a:rPr>
              <a:t>After inserting a 2p coin, the “big” button may be pressed and the machine will then dispense a large chocolate. </a:t>
            </a:r>
          </a:p>
          <a:p>
            <a:pPr eaLnBrk="1" hangingPunct="1">
              <a:lnSpc>
                <a:spcPct val="85000"/>
              </a:lnSpc>
              <a:spcBef>
                <a:spcPct val="20000"/>
              </a:spcBef>
              <a:buClr>
                <a:schemeClr val="accent1"/>
              </a:buClr>
              <a:buSzPct val="75000"/>
              <a:buFont typeface="Arial" panose="020B0604020202020204" pitchFamily="34" charset="0"/>
              <a:buChar char="•"/>
            </a:pPr>
            <a:r>
              <a:rPr lang="en-US" altLang="en-US" sz="2100">
                <a:latin typeface="Calibri" panose="020F0502020204030204" pitchFamily="34" charset="0"/>
              </a:rPr>
              <a:t>Candy must be collected before additional coins can be inserted. </a:t>
            </a:r>
          </a:p>
        </p:txBody>
      </p:sp>
      <p:grpSp>
        <p:nvGrpSpPr>
          <p:cNvPr id="36869" name="Group 4">
            <a:extLst>
              <a:ext uri="{FF2B5EF4-FFF2-40B4-BE49-F238E27FC236}">
                <a16:creationId xmlns:a16="http://schemas.microsoft.com/office/drawing/2014/main" id="{FF24524D-B166-40E5-4390-84A8D7E0EB55}"/>
              </a:ext>
            </a:extLst>
          </p:cNvPr>
          <p:cNvGrpSpPr>
            <a:grpSpLocks/>
          </p:cNvGrpSpPr>
          <p:nvPr/>
        </p:nvGrpSpPr>
        <p:grpSpPr bwMode="auto">
          <a:xfrm>
            <a:off x="3719513" y="3981450"/>
            <a:ext cx="1749425" cy="2286000"/>
            <a:chOff x="2350" y="2160"/>
            <a:chExt cx="1102" cy="1440"/>
          </a:xfrm>
        </p:grpSpPr>
        <p:sp>
          <p:nvSpPr>
            <p:cNvPr id="36870" name="Rectangle 5">
              <a:extLst>
                <a:ext uri="{FF2B5EF4-FFF2-40B4-BE49-F238E27FC236}">
                  <a16:creationId xmlns:a16="http://schemas.microsoft.com/office/drawing/2014/main" id="{64FA971F-0EA9-EE4D-E7DC-7BC3B731085A}"/>
                </a:ext>
              </a:extLst>
            </p:cNvPr>
            <p:cNvSpPr>
              <a:spLocks noChangeArrowheads="1"/>
            </p:cNvSpPr>
            <p:nvPr/>
          </p:nvSpPr>
          <p:spPr bwMode="auto">
            <a:xfrm>
              <a:off x="2350" y="2160"/>
              <a:ext cx="1102" cy="144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grpSp>
          <p:nvGrpSpPr>
            <p:cNvPr id="36871" name="Group 6">
              <a:extLst>
                <a:ext uri="{FF2B5EF4-FFF2-40B4-BE49-F238E27FC236}">
                  <a16:creationId xmlns:a16="http://schemas.microsoft.com/office/drawing/2014/main" id="{34CBC640-EB3D-D82B-0CD2-7CCC2B199FA6}"/>
                </a:ext>
              </a:extLst>
            </p:cNvPr>
            <p:cNvGrpSpPr>
              <a:grpSpLocks/>
            </p:cNvGrpSpPr>
            <p:nvPr/>
          </p:nvGrpSpPr>
          <p:grpSpPr bwMode="auto">
            <a:xfrm>
              <a:off x="2465" y="2400"/>
              <a:ext cx="316" cy="296"/>
              <a:chOff x="2564" y="2449"/>
              <a:chExt cx="316" cy="296"/>
            </a:xfrm>
          </p:grpSpPr>
          <p:sp>
            <p:nvSpPr>
              <p:cNvPr id="36882" name="Oval 7">
                <a:extLst>
                  <a:ext uri="{FF2B5EF4-FFF2-40B4-BE49-F238E27FC236}">
                    <a16:creationId xmlns:a16="http://schemas.microsoft.com/office/drawing/2014/main" id="{43485211-1818-86C6-96FD-E5CDB21832AB}"/>
                  </a:ext>
                </a:extLst>
              </p:cNvPr>
              <p:cNvSpPr>
                <a:spLocks noChangeArrowheads="1"/>
              </p:cNvSpPr>
              <p:nvPr/>
            </p:nvSpPr>
            <p:spPr bwMode="auto">
              <a:xfrm>
                <a:off x="2564" y="2449"/>
                <a:ext cx="316" cy="29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36883" name="Oval 8">
                <a:extLst>
                  <a:ext uri="{FF2B5EF4-FFF2-40B4-BE49-F238E27FC236}">
                    <a16:creationId xmlns:a16="http://schemas.microsoft.com/office/drawing/2014/main" id="{AD7C39A0-5EFE-02CB-F08F-E1EC7AED6BD7}"/>
                  </a:ext>
                </a:extLst>
              </p:cNvPr>
              <p:cNvSpPr>
                <a:spLocks noChangeArrowheads="1"/>
              </p:cNvSpPr>
              <p:nvPr/>
            </p:nvSpPr>
            <p:spPr bwMode="auto">
              <a:xfrm>
                <a:off x="2679" y="2564"/>
                <a:ext cx="91" cy="90"/>
              </a:xfrm>
              <a:prstGeom prst="ellipse">
                <a:avLst/>
              </a:prstGeom>
              <a:solidFill>
                <a:schemeClr val="tx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grpSp>
        <p:grpSp>
          <p:nvGrpSpPr>
            <p:cNvPr id="36872" name="Group 9">
              <a:extLst>
                <a:ext uri="{FF2B5EF4-FFF2-40B4-BE49-F238E27FC236}">
                  <a16:creationId xmlns:a16="http://schemas.microsoft.com/office/drawing/2014/main" id="{28CA8E33-46C4-30F9-1658-D4CDC67E5B2A}"/>
                </a:ext>
              </a:extLst>
            </p:cNvPr>
            <p:cNvGrpSpPr>
              <a:grpSpLocks/>
            </p:cNvGrpSpPr>
            <p:nvPr/>
          </p:nvGrpSpPr>
          <p:grpSpPr bwMode="auto">
            <a:xfrm>
              <a:off x="3005" y="2400"/>
              <a:ext cx="316" cy="296"/>
              <a:chOff x="2564" y="2449"/>
              <a:chExt cx="316" cy="296"/>
            </a:xfrm>
          </p:grpSpPr>
          <p:sp>
            <p:nvSpPr>
              <p:cNvPr id="36880" name="Oval 10">
                <a:extLst>
                  <a:ext uri="{FF2B5EF4-FFF2-40B4-BE49-F238E27FC236}">
                    <a16:creationId xmlns:a16="http://schemas.microsoft.com/office/drawing/2014/main" id="{40EAFCBA-50BA-5686-6655-3170705F44BC}"/>
                  </a:ext>
                </a:extLst>
              </p:cNvPr>
              <p:cNvSpPr>
                <a:spLocks noChangeArrowheads="1"/>
              </p:cNvSpPr>
              <p:nvPr/>
            </p:nvSpPr>
            <p:spPr bwMode="auto">
              <a:xfrm>
                <a:off x="2564" y="2449"/>
                <a:ext cx="316" cy="29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36881" name="Oval 11">
                <a:extLst>
                  <a:ext uri="{FF2B5EF4-FFF2-40B4-BE49-F238E27FC236}">
                    <a16:creationId xmlns:a16="http://schemas.microsoft.com/office/drawing/2014/main" id="{81A7CE3E-1E41-4639-EEF0-387756E7F36B}"/>
                  </a:ext>
                </a:extLst>
              </p:cNvPr>
              <p:cNvSpPr>
                <a:spLocks noChangeArrowheads="1"/>
              </p:cNvSpPr>
              <p:nvPr/>
            </p:nvSpPr>
            <p:spPr bwMode="auto">
              <a:xfrm>
                <a:off x="2679" y="2564"/>
                <a:ext cx="91" cy="90"/>
              </a:xfrm>
              <a:prstGeom prst="ellipse">
                <a:avLst/>
              </a:prstGeom>
              <a:solidFill>
                <a:schemeClr val="tx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grpSp>
        <p:sp>
          <p:nvSpPr>
            <p:cNvPr id="36873" name="Text Box 12">
              <a:extLst>
                <a:ext uri="{FF2B5EF4-FFF2-40B4-BE49-F238E27FC236}">
                  <a16:creationId xmlns:a16="http://schemas.microsoft.com/office/drawing/2014/main" id="{FC321A1E-13E9-5F8A-E6CC-5623DE6B229D}"/>
                </a:ext>
              </a:extLst>
            </p:cNvPr>
            <p:cNvSpPr txBox="1">
              <a:spLocks noChangeArrowheads="1"/>
            </p:cNvSpPr>
            <p:nvPr/>
          </p:nvSpPr>
          <p:spPr bwMode="auto">
            <a:xfrm>
              <a:off x="2455" y="2160"/>
              <a:ext cx="32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US" sz="2000">
                  <a:latin typeface="Times New Roman" panose="02020603050405020304" pitchFamily="18" charset="0"/>
                </a:rPr>
                <a:t>big</a:t>
              </a:r>
            </a:p>
          </p:txBody>
        </p:sp>
        <p:sp>
          <p:nvSpPr>
            <p:cNvPr id="36874" name="Text Box 13">
              <a:extLst>
                <a:ext uri="{FF2B5EF4-FFF2-40B4-BE49-F238E27FC236}">
                  <a16:creationId xmlns:a16="http://schemas.microsoft.com/office/drawing/2014/main" id="{C8FC15FE-B383-9B64-5A3B-44EEB46EE123}"/>
                </a:ext>
              </a:extLst>
            </p:cNvPr>
            <p:cNvSpPr txBox="1">
              <a:spLocks noChangeArrowheads="1"/>
            </p:cNvSpPr>
            <p:nvPr/>
          </p:nvSpPr>
          <p:spPr bwMode="auto">
            <a:xfrm>
              <a:off x="2976" y="2160"/>
              <a:ext cx="40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US" sz="2000">
                  <a:latin typeface="Times New Roman" panose="02020603050405020304" pitchFamily="18" charset="0"/>
                </a:rPr>
                <a:t>little</a:t>
              </a:r>
            </a:p>
          </p:txBody>
        </p:sp>
        <p:sp>
          <p:nvSpPr>
            <p:cNvPr id="36875" name="Line 14">
              <a:extLst>
                <a:ext uri="{FF2B5EF4-FFF2-40B4-BE49-F238E27FC236}">
                  <a16:creationId xmlns:a16="http://schemas.microsoft.com/office/drawing/2014/main" id="{BEDE0B47-A5BE-2394-BA79-FD2E93C1132F}"/>
                </a:ext>
              </a:extLst>
            </p:cNvPr>
            <p:cNvSpPr>
              <a:spLocks noChangeShapeType="1"/>
            </p:cNvSpPr>
            <p:nvPr/>
          </p:nvSpPr>
          <p:spPr bwMode="auto">
            <a:xfrm>
              <a:off x="2833" y="2776"/>
              <a:ext cx="0" cy="395"/>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6876" name="Line 15">
              <a:extLst>
                <a:ext uri="{FF2B5EF4-FFF2-40B4-BE49-F238E27FC236}">
                  <a16:creationId xmlns:a16="http://schemas.microsoft.com/office/drawing/2014/main" id="{3CCAD51B-85C7-6751-C3D2-25EDA0B2FC77}"/>
                </a:ext>
              </a:extLst>
            </p:cNvPr>
            <p:cNvSpPr>
              <a:spLocks noChangeShapeType="1"/>
            </p:cNvSpPr>
            <p:nvPr/>
          </p:nvSpPr>
          <p:spPr bwMode="auto">
            <a:xfrm>
              <a:off x="2925" y="2870"/>
              <a:ext cx="0" cy="206"/>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6877" name="Text Box 16">
              <a:extLst>
                <a:ext uri="{FF2B5EF4-FFF2-40B4-BE49-F238E27FC236}">
                  <a16:creationId xmlns:a16="http://schemas.microsoft.com/office/drawing/2014/main" id="{DF943B42-958B-84AD-80EF-313BFA1E1832}"/>
                </a:ext>
              </a:extLst>
            </p:cNvPr>
            <p:cNvSpPr txBox="1">
              <a:spLocks noChangeArrowheads="1"/>
            </p:cNvSpPr>
            <p:nvPr/>
          </p:nvSpPr>
          <p:spPr bwMode="auto">
            <a:xfrm>
              <a:off x="3121" y="2848"/>
              <a:ext cx="2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US" sz="2000">
                  <a:latin typeface="Times New Roman" panose="02020603050405020304" pitchFamily="18" charset="0"/>
                </a:rPr>
                <a:t>1p</a:t>
              </a:r>
            </a:p>
          </p:txBody>
        </p:sp>
        <p:sp>
          <p:nvSpPr>
            <p:cNvPr id="36878" name="Text Box 17">
              <a:extLst>
                <a:ext uri="{FF2B5EF4-FFF2-40B4-BE49-F238E27FC236}">
                  <a16:creationId xmlns:a16="http://schemas.microsoft.com/office/drawing/2014/main" id="{B56AB591-9A66-7506-499A-8CF8EAB0AFFA}"/>
                </a:ext>
              </a:extLst>
            </p:cNvPr>
            <p:cNvSpPr txBox="1">
              <a:spLocks noChangeArrowheads="1"/>
            </p:cNvSpPr>
            <p:nvPr/>
          </p:nvSpPr>
          <p:spPr bwMode="auto">
            <a:xfrm>
              <a:off x="2422" y="2849"/>
              <a:ext cx="2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US" sz="2000">
                  <a:latin typeface="Times New Roman" panose="02020603050405020304" pitchFamily="18" charset="0"/>
                </a:rPr>
                <a:t>2p</a:t>
              </a:r>
            </a:p>
          </p:txBody>
        </p:sp>
        <p:sp>
          <p:nvSpPr>
            <p:cNvPr id="36879" name="Rectangle 18">
              <a:extLst>
                <a:ext uri="{FF2B5EF4-FFF2-40B4-BE49-F238E27FC236}">
                  <a16:creationId xmlns:a16="http://schemas.microsoft.com/office/drawing/2014/main" id="{00F86325-32F3-F2CF-8F4B-94CAE56061B3}"/>
                </a:ext>
              </a:extLst>
            </p:cNvPr>
            <p:cNvSpPr>
              <a:spLocks noChangeArrowheads="1"/>
            </p:cNvSpPr>
            <p:nvPr/>
          </p:nvSpPr>
          <p:spPr bwMode="auto">
            <a:xfrm>
              <a:off x="2547" y="3320"/>
              <a:ext cx="740" cy="189"/>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000">
                  <a:latin typeface="Times New Roman" panose="02020603050405020304" pitchFamily="18" charset="0"/>
                </a:rPr>
                <a:t>collect</a:t>
              </a:r>
              <a:endParaRPr lang="en-US" altLang="en-US" sz="2800">
                <a:latin typeface="Times New Roman" panose="02020603050405020304" pitchFamily="18" charset="0"/>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Footer Placeholder 3">
            <a:extLst>
              <a:ext uri="{FF2B5EF4-FFF2-40B4-BE49-F238E27FC236}">
                <a16:creationId xmlns:a16="http://schemas.microsoft.com/office/drawing/2014/main" id="{64FBE757-2E6D-F710-9DBF-1760A8FB9AED}"/>
              </a:ext>
            </a:extLst>
          </p:cNvPr>
          <p:cNvSpPr>
            <a:spLocks noGrp="1"/>
          </p:cNvSpPr>
          <p:nvPr>
            <p:ph type="ftr" sz="quarter" idx="11"/>
          </p:nvPr>
        </p:nvSpPr>
        <p:spPr bwMode="auto">
          <a:xfrm>
            <a:off x="457200" y="635635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l" eaLnBrk="1" hangingPunct="1"/>
            <a:r>
              <a:rPr lang="en-US" altLang="en-US" sz="1200">
                <a:solidFill>
                  <a:srgbClr val="898989"/>
                </a:solidFill>
              </a:rPr>
              <a:t>Introduction to Pi-Calculus</a:t>
            </a:r>
          </a:p>
        </p:txBody>
      </p:sp>
      <p:sp>
        <p:nvSpPr>
          <p:cNvPr id="37890" name="Slide Number Placeholder 4">
            <a:extLst>
              <a:ext uri="{FF2B5EF4-FFF2-40B4-BE49-F238E27FC236}">
                <a16:creationId xmlns:a16="http://schemas.microsoft.com/office/drawing/2014/main" id="{C4E879EE-CC2F-DBBE-6104-0C39B09155EA}"/>
              </a:ext>
            </a:extLst>
          </p:cNvPr>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fld id="{E1D58CEE-8DA0-6841-9D05-2D338A46BB1C}" type="slidenum">
              <a:rPr lang="en-US" altLang="en-US" sz="1200">
                <a:solidFill>
                  <a:srgbClr val="898989"/>
                </a:solidFill>
              </a:rPr>
              <a:pPr algn="ctr" eaLnBrk="1" hangingPunct="1"/>
              <a:t>22</a:t>
            </a:fld>
            <a:endParaRPr lang="en-US" altLang="en-US" sz="1200">
              <a:solidFill>
                <a:srgbClr val="898989"/>
              </a:solidFill>
            </a:endParaRPr>
          </a:p>
        </p:txBody>
      </p:sp>
      <p:sp>
        <p:nvSpPr>
          <p:cNvPr id="37891" name="Rectangle 2">
            <a:extLst>
              <a:ext uri="{FF2B5EF4-FFF2-40B4-BE49-F238E27FC236}">
                <a16:creationId xmlns:a16="http://schemas.microsoft.com/office/drawing/2014/main" id="{8C36C511-0455-47AF-AE1D-DE978591D431}"/>
              </a:ext>
            </a:extLst>
          </p:cNvPr>
          <p:cNvSpPr>
            <a:spLocks noGrp="1" noChangeArrowheads="1"/>
          </p:cNvSpPr>
          <p:nvPr>
            <p:ph type="title"/>
          </p:nvPr>
        </p:nvSpPr>
        <p:spPr>
          <a:xfrm>
            <a:off x="103188" y="274638"/>
            <a:ext cx="8786812" cy="1143000"/>
          </a:xfrm>
        </p:spPr>
        <p:txBody>
          <a:bodyPr/>
          <a:lstStyle/>
          <a:p>
            <a:pPr eaLnBrk="1" hangingPunct="1"/>
            <a:r>
              <a:rPr lang="en-US" altLang="en-US">
                <a:solidFill>
                  <a:srgbClr val="0000FF"/>
                </a:solidFill>
                <a:ea typeface="ＭＳ Ｐゴシック" panose="020B0600070205080204" pitchFamily="34" charset="-128"/>
              </a:rPr>
              <a:t>A Process with Alternative Behaviors</a:t>
            </a:r>
          </a:p>
        </p:txBody>
      </p:sp>
      <p:grpSp>
        <p:nvGrpSpPr>
          <p:cNvPr id="37892" name="Group 3">
            <a:extLst>
              <a:ext uri="{FF2B5EF4-FFF2-40B4-BE49-F238E27FC236}">
                <a16:creationId xmlns:a16="http://schemas.microsoft.com/office/drawing/2014/main" id="{E628A079-3951-AFA3-43D8-7CA4869C5B2A}"/>
              </a:ext>
            </a:extLst>
          </p:cNvPr>
          <p:cNvGrpSpPr>
            <a:grpSpLocks/>
          </p:cNvGrpSpPr>
          <p:nvPr/>
        </p:nvGrpSpPr>
        <p:grpSpPr bwMode="auto">
          <a:xfrm>
            <a:off x="3582988" y="1290638"/>
            <a:ext cx="1749425" cy="2286000"/>
            <a:chOff x="2350" y="2160"/>
            <a:chExt cx="1102" cy="1440"/>
          </a:xfrm>
        </p:grpSpPr>
        <p:sp>
          <p:nvSpPr>
            <p:cNvPr id="37897" name="Rectangle 4">
              <a:extLst>
                <a:ext uri="{FF2B5EF4-FFF2-40B4-BE49-F238E27FC236}">
                  <a16:creationId xmlns:a16="http://schemas.microsoft.com/office/drawing/2014/main" id="{E7FBF4CA-DAB5-0719-9FB5-58AF8B0AD95C}"/>
                </a:ext>
              </a:extLst>
            </p:cNvPr>
            <p:cNvSpPr>
              <a:spLocks noChangeArrowheads="1"/>
            </p:cNvSpPr>
            <p:nvPr/>
          </p:nvSpPr>
          <p:spPr bwMode="auto">
            <a:xfrm>
              <a:off x="2350" y="2160"/>
              <a:ext cx="1102" cy="144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grpSp>
          <p:nvGrpSpPr>
            <p:cNvPr id="37898" name="Group 5">
              <a:extLst>
                <a:ext uri="{FF2B5EF4-FFF2-40B4-BE49-F238E27FC236}">
                  <a16:creationId xmlns:a16="http://schemas.microsoft.com/office/drawing/2014/main" id="{8B4E2824-6788-C40D-8B12-85C0BE4CB123}"/>
                </a:ext>
              </a:extLst>
            </p:cNvPr>
            <p:cNvGrpSpPr>
              <a:grpSpLocks/>
            </p:cNvGrpSpPr>
            <p:nvPr/>
          </p:nvGrpSpPr>
          <p:grpSpPr bwMode="auto">
            <a:xfrm>
              <a:off x="2465" y="2400"/>
              <a:ext cx="316" cy="296"/>
              <a:chOff x="2564" y="2449"/>
              <a:chExt cx="316" cy="296"/>
            </a:xfrm>
          </p:grpSpPr>
          <p:sp>
            <p:nvSpPr>
              <p:cNvPr id="37909" name="Oval 6">
                <a:extLst>
                  <a:ext uri="{FF2B5EF4-FFF2-40B4-BE49-F238E27FC236}">
                    <a16:creationId xmlns:a16="http://schemas.microsoft.com/office/drawing/2014/main" id="{68A68BC3-9615-B743-493A-DCA954961796}"/>
                  </a:ext>
                </a:extLst>
              </p:cNvPr>
              <p:cNvSpPr>
                <a:spLocks noChangeArrowheads="1"/>
              </p:cNvSpPr>
              <p:nvPr/>
            </p:nvSpPr>
            <p:spPr bwMode="auto">
              <a:xfrm>
                <a:off x="2564" y="2449"/>
                <a:ext cx="316" cy="29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37910" name="Oval 7">
                <a:extLst>
                  <a:ext uri="{FF2B5EF4-FFF2-40B4-BE49-F238E27FC236}">
                    <a16:creationId xmlns:a16="http://schemas.microsoft.com/office/drawing/2014/main" id="{FB50E7DE-07E1-D07F-FA48-4CC85A574D7A}"/>
                  </a:ext>
                </a:extLst>
              </p:cNvPr>
              <p:cNvSpPr>
                <a:spLocks noChangeArrowheads="1"/>
              </p:cNvSpPr>
              <p:nvPr/>
            </p:nvSpPr>
            <p:spPr bwMode="auto">
              <a:xfrm>
                <a:off x="2679" y="2564"/>
                <a:ext cx="91" cy="90"/>
              </a:xfrm>
              <a:prstGeom prst="ellipse">
                <a:avLst/>
              </a:prstGeom>
              <a:solidFill>
                <a:schemeClr val="tx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grpSp>
        <p:grpSp>
          <p:nvGrpSpPr>
            <p:cNvPr id="37899" name="Group 8">
              <a:extLst>
                <a:ext uri="{FF2B5EF4-FFF2-40B4-BE49-F238E27FC236}">
                  <a16:creationId xmlns:a16="http://schemas.microsoft.com/office/drawing/2014/main" id="{A07059C5-AC4D-F812-1479-502A75D1F999}"/>
                </a:ext>
              </a:extLst>
            </p:cNvPr>
            <p:cNvGrpSpPr>
              <a:grpSpLocks/>
            </p:cNvGrpSpPr>
            <p:nvPr/>
          </p:nvGrpSpPr>
          <p:grpSpPr bwMode="auto">
            <a:xfrm>
              <a:off x="3005" y="2400"/>
              <a:ext cx="316" cy="296"/>
              <a:chOff x="2564" y="2449"/>
              <a:chExt cx="316" cy="296"/>
            </a:xfrm>
          </p:grpSpPr>
          <p:sp>
            <p:nvSpPr>
              <p:cNvPr id="37907" name="Oval 9">
                <a:extLst>
                  <a:ext uri="{FF2B5EF4-FFF2-40B4-BE49-F238E27FC236}">
                    <a16:creationId xmlns:a16="http://schemas.microsoft.com/office/drawing/2014/main" id="{F1330587-8DEC-B4D8-6C43-79123C65F3BF}"/>
                  </a:ext>
                </a:extLst>
              </p:cNvPr>
              <p:cNvSpPr>
                <a:spLocks noChangeArrowheads="1"/>
              </p:cNvSpPr>
              <p:nvPr/>
            </p:nvSpPr>
            <p:spPr bwMode="auto">
              <a:xfrm>
                <a:off x="2564" y="2449"/>
                <a:ext cx="316" cy="29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37908" name="Oval 10">
                <a:extLst>
                  <a:ext uri="{FF2B5EF4-FFF2-40B4-BE49-F238E27FC236}">
                    <a16:creationId xmlns:a16="http://schemas.microsoft.com/office/drawing/2014/main" id="{B2D18356-818F-1E1D-5351-9A6471A81273}"/>
                  </a:ext>
                </a:extLst>
              </p:cNvPr>
              <p:cNvSpPr>
                <a:spLocks noChangeArrowheads="1"/>
              </p:cNvSpPr>
              <p:nvPr/>
            </p:nvSpPr>
            <p:spPr bwMode="auto">
              <a:xfrm>
                <a:off x="2679" y="2564"/>
                <a:ext cx="91" cy="90"/>
              </a:xfrm>
              <a:prstGeom prst="ellipse">
                <a:avLst/>
              </a:prstGeom>
              <a:solidFill>
                <a:schemeClr val="tx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grpSp>
        <p:sp>
          <p:nvSpPr>
            <p:cNvPr id="37900" name="Text Box 11">
              <a:extLst>
                <a:ext uri="{FF2B5EF4-FFF2-40B4-BE49-F238E27FC236}">
                  <a16:creationId xmlns:a16="http://schemas.microsoft.com/office/drawing/2014/main" id="{0DD5BFFF-1A6F-B684-3061-09CFB8EF17AD}"/>
                </a:ext>
              </a:extLst>
            </p:cNvPr>
            <p:cNvSpPr txBox="1">
              <a:spLocks noChangeArrowheads="1"/>
            </p:cNvSpPr>
            <p:nvPr/>
          </p:nvSpPr>
          <p:spPr bwMode="auto">
            <a:xfrm>
              <a:off x="2455" y="2160"/>
              <a:ext cx="32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US" sz="2000">
                  <a:latin typeface="Times New Roman" panose="02020603050405020304" pitchFamily="18" charset="0"/>
                </a:rPr>
                <a:t>big</a:t>
              </a:r>
            </a:p>
          </p:txBody>
        </p:sp>
        <p:sp>
          <p:nvSpPr>
            <p:cNvPr id="37901" name="Text Box 12">
              <a:extLst>
                <a:ext uri="{FF2B5EF4-FFF2-40B4-BE49-F238E27FC236}">
                  <a16:creationId xmlns:a16="http://schemas.microsoft.com/office/drawing/2014/main" id="{3AA0E2C2-B238-C268-FFE7-7A41752A4CE3}"/>
                </a:ext>
              </a:extLst>
            </p:cNvPr>
            <p:cNvSpPr txBox="1">
              <a:spLocks noChangeArrowheads="1"/>
            </p:cNvSpPr>
            <p:nvPr/>
          </p:nvSpPr>
          <p:spPr bwMode="auto">
            <a:xfrm>
              <a:off x="2976" y="2160"/>
              <a:ext cx="40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US" sz="2000">
                  <a:latin typeface="Times New Roman" panose="02020603050405020304" pitchFamily="18" charset="0"/>
                </a:rPr>
                <a:t>little</a:t>
              </a:r>
            </a:p>
          </p:txBody>
        </p:sp>
        <p:sp>
          <p:nvSpPr>
            <p:cNvPr id="37902" name="Line 13">
              <a:extLst>
                <a:ext uri="{FF2B5EF4-FFF2-40B4-BE49-F238E27FC236}">
                  <a16:creationId xmlns:a16="http://schemas.microsoft.com/office/drawing/2014/main" id="{41A987F4-42F3-6C35-FB49-666ABF75908B}"/>
                </a:ext>
              </a:extLst>
            </p:cNvPr>
            <p:cNvSpPr>
              <a:spLocks noChangeShapeType="1"/>
            </p:cNvSpPr>
            <p:nvPr/>
          </p:nvSpPr>
          <p:spPr bwMode="auto">
            <a:xfrm>
              <a:off x="2833" y="2776"/>
              <a:ext cx="0" cy="395"/>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903" name="Line 14">
              <a:extLst>
                <a:ext uri="{FF2B5EF4-FFF2-40B4-BE49-F238E27FC236}">
                  <a16:creationId xmlns:a16="http://schemas.microsoft.com/office/drawing/2014/main" id="{234D3B04-5EB1-FA7B-5CD6-8311DC7AA011}"/>
                </a:ext>
              </a:extLst>
            </p:cNvPr>
            <p:cNvSpPr>
              <a:spLocks noChangeShapeType="1"/>
            </p:cNvSpPr>
            <p:nvPr/>
          </p:nvSpPr>
          <p:spPr bwMode="auto">
            <a:xfrm>
              <a:off x="2925" y="2870"/>
              <a:ext cx="0" cy="206"/>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904" name="Text Box 15">
              <a:extLst>
                <a:ext uri="{FF2B5EF4-FFF2-40B4-BE49-F238E27FC236}">
                  <a16:creationId xmlns:a16="http://schemas.microsoft.com/office/drawing/2014/main" id="{331294FF-4453-12DB-8169-B89203B6F273}"/>
                </a:ext>
              </a:extLst>
            </p:cNvPr>
            <p:cNvSpPr txBox="1">
              <a:spLocks noChangeArrowheads="1"/>
            </p:cNvSpPr>
            <p:nvPr/>
          </p:nvSpPr>
          <p:spPr bwMode="auto">
            <a:xfrm>
              <a:off x="3121" y="2848"/>
              <a:ext cx="2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US" sz="2000">
                  <a:latin typeface="Times New Roman" panose="02020603050405020304" pitchFamily="18" charset="0"/>
                </a:rPr>
                <a:t>1p</a:t>
              </a:r>
            </a:p>
          </p:txBody>
        </p:sp>
        <p:sp>
          <p:nvSpPr>
            <p:cNvPr id="37905" name="Text Box 16">
              <a:extLst>
                <a:ext uri="{FF2B5EF4-FFF2-40B4-BE49-F238E27FC236}">
                  <a16:creationId xmlns:a16="http://schemas.microsoft.com/office/drawing/2014/main" id="{F8875FC1-BED5-748F-5988-7B28469E8D40}"/>
                </a:ext>
              </a:extLst>
            </p:cNvPr>
            <p:cNvSpPr txBox="1">
              <a:spLocks noChangeArrowheads="1"/>
            </p:cNvSpPr>
            <p:nvPr/>
          </p:nvSpPr>
          <p:spPr bwMode="auto">
            <a:xfrm>
              <a:off x="2422" y="2849"/>
              <a:ext cx="2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US" sz="2000">
                  <a:latin typeface="Times New Roman" panose="02020603050405020304" pitchFamily="18" charset="0"/>
                </a:rPr>
                <a:t>2p</a:t>
              </a:r>
            </a:p>
          </p:txBody>
        </p:sp>
        <p:sp>
          <p:nvSpPr>
            <p:cNvPr id="37906" name="Rectangle 17">
              <a:extLst>
                <a:ext uri="{FF2B5EF4-FFF2-40B4-BE49-F238E27FC236}">
                  <a16:creationId xmlns:a16="http://schemas.microsoft.com/office/drawing/2014/main" id="{49726859-2300-7C3E-6B64-C43359893A5D}"/>
                </a:ext>
              </a:extLst>
            </p:cNvPr>
            <p:cNvSpPr>
              <a:spLocks noChangeArrowheads="1"/>
            </p:cNvSpPr>
            <p:nvPr/>
          </p:nvSpPr>
          <p:spPr bwMode="auto">
            <a:xfrm>
              <a:off x="2547" y="3320"/>
              <a:ext cx="740" cy="189"/>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000">
                  <a:latin typeface="Times New Roman" panose="02020603050405020304" pitchFamily="18" charset="0"/>
                </a:rPr>
                <a:t>collect</a:t>
              </a:r>
              <a:endParaRPr lang="en-US" altLang="en-US" sz="2800">
                <a:latin typeface="Times New Roman" panose="02020603050405020304" pitchFamily="18" charset="0"/>
              </a:endParaRPr>
            </a:p>
          </p:txBody>
        </p:sp>
      </p:grpSp>
      <p:sp>
        <p:nvSpPr>
          <p:cNvPr id="199698" name="Rectangle 18">
            <a:extLst>
              <a:ext uri="{FF2B5EF4-FFF2-40B4-BE49-F238E27FC236}">
                <a16:creationId xmlns:a16="http://schemas.microsoft.com/office/drawing/2014/main" id="{F82DEDF6-6DCC-7652-DDA8-F56984477F98}"/>
              </a:ext>
            </a:extLst>
          </p:cNvPr>
          <p:cNvSpPr>
            <a:spLocks noChangeArrowheads="1"/>
          </p:cNvSpPr>
          <p:nvPr/>
        </p:nvSpPr>
        <p:spPr bwMode="auto">
          <a:xfrm>
            <a:off x="203200" y="4060825"/>
            <a:ext cx="8753475" cy="1139825"/>
          </a:xfrm>
          <a:prstGeom prst="rect">
            <a:avLst/>
          </a:prstGeom>
          <a:noFill/>
          <a:ln w="9525">
            <a:noFill/>
            <a:miter lim="800000"/>
            <a:headEnd/>
            <a:tailEnd/>
          </a:ln>
          <a:effectLst/>
        </p:spPr>
        <p:txBody>
          <a:bodyPr anchor="ctr">
            <a:spAutoFit/>
          </a:bodyPr>
          <a:lstStyle/>
          <a:p>
            <a:pPr>
              <a:spcBef>
                <a:spcPct val="20000"/>
              </a:spcBef>
              <a:defRPr/>
            </a:pPr>
            <a:r>
              <a:rPr lang="en-US" sz="2000" dirty="0">
                <a:solidFill>
                  <a:srgbClr val="FF6600"/>
                </a:solidFill>
                <a:latin typeface="+mn-lt"/>
                <a:ea typeface="ＭＳ Ｐゴシック" charset="0"/>
                <a:cs typeface="ＭＳ Ｐゴシック" charset="0"/>
              </a:rPr>
              <a:t>VM(big, little, collect, 1p, 2p)  =       </a:t>
            </a:r>
          </a:p>
          <a:p>
            <a:pPr>
              <a:spcBef>
                <a:spcPct val="20000"/>
              </a:spcBef>
              <a:defRPr/>
            </a:pPr>
            <a:r>
              <a:rPr lang="en-US" sz="2000" dirty="0">
                <a:solidFill>
                  <a:srgbClr val="FF6600"/>
                </a:solidFill>
                <a:latin typeface="+mn-lt"/>
                <a:ea typeface="ＭＳ Ｐゴシック" charset="0"/>
                <a:cs typeface="ＭＳ Ｐゴシック" charset="0"/>
              </a:rPr>
              <a:t>                                         2p.big.collect </a:t>
            </a:r>
            <a:r>
              <a:rPr lang="en-US" sz="2000" dirty="0" err="1">
                <a:solidFill>
                  <a:srgbClr val="FF6600"/>
                </a:solidFill>
                <a:latin typeface="+mn-lt"/>
                <a:ea typeface="ＭＳ Ｐゴシック" charset="0"/>
                <a:cs typeface="ＭＳ Ｐゴシック" charset="0"/>
              </a:rPr>
              <a:t>largeChoc.VM</a:t>
            </a:r>
            <a:r>
              <a:rPr lang="en-US" sz="2000" dirty="0">
                <a:solidFill>
                  <a:srgbClr val="FF6600"/>
                </a:solidFill>
                <a:latin typeface="+mn-lt"/>
                <a:ea typeface="ＭＳ Ｐゴシック" charset="0"/>
                <a:cs typeface="ＭＳ Ｐゴシック" charset="0"/>
              </a:rPr>
              <a:t>(big, little, collect, 1p, 2p)</a:t>
            </a:r>
          </a:p>
          <a:p>
            <a:pPr>
              <a:spcBef>
                <a:spcPct val="20000"/>
              </a:spcBef>
              <a:defRPr/>
            </a:pPr>
            <a:r>
              <a:rPr lang="en-US" sz="2000" dirty="0">
                <a:solidFill>
                  <a:srgbClr val="FF6600"/>
                </a:solidFill>
                <a:latin typeface="+mn-lt"/>
                <a:ea typeface="ＭＳ Ｐゴシック" charset="0"/>
                <a:cs typeface="ＭＳ Ｐゴシック" charset="0"/>
              </a:rPr>
              <a:t>                                     + 1p.little.collect </a:t>
            </a:r>
            <a:r>
              <a:rPr lang="en-US" sz="2000" dirty="0" err="1">
                <a:solidFill>
                  <a:srgbClr val="FF6600"/>
                </a:solidFill>
                <a:latin typeface="+mn-lt"/>
                <a:ea typeface="ＭＳ Ｐゴシック" charset="0"/>
                <a:cs typeface="ＭＳ Ｐゴシック" charset="0"/>
              </a:rPr>
              <a:t>smallChoc.VM</a:t>
            </a:r>
            <a:r>
              <a:rPr lang="en-US" sz="2000" dirty="0">
                <a:solidFill>
                  <a:srgbClr val="FF6600"/>
                </a:solidFill>
                <a:latin typeface="+mn-lt"/>
                <a:ea typeface="ＭＳ Ｐゴシック" charset="0"/>
                <a:cs typeface="ＭＳ Ｐゴシック" charset="0"/>
              </a:rPr>
              <a:t>(big, little, collect, 1p, 2p)</a:t>
            </a:r>
            <a:endParaRPr lang="en-US" dirty="0">
              <a:solidFill>
                <a:srgbClr val="FF6600"/>
              </a:solidFill>
              <a:latin typeface="+mn-lt"/>
              <a:ea typeface="ＭＳ Ｐゴシック" charset="0"/>
              <a:cs typeface="ＭＳ Ｐゴシック" charset="0"/>
            </a:endParaRPr>
          </a:p>
        </p:txBody>
      </p:sp>
      <p:sp>
        <p:nvSpPr>
          <p:cNvPr id="37894" name="Text Box 19">
            <a:extLst>
              <a:ext uri="{FF2B5EF4-FFF2-40B4-BE49-F238E27FC236}">
                <a16:creationId xmlns:a16="http://schemas.microsoft.com/office/drawing/2014/main" id="{D152AC88-6690-DA1D-DC1A-D1218066F7CD}"/>
              </a:ext>
            </a:extLst>
          </p:cNvPr>
          <p:cNvSpPr txBox="1">
            <a:spLocks noChangeArrowheads="1"/>
          </p:cNvSpPr>
          <p:nvPr/>
        </p:nvSpPr>
        <p:spPr bwMode="auto">
          <a:xfrm>
            <a:off x="203200" y="5659438"/>
            <a:ext cx="83645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a:latin typeface="Calibri" panose="020F0502020204030204" pitchFamily="34" charset="0"/>
              </a:rPr>
              <a:t>The plus (“+”) operator expresses alternative behavior.</a:t>
            </a:r>
          </a:p>
        </p:txBody>
      </p:sp>
      <p:sp>
        <p:nvSpPr>
          <p:cNvPr id="37895" name="Line 20">
            <a:extLst>
              <a:ext uri="{FF2B5EF4-FFF2-40B4-BE49-F238E27FC236}">
                <a16:creationId xmlns:a16="http://schemas.microsoft.com/office/drawing/2014/main" id="{8FF15B5C-8B9A-63A9-01BB-386F919A468F}"/>
              </a:ext>
            </a:extLst>
          </p:cNvPr>
          <p:cNvSpPr>
            <a:spLocks noChangeShapeType="1"/>
          </p:cNvSpPr>
          <p:nvPr/>
        </p:nvSpPr>
        <p:spPr bwMode="auto">
          <a:xfrm>
            <a:off x="3351213" y="4527550"/>
            <a:ext cx="6635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896" name="Line 21">
            <a:extLst>
              <a:ext uri="{FF2B5EF4-FFF2-40B4-BE49-F238E27FC236}">
                <a16:creationId xmlns:a16="http://schemas.microsoft.com/office/drawing/2014/main" id="{BE6CE856-9C46-E6F1-683B-FFD0212C1D04}"/>
              </a:ext>
            </a:extLst>
          </p:cNvPr>
          <p:cNvSpPr>
            <a:spLocks noChangeShapeType="1"/>
          </p:cNvSpPr>
          <p:nvPr/>
        </p:nvSpPr>
        <p:spPr bwMode="auto">
          <a:xfrm>
            <a:off x="3438525" y="4889500"/>
            <a:ext cx="65563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Footer Placeholder 3">
            <a:extLst>
              <a:ext uri="{FF2B5EF4-FFF2-40B4-BE49-F238E27FC236}">
                <a16:creationId xmlns:a16="http://schemas.microsoft.com/office/drawing/2014/main" id="{ACBC21A7-0344-2A01-79F9-AC604D6F56B0}"/>
              </a:ext>
            </a:extLst>
          </p:cNvPr>
          <p:cNvSpPr>
            <a:spLocks noGrp="1"/>
          </p:cNvSpPr>
          <p:nvPr>
            <p:ph type="ftr" sz="quarter" idx="11"/>
          </p:nvPr>
        </p:nvSpPr>
        <p:spPr bwMode="auto">
          <a:xfrm>
            <a:off x="457200" y="635635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l" eaLnBrk="1" hangingPunct="1"/>
            <a:r>
              <a:rPr lang="en-US" altLang="en-US" sz="1200">
                <a:solidFill>
                  <a:srgbClr val="898989"/>
                </a:solidFill>
              </a:rPr>
              <a:t>Introduction to Pi-Calculus</a:t>
            </a:r>
          </a:p>
        </p:txBody>
      </p:sp>
      <p:sp>
        <p:nvSpPr>
          <p:cNvPr id="38914" name="Slide Number Placeholder 4">
            <a:extLst>
              <a:ext uri="{FF2B5EF4-FFF2-40B4-BE49-F238E27FC236}">
                <a16:creationId xmlns:a16="http://schemas.microsoft.com/office/drawing/2014/main" id="{B59D7EFD-E59D-BAFC-D138-A9756A208C70}"/>
              </a:ext>
            </a:extLst>
          </p:cNvPr>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fld id="{936BA4E8-BA7B-4A4A-A126-D28ED04D62E1}" type="slidenum">
              <a:rPr lang="en-US" altLang="en-US" sz="1200">
                <a:solidFill>
                  <a:srgbClr val="898989"/>
                </a:solidFill>
              </a:rPr>
              <a:pPr algn="ctr" eaLnBrk="1" hangingPunct="1"/>
              <a:t>23</a:t>
            </a:fld>
            <a:endParaRPr lang="en-US" altLang="en-US" sz="1200">
              <a:solidFill>
                <a:srgbClr val="898989"/>
              </a:solidFill>
            </a:endParaRPr>
          </a:p>
        </p:txBody>
      </p:sp>
      <p:sp>
        <p:nvSpPr>
          <p:cNvPr id="38915" name="Rectangle 2">
            <a:extLst>
              <a:ext uri="{FF2B5EF4-FFF2-40B4-BE49-F238E27FC236}">
                <a16:creationId xmlns:a16="http://schemas.microsoft.com/office/drawing/2014/main" id="{3B1FCB52-4CD5-D2C1-91A5-3D553FD61824}"/>
              </a:ext>
            </a:extLst>
          </p:cNvPr>
          <p:cNvSpPr>
            <a:spLocks noGrp="1" noChangeArrowheads="1"/>
          </p:cNvSpPr>
          <p:nvPr>
            <p:ph type="title"/>
          </p:nvPr>
        </p:nvSpPr>
        <p:spPr>
          <a:xfrm>
            <a:off x="403225" y="274638"/>
            <a:ext cx="8229600" cy="1143000"/>
          </a:xfrm>
        </p:spPr>
        <p:txBody>
          <a:bodyPr/>
          <a:lstStyle/>
          <a:p>
            <a:pPr eaLnBrk="1" hangingPunct="1"/>
            <a:r>
              <a:rPr lang="en-US" altLang="en-US">
                <a:solidFill>
                  <a:srgbClr val="0000FF"/>
                </a:solidFill>
                <a:ea typeface="ＭＳ Ｐゴシック" panose="020B0600070205080204" pitchFamily="34" charset="-128"/>
              </a:rPr>
              <a:t>Modeling a Bounded Buffer</a:t>
            </a:r>
          </a:p>
        </p:txBody>
      </p:sp>
      <p:sp>
        <p:nvSpPr>
          <p:cNvPr id="200707" name="Rectangle 3">
            <a:extLst>
              <a:ext uri="{FF2B5EF4-FFF2-40B4-BE49-F238E27FC236}">
                <a16:creationId xmlns:a16="http://schemas.microsoft.com/office/drawing/2014/main" id="{9532404A-A47D-DADA-100C-1C8A6F074A3E}"/>
              </a:ext>
            </a:extLst>
          </p:cNvPr>
          <p:cNvSpPr>
            <a:spLocks noChangeArrowheads="1"/>
          </p:cNvSpPr>
          <p:nvPr/>
        </p:nvSpPr>
        <p:spPr bwMode="auto">
          <a:xfrm>
            <a:off x="428625" y="1317625"/>
            <a:ext cx="8478838" cy="4859338"/>
          </a:xfrm>
          <a:prstGeom prst="rect">
            <a:avLst/>
          </a:prstGeom>
          <a:noFill/>
          <a:ln w="9525">
            <a:noFill/>
            <a:miter lim="800000"/>
            <a:headEnd/>
            <a:tailEnd/>
          </a:ln>
          <a:effectLst/>
        </p:spPr>
        <p:txBody>
          <a:bodyPr/>
          <a:lstStyle/>
          <a:p>
            <a:pPr>
              <a:spcBef>
                <a:spcPct val="20000"/>
              </a:spcBef>
              <a:buClr>
                <a:schemeClr val="accent1"/>
              </a:buClr>
              <a:buSzPct val="75000"/>
              <a:buFont typeface="Wingdings" pitchFamily="2" charset="2"/>
              <a:buNone/>
              <a:defRPr/>
            </a:pPr>
            <a:r>
              <a:rPr lang="en-US" sz="2000" dirty="0">
                <a:latin typeface="+mn-lt"/>
                <a:ea typeface="ＭＳ Ｐゴシック" charset="0"/>
                <a:cs typeface="ＭＳ Ｐゴシック" charset="0"/>
              </a:rPr>
              <a:t>Suppose that a buffer has get and put operations and can hold up to three data items. Ignoring the content of the data items, and focusing only on the operations, a buffer can be defined as:</a:t>
            </a:r>
          </a:p>
          <a:p>
            <a:pPr>
              <a:spcBef>
                <a:spcPct val="20000"/>
              </a:spcBef>
              <a:buClr>
                <a:schemeClr val="accent1"/>
              </a:buClr>
              <a:buSzPct val="75000"/>
              <a:buFont typeface="Wingdings" pitchFamily="2" charset="2"/>
              <a:buNone/>
              <a:defRPr/>
            </a:pPr>
            <a:endParaRPr lang="en-US" sz="2100" dirty="0">
              <a:latin typeface="Times New Roman" pitchFamily="18" charset="0"/>
              <a:ea typeface="ＭＳ Ｐゴシック" charset="0"/>
              <a:cs typeface="ＭＳ Ｐゴシック" charset="0"/>
            </a:endParaRPr>
          </a:p>
          <a:p>
            <a:pPr marL="627063" lvl="1">
              <a:spcBef>
                <a:spcPct val="20000"/>
              </a:spcBef>
              <a:buClr>
                <a:schemeClr val="accent2"/>
              </a:buClr>
              <a:buSzPct val="80000"/>
              <a:buFont typeface="Wingdings" pitchFamily="2" charset="2"/>
              <a:buNone/>
              <a:defRPr/>
            </a:pPr>
            <a:r>
              <a:rPr lang="en-US" sz="2000" dirty="0">
                <a:solidFill>
                  <a:srgbClr val="FF6600"/>
                </a:solidFill>
                <a:latin typeface="+mn-lt"/>
                <a:ea typeface="ＭＳ Ｐゴシック" charset="0"/>
                <a:cs typeface="ＭＳ Ｐゴシック" charset="0"/>
              </a:rPr>
              <a:t>Buffer</a:t>
            </a:r>
            <a:r>
              <a:rPr lang="en-US" sz="2000" baseline="-25000" dirty="0">
                <a:solidFill>
                  <a:srgbClr val="FF6600"/>
                </a:solidFill>
                <a:latin typeface="+mn-lt"/>
                <a:ea typeface="ＭＳ Ｐゴシック" charset="0"/>
                <a:cs typeface="ＭＳ Ｐゴシック" charset="0"/>
              </a:rPr>
              <a:t>0</a:t>
            </a:r>
            <a:r>
              <a:rPr lang="en-US" sz="2000" dirty="0">
                <a:solidFill>
                  <a:srgbClr val="FF6600"/>
                </a:solidFill>
                <a:latin typeface="+mn-lt"/>
                <a:ea typeface="ＭＳ Ｐゴシック" charset="0"/>
                <a:cs typeface="ＭＳ Ｐゴシック" charset="0"/>
              </a:rPr>
              <a:t>(put, get) = put.Buffer</a:t>
            </a:r>
            <a:r>
              <a:rPr lang="en-US" sz="2000" baseline="-25000" dirty="0">
                <a:solidFill>
                  <a:srgbClr val="FF6600"/>
                </a:solidFill>
                <a:latin typeface="+mn-lt"/>
                <a:ea typeface="ＭＳ Ｐゴシック" charset="0"/>
                <a:cs typeface="ＭＳ Ｐゴシック" charset="0"/>
              </a:rPr>
              <a:t>1</a:t>
            </a:r>
            <a:r>
              <a:rPr lang="en-US" sz="2000" dirty="0">
                <a:solidFill>
                  <a:srgbClr val="FF6600"/>
                </a:solidFill>
                <a:latin typeface="+mn-lt"/>
                <a:ea typeface="ＭＳ Ｐゴシック" charset="0"/>
                <a:cs typeface="ＭＳ Ｐゴシック" charset="0"/>
              </a:rPr>
              <a:t>(put, get) </a:t>
            </a:r>
          </a:p>
          <a:p>
            <a:pPr marL="627063" lvl="1">
              <a:spcBef>
                <a:spcPct val="20000"/>
              </a:spcBef>
              <a:buClr>
                <a:schemeClr val="accent2"/>
              </a:buClr>
              <a:buSzPct val="80000"/>
              <a:buFont typeface="Wingdings" pitchFamily="2" charset="2"/>
              <a:buNone/>
              <a:defRPr/>
            </a:pPr>
            <a:r>
              <a:rPr lang="en-US" sz="2000" dirty="0">
                <a:solidFill>
                  <a:srgbClr val="FF6600"/>
                </a:solidFill>
                <a:latin typeface="+mn-lt"/>
                <a:ea typeface="ＭＳ Ｐゴシック" charset="0"/>
                <a:cs typeface="ＭＳ Ｐゴシック" charset="0"/>
              </a:rPr>
              <a:t>Buffer</a:t>
            </a:r>
            <a:r>
              <a:rPr lang="en-US" sz="2000" baseline="-25000" dirty="0">
                <a:solidFill>
                  <a:srgbClr val="FF6600"/>
                </a:solidFill>
                <a:latin typeface="+mn-lt"/>
                <a:ea typeface="ＭＳ Ｐゴシック" charset="0"/>
                <a:cs typeface="ＭＳ Ｐゴシック" charset="0"/>
              </a:rPr>
              <a:t>1</a:t>
            </a:r>
            <a:r>
              <a:rPr lang="en-US" sz="2000" dirty="0">
                <a:solidFill>
                  <a:srgbClr val="FF6600"/>
                </a:solidFill>
                <a:latin typeface="+mn-lt"/>
                <a:ea typeface="ＭＳ Ｐゴシック" charset="0"/>
                <a:cs typeface="ＭＳ Ｐゴシック" charset="0"/>
              </a:rPr>
              <a:t>(put, get) = put.Buffer</a:t>
            </a:r>
            <a:r>
              <a:rPr lang="en-US" sz="2000" baseline="-25000" dirty="0">
                <a:solidFill>
                  <a:srgbClr val="FF6600"/>
                </a:solidFill>
                <a:latin typeface="+mn-lt"/>
                <a:ea typeface="ＭＳ Ｐゴシック" charset="0"/>
                <a:cs typeface="ＭＳ Ｐゴシック" charset="0"/>
              </a:rPr>
              <a:t>2</a:t>
            </a:r>
            <a:r>
              <a:rPr lang="en-US" sz="2000" dirty="0">
                <a:solidFill>
                  <a:srgbClr val="FF6600"/>
                </a:solidFill>
                <a:latin typeface="+mn-lt"/>
                <a:ea typeface="ＭＳ Ｐゴシック" charset="0"/>
                <a:cs typeface="ＭＳ Ｐゴシック" charset="0"/>
              </a:rPr>
              <a:t>(put, get) + get.Buffer</a:t>
            </a:r>
            <a:r>
              <a:rPr lang="en-US" sz="2000" baseline="-25000" dirty="0">
                <a:solidFill>
                  <a:srgbClr val="FF6600"/>
                </a:solidFill>
                <a:latin typeface="+mn-lt"/>
                <a:ea typeface="ＭＳ Ｐゴシック" charset="0"/>
                <a:cs typeface="ＭＳ Ｐゴシック" charset="0"/>
              </a:rPr>
              <a:t>0</a:t>
            </a:r>
            <a:r>
              <a:rPr lang="en-US" sz="2000" dirty="0">
                <a:solidFill>
                  <a:srgbClr val="FF6600"/>
                </a:solidFill>
                <a:latin typeface="+mn-lt"/>
                <a:ea typeface="ＭＳ Ｐゴシック" charset="0"/>
                <a:cs typeface="ＭＳ Ｐゴシック" charset="0"/>
              </a:rPr>
              <a:t>(put, get) </a:t>
            </a:r>
          </a:p>
          <a:p>
            <a:pPr marL="627063" lvl="1">
              <a:spcBef>
                <a:spcPct val="20000"/>
              </a:spcBef>
              <a:buClr>
                <a:schemeClr val="accent2"/>
              </a:buClr>
              <a:buSzPct val="80000"/>
              <a:buFont typeface="Wingdings" pitchFamily="2" charset="2"/>
              <a:buNone/>
              <a:defRPr/>
            </a:pPr>
            <a:r>
              <a:rPr lang="en-US" sz="2000" dirty="0">
                <a:solidFill>
                  <a:srgbClr val="FF6600"/>
                </a:solidFill>
                <a:latin typeface="+mn-lt"/>
                <a:ea typeface="ＭＳ Ｐゴシック" charset="0"/>
                <a:cs typeface="ＭＳ Ｐゴシック" charset="0"/>
              </a:rPr>
              <a:t>Buffer</a:t>
            </a:r>
            <a:r>
              <a:rPr lang="en-US" sz="2000" baseline="-25000" dirty="0">
                <a:solidFill>
                  <a:srgbClr val="FF6600"/>
                </a:solidFill>
                <a:latin typeface="+mn-lt"/>
                <a:ea typeface="ＭＳ Ｐゴシック" charset="0"/>
                <a:cs typeface="ＭＳ Ｐゴシック" charset="0"/>
              </a:rPr>
              <a:t>2</a:t>
            </a:r>
            <a:r>
              <a:rPr lang="en-US" sz="2000" dirty="0">
                <a:solidFill>
                  <a:srgbClr val="FF6600"/>
                </a:solidFill>
                <a:latin typeface="+mn-lt"/>
                <a:ea typeface="ＭＳ Ｐゴシック" charset="0"/>
                <a:cs typeface="ＭＳ Ｐゴシック" charset="0"/>
              </a:rPr>
              <a:t>(put, get) = put.Buffer</a:t>
            </a:r>
            <a:r>
              <a:rPr lang="en-US" sz="2000" baseline="-25000" dirty="0">
                <a:solidFill>
                  <a:srgbClr val="FF6600"/>
                </a:solidFill>
                <a:latin typeface="+mn-lt"/>
                <a:ea typeface="ＭＳ Ｐゴシック" charset="0"/>
                <a:cs typeface="ＭＳ Ｐゴシック" charset="0"/>
              </a:rPr>
              <a:t>3</a:t>
            </a:r>
            <a:r>
              <a:rPr lang="en-US" sz="2000" dirty="0">
                <a:solidFill>
                  <a:srgbClr val="FF6600"/>
                </a:solidFill>
                <a:latin typeface="+mn-lt"/>
                <a:ea typeface="ＭＳ Ｐゴシック" charset="0"/>
                <a:cs typeface="ＭＳ Ｐゴシック" charset="0"/>
              </a:rPr>
              <a:t>(put, get) + get.Buffer</a:t>
            </a:r>
            <a:r>
              <a:rPr lang="en-US" sz="2000" baseline="-25000" dirty="0">
                <a:solidFill>
                  <a:srgbClr val="FF6600"/>
                </a:solidFill>
                <a:latin typeface="+mn-lt"/>
                <a:ea typeface="ＭＳ Ｐゴシック" charset="0"/>
                <a:cs typeface="ＭＳ Ｐゴシック" charset="0"/>
              </a:rPr>
              <a:t>1</a:t>
            </a:r>
            <a:r>
              <a:rPr lang="en-US" sz="2000" dirty="0">
                <a:solidFill>
                  <a:srgbClr val="FF6600"/>
                </a:solidFill>
                <a:latin typeface="+mn-lt"/>
                <a:ea typeface="ＭＳ Ｐゴシック" charset="0"/>
                <a:cs typeface="ＭＳ Ｐゴシック" charset="0"/>
              </a:rPr>
              <a:t>(put, get) </a:t>
            </a:r>
          </a:p>
          <a:p>
            <a:pPr marL="627063" lvl="1">
              <a:spcBef>
                <a:spcPct val="20000"/>
              </a:spcBef>
              <a:buClr>
                <a:schemeClr val="accent2"/>
              </a:buClr>
              <a:buSzPct val="80000"/>
              <a:buFont typeface="Wingdings" pitchFamily="2" charset="2"/>
              <a:buNone/>
              <a:defRPr/>
            </a:pPr>
            <a:r>
              <a:rPr lang="en-US" sz="2000" dirty="0">
                <a:solidFill>
                  <a:srgbClr val="FF6600"/>
                </a:solidFill>
                <a:latin typeface="+mn-lt"/>
                <a:ea typeface="ＭＳ Ｐゴシック" charset="0"/>
                <a:cs typeface="ＭＳ Ｐゴシック" charset="0"/>
              </a:rPr>
              <a:t>Buffer</a:t>
            </a:r>
            <a:r>
              <a:rPr lang="en-US" sz="2000" baseline="-25000" dirty="0">
                <a:solidFill>
                  <a:srgbClr val="FF6600"/>
                </a:solidFill>
                <a:latin typeface="+mn-lt"/>
                <a:ea typeface="ＭＳ Ｐゴシック" charset="0"/>
                <a:cs typeface="ＭＳ Ｐゴシック" charset="0"/>
              </a:rPr>
              <a:t>3</a:t>
            </a:r>
            <a:r>
              <a:rPr lang="en-US" sz="2000" dirty="0">
                <a:solidFill>
                  <a:srgbClr val="FF6600"/>
                </a:solidFill>
                <a:latin typeface="+mn-lt"/>
                <a:ea typeface="ＭＳ Ｐゴシック" charset="0"/>
                <a:cs typeface="ＭＳ Ｐゴシック" charset="0"/>
              </a:rPr>
              <a:t>(put, get) = get.Buffer</a:t>
            </a:r>
            <a:r>
              <a:rPr lang="en-US" sz="2000" baseline="-25000" dirty="0">
                <a:solidFill>
                  <a:srgbClr val="FF6600"/>
                </a:solidFill>
                <a:latin typeface="+mn-lt"/>
                <a:ea typeface="ＭＳ Ｐゴシック" charset="0"/>
                <a:cs typeface="ＭＳ Ｐゴシック" charset="0"/>
              </a:rPr>
              <a:t>2</a:t>
            </a:r>
            <a:r>
              <a:rPr lang="en-US" sz="2000" dirty="0">
                <a:solidFill>
                  <a:srgbClr val="FF6600"/>
                </a:solidFill>
                <a:latin typeface="+mn-lt"/>
                <a:ea typeface="ＭＳ Ｐゴシック" charset="0"/>
                <a:cs typeface="ＭＳ Ｐゴシック" charset="0"/>
              </a:rPr>
              <a:t>(put, get) </a:t>
            </a:r>
          </a:p>
          <a:p>
            <a:pPr>
              <a:spcBef>
                <a:spcPct val="20000"/>
              </a:spcBef>
              <a:buClr>
                <a:schemeClr val="accent1"/>
              </a:buClr>
              <a:buSzPct val="75000"/>
              <a:buFont typeface="Wingdings" pitchFamily="2" charset="2"/>
              <a:buNone/>
              <a:defRPr/>
            </a:pPr>
            <a:endParaRPr lang="en-US" sz="2100" dirty="0">
              <a:solidFill>
                <a:srgbClr val="FF6600"/>
              </a:solidFill>
              <a:latin typeface="Times New Roman" pitchFamily="18" charset="0"/>
              <a:ea typeface="ＭＳ Ｐゴシック" charset="0"/>
              <a:cs typeface="ＭＳ Ｐゴシック" charset="0"/>
            </a:endParaRPr>
          </a:p>
          <a:p>
            <a:pPr>
              <a:spcBef>
                <a:spcPct val="20000"/>
              </a:spcBef>
              <a:buClr>
                <a:schemeClr val="accent1"/>
              </a:buClr>
              <a:buSzPct val="75000"/>
              <a:buFont typeface="Wingdings" pitchFamily="2" charset="2"/>
              <a:buNone/>
              <a:defRPr/>
            </a:pPr>
            <a:r>
              <a:rPr lang="en-US" sz="2000" dirty="0">
                <a:latin typeface="+mn-lt"/>
                <a:ea typeface="ＭＳ Ｐゴシック" charset="0"/>
                <a:cs typeface="ＭＳ Ｐゴシック" charset="0"/>
              </a:rPr>
              <a:t>Captures the idea that a get operation is not possible when the buffer is empty (i.e., in state </a:t>
            </a:r>
            <a:r>
              <a:rPr lang="en-US" sz="2000" dirty="0">
                <a:solidFill>
                  <a:srgbClr val="FF6600"/>
                </a:solidFill>
                <a:latin typeface="+mn-lt"/>
                <a:ea typeface="ＭＳ Ｐゴシック" charset="0"/>
                <a:cs typeface="ＭＳ Ｐゴシック" charset="0"/>
              </a:rPr>
              <a:t>Buffer</a:t>
            </a:r>
            <a:r>
              <a:rPr lang="en-US" sz="2000" baseline="-25000" dirty="0">
                <a:solidFill>
                  <a:srgbClr val="FF6600"/>
                </a:solidFill>
                <a:latin typeface="+mn-lt"/>
                <a:ea typeface="ＭＳ Ｐゴシック" charset="0"/>
                <a:cs typeface="ＭＳ Ｐゴシック" charset="0"/>
              </a:rPr>
              <a:t>0</a:t>
            </a:r>
            <a:r>
              <a:rPr lang="en-US" sz="2000" dirty="0">
                <a:latin typeface="+mn-lt"/>
                <a:ea typeface="ＭＳ Ｐゴシック" charset="0"/>
                <a:cs typeface="ＭＳ Ｐゴシック" charset="0"/>
              </a:rPr>
              <a:t> ) and a put operation is not possible when the buffer is full (i.e., in state </a:t>
            </a:r>
            <a:r>
              <a:rPr lang="en-US" sz="2000" dirty="0">
                <a:solidFill>
                  <a:srgbClr val="FF6600"/>
                </a:solidFill>
                <a:latin typeface="+mn-lt"/>
                <a:ea typeface="ＭＳ Ｐゴシック" charset="0"/>
                <a:cs typeface="ＭＳ Ｐゴシック" charset="0"/>
              </a:rPr>
              <a:t>Buffer</a:t>
            </a:r>
            <a:r>
              <a:rPr lang="en-US" sz="2000" baseline="-25000" dirty="0">
                <a:solidFill>
                  <a:srgbClr val="FF6600"/>
                </a:solidFill>
                <a:latin typeface="+mn-lt"/>
                <a:ea typeface="ＭＳ Ｐゴシック" charset="0"/>
                <a:cs typeface="ＭＳ Ｐゴシック" charset="0"/>
              </a:rPr>
              <a:t>3</a:t>
            </a:r>
            <a:r>
              <a:rPr lang="en-US" sz="2000" dirty="0">
                <a:latin typeface="+mn-lt"/>
                <a:ea typeface="ＭＳ Ｐゴシック" charset="0"/>
                <a:cs typeface="ＭＳ Ｐゴシック" charset="0"/>
              </a:rPr>
              <a:t> ).</a:t>
            </a:r>
          </a:p>
        </p:txBody>
      </p:sp>
      <p:sp>
        <p:nvSpPr>
          <p:cNvPr id="38917" name="Line 4">
            <a:extLst>
              <a:ext uri="{FF2B5EF4-FFF2-40B4-BE49-F238E27FC236}">
                <a16:creationId xmlns:a16="http://schemas.microsoft.com/office/drawing/2014/main" id="{9AE1C850-3943-6B03-4860-B8A3EBD557AE}"/>
              </a:ext>
            </a:extLst>
          </p:cNvPr>
          <p:cNvSpPr>
            <a:spLocks noChangeShapeType="1"/>
          </p:cNvSpPr>
          <p:nvPr/>
        </p:nvSpPr>
        <p:spPr bwMode="auto">
          <a:xfrm>
            <a:off x="5399088" y="3097213"/>
            <a:ext cx="3397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918" name="Line 5">
            <a:extLst>
              <a:ext uri="{FF2B5EF4-FFF2-40B4-BE49-F238E27FC236}">
                <a16:creationId xmlns:a16="http://schemas.microsoft.com/office/drawing/2014/main" id="{93969904-C227-156C-D0F5-C8F6267D8617}"/>
              </a:ext>
            </a:extLst>
          </p:cNvPr>
          <p:cNvSpPr>
            <a:spLocks noChangeShapeType="1"/>
          </p:cNvSpPr>
          <p:nvPr/>
        </p:nvSpPr>
        <p:spPr bwMode="auto">
          <a:xfrm>
            <a:off x="3040063" y="3856038"/>
            <a:ext cx="3397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919" name="Line 6">
            <a:extLst>
              <a:ext uri="{FF2B5EF4-FFF2-40B4-BE49-F238E27FC236}">
                <a16:creationId xmlns:a16="http://schemas.microsoft.com/office/drawing/2014/main" id="{D94080E4-B287-5EBB-22DA-804F264AB7BF}"/>
              </a:ext>
            </a:extLst>
          </p:cNvPr>
          <p:cNvSpPr>
            <a:spLocks noChangeShapeType="1"/>
          </p:cNvSpPr>
          <p:nvPr/>
        </p:nvSpPr>
        <p:spPr bwMode="auto">
          <a:xfrm>
            <a:off x="5399088" y="3533775"/>
            <a:ext cx="3397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Footer Placeholder 3">
            <a:extLst>
              <a:ext uri="{FF2B5EF4-FFF2-40B4-BE49-F238E27FC236}">
                <a16:creationId xmlns:a16="http://schemas.microsoft.com/office/drawing/2014/main" id="{C4FECAA1-9971-80D1-164E-20E9679326D1}"/>
              </a:ext>
            </a:extLst>
          </p:cNvPr>
          <p:cNvSpPr>
            <a:spLocks noGrp="1"/>
          </p:cNvSpPr>
          <p:nvPr>
            <p:ph type="ftr" sz="quarter" idx="11"/>
          </p:nvPr>
        </p:nvSpPr>
        <p:spPr bwMode="auto">
          <a:xfrm>
            <a:off x="457200" y="635635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l" eaLnBrk="1" hangingPunct="1"/>
            <a:r>
              <a:rPr lang="en-US" altLang="en-US" sz="1200">
                <a:solidFill>
                  <a:srgbClr val="898989"/>
                </a:solidFill>
              </a:rPr>
              <a:t>Introduction to Pi-Calculus</a:t>
            </a:r>
          </a:p>
        </p:txBody>
      </p:sp>
      <p:sp>
        <p:nvSpPr>
          <p:cNvPr id="39938" name="Slide Number Placeholder 4">
            <a:extLst>
              <a:ext uri="{FF2B5EF4-FFF2-40B4-BE49-F238E27FC236}">
                <a16:creationId xmlns:a16="http://schemas.microsoft.com/office/drawing/2014/main" id="{B8E604FE-3840-227A-D660-202615A22936}"/>
              </a:ext>
            </a:extLst>
          </p:cNvPr>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fld id="{7BB4A6DD-A0D1-9F4B-B72D-2F748A65ECBA}" type="slidenum">
              <a:rPr lang="en-US" altLang="en-US" sz="1200">
                <a:solidFill>
                  <a:srgbClr val="898989"/>
                </a:solidFill>
              </a:rPr>
              <a:pPr algn="ctr" eaLnBrk="1" hangingPunct="1"/>
              <a:t>24</a:t>
            </a:fld>
            <a:endParaRPr lang="en-US" altLang="en-US" sz="1200">
              <a:solidFill>
                <a:srgbClr val="898989"/>
              </a:solidFill>
            </a:endParaRPr>
          </a:p>
        </p:txBody>
      </p:sp>
      <p:sp>
        <p:nvSpPr>
          <p:cNvPr id="39939" name="Rectangle 2">
            <a:extLst>
              <a:ext uri="{FF2B5EF4-FFF2-40B4-BE49-F238E27FC236}">
                <a16:creationId xmlns:a16="http://schemas.microsoft.com/office/drawing/2014/main" id="{34975C1D-146F-C81D-BD3B-16DB1EB17D79}"/>
              </a:ext>
            </a:extLst>
          </p:cNvPr>
          <p:cNvSpPr>
            <a:spLocks noGrp="1" noChangeArrowheads="1"/>
          </p:cNvSpPr>
          <p:nvPr>
            <p:ph type="title"/>
          </p:nvPr>
        </p:nvSpPr>
        <p:spPr/>
        <p:txBody>
          <a:bodyPr/>
          <a:lstStyle/>
          <a:p>
            <a:pPr eaLnBrk="1" hangingPunct="1"/>
            <a:r>
              <a:rPr lang="en-US" altLang="en-US">
                <a:solidFill>
                  <a:srgbClr val="0000FF"/>
                </a:solidFill>
                <a:ea typeface="ＭＳ Ｐゴシック" panose="020B0600070205080204" pitchFamily="34" charset="-128"/>
              </a:rPr>
              <a:t>Reusing a Process Definition </a:t>
            </a:r>
          </a:p>
        </p:txBody>
      </p:sp>
      <p:grpSp>
        <p:nvGrpSpPr>
          <p:cNvPr id="39940" name="Group 3">
            <a:extLst>
              <a:ext uri="{FF2B5EF4-FFF2-40B4-BE49-F238E27FC236}">
                <a16:creationId xmlns:a16="http://schemas.microsoft.com/office/drawing/2014/main" id="{CAC3F0C4-D984-F05F-F069-AA6110BA2690}"/>
              </a:ext>
            </a:extLst>
          </p:cNvPr>
          <p:cNvGrpSpPr>
            <a:grpSpLocks/>
          </p:cNvGrpSpPr>
          <p:nvPr/>
        </p:nvGrpSpPr>
        <p:grpSpPr bwMode="auto">
          <a:xfrm>
            <a:off x="655638" y="2295525"/>
            <a:ext cx="3916362" cy="808038"/>
            <a:chOff x="413" y="1651"/>
            <a:chExt cx="2467" cy="509"/>
          </a:xfrm>
        </p:grpSpPr>
        <p:sp>
          <p:nvSpPr>
            <p:cNvPr id="39970" name="Oval 4">
              <a:extLst>
                <a:ext uri="{FF2B5EF4-FFF2-40B4-BE49-F238E27FC236}">
                  <a16:creationId xmlns:a16="http://schemas.microsoft.com/office/drawing/2014/main" id="{6942C0E6-4AB3-997C-F415-D72361F94E18}"/>
                </a:ext>
              </a:extLst>
            </p:cNvPr>
            <p:cNvSpPr>
              <a:spLocks noChangeArrowheads="1"/>
            </p:cNvSpPr>
            <p:nvPr/>
          </p:nvSpPr>
          <p:spPr bwMode="auto">
            <a:xfrm>
              <a:off x="865" y="1659"/>
              <a:ext cx="541" cy="50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200">
                  <a:latin typeface="Times New Roman" panose="02020603050405020304" pitchFamily="18" charset="0"/>
                </a:rPr>
                <a:t>CELL</a:t>
              </a:r>
            </a:p>
          </p:txBody>
        </p:sp>
        <p:sp>
          <p:nvSpPr>
            <p:cNvPr id="39971" name="Line 5">
              <a:extLst>
                <a:ext uri="{FF2B5EF4-FFF2-40B4-BE49-F238E27FC236}">
                  <a16:creationId xmlns:a16="http://schemas.microsoft.com/office/drawing/2014/main" id="{0845BD9E-EEB0-2B32-21CC-ADEA25FC99EB}"/>
                </a:ext>
              </a:extLst>
            </p:cNvPr>
            <p:cNvSpPr>
              <a:spLocks noChangeShapeType="1"/>
            </p:cNvSpPr>
            <p:nvPr/>
          </p:nvSpPr>
          <p:spPr bwMode="auto">
            <a:xfrm>
              <a:off x="413" y="1909"/>
              <a:ext cx="452" cy="0"/>
            </a:xfrm>
            <a:prstGeom prst="line">
              <a:avLst/>
            </a:prstGeom>
            <a:noFill/>
            <a:ln w="12700">
              <a:solidFill>
                <a:schemeClr val="tx1"/>
              </a:solidFill>
              <a:round/>
              <a:headEnd/>
              <a:tailEnd type="oval" w="lg" len="lg"/>
            </a:ln>
            <a:extLst>
              <a:ext uri="{909E8E84-426E-40DD-AFC4-6F175D3DCCD1}">
                <a14:hiddenFill xmlns:a14="http://schemas.microsoft.com/office/drawing/2010/main">
                  <a:noFill/>
                </a14:hiddenFill>
              </a:ext>
            </a:extLst>
          </p:spPr>
          <p:txBody>
            <a:bodyPr wrap="none" anchor="ctr"/>
            <a:lstStyle/>
            <a:p>
              <a:endParaRPr lang="en-US"/>
            </a:p>
          </p:txBody>
        </p:sp>
        <p:sp>
          <p:nvSpPr>
            <p:cNvPr id="39972" name="Line 6">
              <a:extLst>
                <a:ext uri="{FF2B5EF4-FFF2-40B4-BE49-F238E27FC236}">
                  <a16:creationId xmlns:a16="http://schemas.microsoft.com/office/drawing/2014/main" id="{28AF4E64-A333-6A5C-0159-61EC73013D78}"/>
                </a:ext>
              </a:extLst>
            </p:cNvPr>
            <p:cNvSpPr>
              <a:spLocks noChangeShapeType="1"/>
            </p:cNvSpPr>
            <p:nvPr/>
          </p:nvSpPr>
          <p:spPr bwMode="auto">
            <a:xfrm flipH="1">
              <a:off x="1419" y="1909"/>
              <a:ext cx="432" cy="0"/>
            </a:xfrm>
            <a:prstGeom prst="line">
              <a:avLst/>
            </a:prstGeom>
            <a:noFill/>
            <a:ln w="12700">
              <a:solidFill>
                <a:schemeClr val="tx1"/>
              </a:solidFill>
              <a:round/>
              <a:headEnd type="oval" w="lg" len="lg"/>
              <a:tailEnd type="oval" w="lg" len="lg"/>
            </a:ln>
            <a:extLst>
              <a:ext uri="{909E8E84-426E-40DD-AFC4-6F175D3DCCD1}">
                <a14:hiddenFill xmlns:a14="http://schemas.microsoft.com/office/drawing/2010/main">
                  <a:noFill/>
                </a14:hiddenFill>
              </a:ext>
            </a:extLst>
          </p:spPr>
          <p:txBody>
            <a:bodyPr wrap="none" anchor="ctr"/>
            <a:lstStyle/>
            <a:p>
              <a:endParaRPr lang="en-US"/>
            </a:p>
          </p:txBody>
        </p:sp>
        <p:sp>
          <p:nvSpPr>
            <p:cNvPr id="39973" name="Text Box 7">
              <a:extLst>
                <a:ext uri="{FF2B5EF4-FFF2-40B4-BE49-F238E27FC236}">
                  <a16:creationId xmlns:a16="http://schemas.microsoft.com/office/drawing/2014/main" id="{8037C06E-E9BA-C947-D97F-1DD51144D366}"/>
                </a:ext>
              </a:extLst>
            </p:cNvPr>
            <p:cNvSpPr txBox="1">
              <a:spLocks noChangeArrowheads="1"/>
            </p:cNvSpPr>
            <p:nvPr/>
          </p:nvSpPr>
          <p:spPr bwMode="auto">
            <a:xfrm>
              <a:off x="668" y="1685"/>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US" sz="1800" b="1">
                  <a:latin typeface="Times New Roman" panose="02020603050405020304" pitchFamily="18" charset="0"/>
                </a:rPr>
                <a:t>a</a:t>
              </a:r>
            </a:p>
          </p:txBody>
        </p:sp>
        <p:sp>
          <p:nvSpPr>
            <p:cNvPr id="39974" name="Line 8">
              <a:extLst>
                <a:ext uri="{FF2B5EF4-FFF2-40B4-BE49-F238E27FC236}">
                  <a16:creationId xmlns:a16="http://schemas.microsoft.com/office/drawing/2014/main" id="{5AD54207-993C-3295-241F-E7493ABAE65B}"/>
                </a:ext>
              </a:extLst>
            </p:cNvPr>
            <p:cNvSpPr>
              <a:spLocks noChangeShapeType="1"/>
            </p:cNvSpPr>
            <p:nvPr/>
          </p:nvSpPr>
          <p:spPr bwMode="auto">
            <a:xfrm flipV="1">
              <a:off x="2529" y="1748"/>
              <a:ext cx="10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975" name="Oval 9">
              <a:extLst>
                <a:ext uri="{FF2B5EF4-FFF2-40B4-BE49-F238E27FC236}">
                  <a16:creationId xmlns:a16="http://schemas.microsoft.com/office/drawing/2014/main" id="{4301BFEB-37CA-17B2-B08F-0374FDCFD263}"/>
                </a:ext>
              </a:extLst>
            </p:cNvPr>
            <p:cNvSpPr>
              <a:spLocks noChangeArrowheads="1"/>
            </p:cNvSpPr>
            <p:nvPr/>
          </p:nvSpPr>
          <p:spPr bwMode="auto">
            <a:xfrm>
              <a:off x="1888" y="1658"/>
              <a:ext cx="541" cy="50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200">
                  <a:latin typeface="Times New Roman" panose="02020603050405020304" pitchFamily="18" charset="0"/>
                </a:rPr>
                <a:t>CELL</a:t>
              </a:r>
            </a:p>
          </p:txBody>
        </p:sp>
        <p:sp>
          <p:nvSpPr>
            <p:cNvPr id="39976" name="Line 10">
              <a:extLst>
                <a:ext uri="{FF2B5EF4-FFF2-40B4-BE49-F238E27FC236}">
                  <a16:creationId xmlns:a16="http://schemas.microsoft.com/office/drawing/2014/main" id="{AB94AB76-B4D7-0692-0118-9EAE024802BA}"/>
                </a:ext>
              </a:extLst>
            </p:cNvPr>
            <p:cNvSpPr>
              <a:spLocks noChangeShapeType="1"/>
            </p:cNvSpPr>
            <p:nvPr/>
          </p:nvSpPr>
          <p:spPr bwMode="auto">
            <a:xfrm flipH="1">
              <a:off x="2428" y="1909"/>
              <a:ext cx="452" cy="0"/>
            </a:xfrm>
            <a:prstGeom prst="line">
              <a:avLst/>
            </a:prstGeom>
            <a:noFill/>
            <a:ln w="12700">
              <a:solidFill>
                <a:schemeClr val="tx1"/>
              </a:solidFill>
              <a:round/>
              <a:headEnd/>
              <a:tailEnd type="oval" w="lg" len="lg"/>
            </a:ln>
            <a:extLst>
              <a:ext uri="{909E8E84-426E-40DD-AFC4-6F175D3DCCD1}">
                <a14:hiddenFill xmlns:a14="http://schemas.microsoft.com/office/drawing/2010/main">
                  <a:noFill/>
                </a14:hiddenFill>
              </a:ext>
            </a:extLst>
          </p:spPr>
          <p:txBody>
            <a:bodyPr wrap="none" anchor="ctr"/>
            <a:lstStyle/>
            <a:p>
              <a:endParaRPr lang="en-US"/>
            </a:p>
          </p:txBody>
        </p:sp>
        <p:sp>
          <p:nvSpPr>
            <p:cNvPr id="39977" name="Text Box 11">
              <a:extLst>
                <a:ext uri="{FF2B5EF4-FFF2-40B4-BE49-F238E27FC236}">
                  <a16:creationId xmlns:a16="http://schemas.microsoft.com/office/drawing/2014/main" id="{80060CBD-627C-11F5-0198-E7509FE2DA10}"/>
                </a:ext>
              </a:extLst>
            </p:cNvPr>
            <p:cNvSpPr txBox="1">
              <a:spLocks noChangeArrowheads="1"/>
            </p:cNvSpPr>
            <p:nvPr/>
          </p:nvSpPr>
          <p:spPr bwMode="auto">
            <a:xfrm>
              <a:off x="2469" y="1687"/>
              <a:ext cx="2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US" sz="1800" b="1">
                  <a:latin typeface="Times New Roman" panose="02020603050405020304" pitchFamily="18" charset="0"/>
                </a:rPr>
                <a:t>b</a:t>
              </a:r>
            </a:p>
          </p:txBody>
        </p:sp>
        <p:sp>
          <p:nvSpPr>
            <p:cNvPr id="39978" name="Text Box 12">
              <a:extLst>
                <a:ext uri="{FF2B5EF4-FFF2-40B4-BE49-F238E27FC236}">
                  <a16:creationId xmlns:a16="http://schemas.microsoft.com/office/drawing/2014/main" id="{BCBFD334-DB84-970A-34DE-5C5B5542E9C6}"/>
                </a:ext>
              </a:extLst>
            </p:cNvPr>
            <p:cNvSpPr txBox="1">
              <a:spLocks noChangeArrowheads="1"/>
            </p:cNvSpPr>
            <p:nvPr/>
          </p:nvSpPr>
          <p:spPr bwMode="auto">
            <a:xfrm>
              <a:off x="1691" y="1651"/>
              <a:ext cx="20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US" sz="1800" b="1">
                  <a:latin typeface="Times New Roman" panose="02020603050405020304" pitchFamily="18" charset="0"/>
                </a:rPr>
                <a:t>c</a:t>
              </a:r>
            </a:p>
          </p:txBody>
        </p:sp>
        <p:sp>
          <p:nvSpPr>
            <p:cNvPr id="39979" name="Text Box 13">
              <a:extLst>
                <a:ext uri="{FF2B5EF4-FFF2-40B4-BE49-F238E27FC236}">
                  <a16:creationId xmlns:a16="http://schemas.microsoft.com/office/drawing/2014/main" id="{1C7276E7-2F18-1E23-5D17-A9B9521FA4BD}"/>
                </a:ext>
              </a:extLst>
            </p:cNvPr>
            <p:cNvSpPr txBox="1">
              <a:spLocks noChangeArrowheads="1"/>
            </p:cNvSpPr>
            <p:nvPr/>
          </p:nvSpPr>
          <p:spPr bwMode="auto">
            <a:xfrm>
              <a:off x="1399" y="1677"/>
              <a:ext cx="20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US" sz="1800" b="1">
                  <a:latin typeface="Times New Roman" panose="02020603050405020304" pitchFamily="18" charset="0"/>
                </a:rPr>
                <a:t>c</a:t>
              </a:r>
            </a:p>
          </p:txBody>
        </p:sp>
        <p:sp>
          <p:nvSpPr>
            <p:cNvPr id="39980" name="Line 14">
              <a:extLst>
                <a:ext uri="{FF2B5EF4-FFF2-40B4-BE49-F238E27FC236}">
                  <a16:creationId xmlns:a16="http://schemas.microsoft.com/office/drawing/2014/main" id="{707651D0-31F7-1970-0BB4-26448537985C}"/>
                </a:ext>
              </a:extLst>
            </p:cNvPr>
            <p:cNvSpPr>
              <a:spLocks noChangeShapeType="1"/>
            </p:cNvSpPr>
            <p:nvPr/>
          </p:nvSpPr>
          <p:spPr bwMode="auto">
            <a:xfrm flipV="1">
              <a:off x="1446" y="1767"/>
              <a:ext cx="10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9941" name="Group 15">
            <a:extLst>
              <a:ext uri="{FF2B5EF4-FFF2-40B4-BE49-F238E27FC236}">
                <a16:creationId xmlns:a16="http://schemas.microsoft.com/office/drawing/2014/main" id="{0623219E-005E-EB12-EAAE-BA4C6014CDD2}"/>
              </a:ext>
            </a:extLst>
          </p:cNvPr>
          <p:cNvGrpSpPr>
            <a:grpSpLocks/>
          </p:cNvGrpSpPr>
          <p:nvPr/>
        </p:nvGrpSpPr>
        <p:grpSpPr bwMode="auto">
          <a:xfrm>
            <a:off x="655638" y="1196975"/>
            <a:ext cx="2330450" cy="795338"/>
            <a:chOff x="500" y="754"/>
            <a:chExt cx="1846" cy="641"/>
          </a:xfrm>
        </p:grpSpPr>
        <p:sp>
          <p:nvSpPr>
            <p:cNvPr id="39964" name="Oval 16">
              <a:extLst>
                <a:ext uri="{FF2B5EF4-FFF2-40B4-BE49-F238E27FC236}">
                  <a16:creationId xmlns:a16="http://schemas.microsoft.com/office/drawing/2014/main" id="{A867E852-DB63-9AB6-587A-74E51EBDC886}"/>
                </a:ext>
              </a:extLst>
            </p:cNvPr>
            <p:cNvSpPr>
              <a:spLocks noChangeArrowheads="1"/>
            </p:cNvSpPr>
            <p:nvPr/>
          </p:nvSpPr>
          <p:spPr bwMode="auto">
            <a:xfrm>
              <a:off x="1081" y="754"/>
              <a:ext cx="695" cy="64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200">
                  <a:latin typeface="Times New Roman" panose="02020603050405020304" pitchFamily="18" charset="0"/>
                </a:rPr>
                <a:t>CELL</a:t>
              </a:r>
            </a:p>
          </p:txBody>
        </p:sp>
        <p:sp>
          <p:nvSpPr>
            <p:cNvPr id="39965" name="Line 17">
              <a:extLst>
                <a:ext uri="{FF2B5EF4-FFF2-40B4-BE49-F238E27FC236}">
                  <a16:creationId xmlns:a16="http://schemas.microsoft.com/office/drawing/2014/main" id="{4C029EEA-3695-F637-A2B4-2A9DF3A87D45}"/>
                </a:ext>
              </a:extLst>
            </p:cNvPr>
            <p:cNvSpPr>
              <a:spLocks noChangeShapeType="1"/>
            </p:cNvSpPr>
            <p:nvPr/>
          </p:nvSpPr>
          <p:spPr bwMode="auto">
            <a:xfrm>
              <a:off x="500" y="1074"/>
              <a:ext cx="580" cy="0"/>
            </a:xfrm>
            <a:prstGeom prst="line">
              <a:avLst/>
            </a:prstGeom>
            <a:noFill/>
            <a:ln w="12700">
              <a:solidFill>
                <a:schemeClr val="tx1"/>
              </a:solidFill>
              <a:round/>
              <a:headEnd/>
              <a:tailEnd type="oval" w="lg" len="lg"/>
            </a:ln>
            <a:extLst>
              <a:ext uri="{909E8E84-426E-40DD-AFC4-6F175D3DCCD1}">
                <a14:hiddenFill xmlns:a14="http://schemas.microsoft.com/office/drawing/2010/main">
                  <a:noFill/>
                </a14:hiddenFill>
              </a:ext>
            </a:extLst>
          </p:spPr>
          <p:txBody>
            <a:bodyPr wrap="none" anchor="ctr"/>
            <a:lstStyle/>
            <a:p>
              <a:endParaRPr lang="en-US"/>
            </a:p>
          </p:txBody>
        </p:sp>
        <p:sp>
          <p:nvSpPr>
            <p:cNvPr id="39966" name="Text Box 18">
              <a:extLst>
                <a:ext uri="{FF2B5EF4-FFF2-40B4-BE49-F238E27FC236}">
                  <a16:creationId xmlns:a16="http://schemas.microsoft.com/office/drawing/2014/main" id="{D1B8B25F-4E85-8EA0-E034-C1D70631B680}"/>
                </a:ext>
              </a:extLst>
            </p:cNvPr>
            <p:cNvSpPr txBox="1">
              <a:spLocks noChangeArrowheads="1"/>
            </p:cNvSpPr>
            <p:nvPr/>
          </p:nvSpPr>
          <p:spPr bwMode="auto">
            <a:xfrm>
              <a:off x="828" y="787"/>
              <a:ext cx="267" cy="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US" sz="1800" b="1">
                  <a:latin typeface="Times New Roman" panose="02020603050405020304" pitchFamily="18" charset="0"/>
                </a:rPr>
                <a:t>a</a:t>
              </a:r>
            </a:p>
          </p:txBody>
        </p:sp>
        <p:sp>
          <p:nvSpPr>
            <p:cNvPr id="39967" name="Line 19">
              <a:extLst>
                <a:ext uri="{FF2B5EF4-FFF2-40B4-BE49-F238E27FC236}">
                  <a16:creationId xmlns:a16="http://schemas.microsoft.com/office/drawing/2014/main" id="{FC085D32-24BC-21D5-4363-D7F05FC6BDCE}"/>
                </a:ext>
              </a:extLst>
            </p:cNvPr>
            <p:cNvSpPr>
              <a:spLocks noChangeShapeType="1"/>
            </p:cNvSpPr>
            <p:nvPr/>
          </p:nvSpPr>
          <p:spPr bwMode="auto">
            <a:xfrm flipV="1">
              <a:off x="1895" y="868"/>
              <a:ext cx="13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968" name="Line 20">
              <a:extLst>
                <a:ext uri="{FF2B5EF4-FFF2-40B4-BE49-F238E27FC236}">
                  <a16:creationId xmlns:a16="http://schemas.microsoft.com/office/drawing/2014/main" id="{CAA1BD89-58A7-8825-5F16-94F33EE8884E}"/>
                </a:ext>
              </a:extLst>
            </p:cNvPr>
            <p:cNvSpPr>
              <a:spLocks noChangeShapeType="1"/>
            </p:cNvSpPr>
            <p:nvPr/>
          </p:nvSpPr>
          <p:spPr bwMode="auto">
            <a:xfrm flipH="1">
              <a:off x="1766" y="1074"/>
              <a:ext cx="580" cy="0"/>
            </a:xfrm>
            <a:prstGeom prst="line">
              <a:avLst/>
            </a:prstGeom>
            <a:noFill/>
            <a:ln w="12700">
              <a:solidFill>
                <a:schemeClr val="tx1"/>
              </a:solidFill>
              <a:round/>
              <a:headEnd/>
              <a:tailEnd type="oval" w="lg" len="lg"/>
            </a:ln>
            <a:extLst>
              <a:ext uri="{909E8E84-426E-40DD-AFC4-6F175D3DCCD1}">
                <a14:hiddenFill xmlns:a14="http://schemas.microsoft.com/office/drawing/2010/main">
                  <a:noFill/>
                </a14:hiddenFill>
              </a:ext>
            </a:extLst>
          </p:spPr>
          <p:txBody>
            <a:bodyPr wrap="none" anchor="ctr"/>
            <a:lstStyle/>
            <a:p>
              <a:endParaRPr lang="en-US"/>
            </a:p>
          </p:txBody>
        </p:sp>
        <p:sp>
          <p:nvSpPr>
            <p:cNvPr id="39969" name="Text Box 21">
              <a:extLst>
                <a:ext uri="{FF2B5EF4-FFF2-40B4-BE49-F238E27FC236}">
                  <a16:creationId xmlns:a16="http://schemas.microsoft.com/office/drawing/2014/main" id="{4EBA4656-0AF7-9BFB-38B0-A7BF5FCF1C8F}"/>
                </a:ext>
              </a:extLst>
            </p:cNvPr>
            <p:cNvSpPr txBox="1">
              <a:spLocks noChangeArrowheads="1"/>
            </p:cNvSpPr>
            <p:nvPr/>
          </p:nvSpPr>
          <p:spPr bwMode="auto">
            <a:xfrm>
              <a:off x="1819" y="790"/>
              <a:ext cx="281"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US" sz="1800" b="1">
                  <a:latin typeface="Times New Roman" panose="02020603050405020304" pitchFamily="18" charset="0"/>
                </a:rPr>
                <a:t>b</a:t>
              </a:r>
            </a:p>
          </p:txBody>
        </p:sp>
      </p:grpSp>
      <p:grpSp>
        <p:nvGrpSpPr>
          <p:cNvPr id="39942" name="Group 22">
            <a:extLst>
              <a:ext uri="{FF2B5EF4-FFF2-40B4-BE49-F238E27FC236}">
                <a16:creationId xmlns:a16="http://schemas.microsoft.com/office/drawing/2014/main" id="{5353AC53-0F7D-2351-B23A-F1AB7B39A209}"/>
              </a:ext>
            </a:extLst>
          </p:cNvPr>
          <p:cNvGrpSpPr>
            <a:grpSpLocks/>
          </p:cNvGrpSpPr>
          <p:nvPr/>
        </p:nvGrpSpPr>
        <p:grpSpPr bwMode="auto">
          <a:xfrm>
            <a:off x="641350" y="3937000"/>
            <a:ext cx="5695950" cy="895350"/>
            <a:chOff x="413" y="2751"/>
            <a:chExt cx="3588" cy="564"/>
          </a:xfrm>
        </p:grpSpPr>
        <p:sp>
          <p:nvSpPr>
            <p:cNvPr id="39948" name="Oval 23">
              <a:extLst>
                <a:ext uri="{FF2B5EF4-FFF2-40B4-BE49-F238E27FC236}">
                  <a16:creationId xmlns:a16="http://schemas.microsoft.com/office/drawing/2014/main" id="{1D6192E1-08F6-DA94-3531-D6CE7ED7D2E5}"/>
                </a:ext>
              </a:extLst>
            </p:cNvPr>
            <p:cNvSpPr>
              <a:spLocks noChangeArrowheads="1"/>
            </p:cNvSpPr>
            <p:nvPr/>
          </p:nvSpPr>
          <p:spPr bwMode="auto">
            <a:xfrm>
              <a:off x="2979" y="2751"/>
              <a:ext cx="556" cy="53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200">
                  <a:latin typeface="Times New Roman" panose="02020603050405020304" pitchFamily="18" charset="0"/>
                </a:rPr>
                <a:t>CELL</a:t>
              </a:r>
            </a:p>
          </p:txBody>
        </p:sp>
        <p:sp>
          <p:nvSpPr>
            <p:cNvPr id="39949" name="Line 24">
              <a:extLst>
                <a:ext uri="{FF2B5EF4-FFF2-40B4-BE49-F238E27FC236}">
                  <a16:creationId xmlns:a16="http://schemas.microsoft.com/office/drawing/2014/main" id="{CD8C4214-CAA7-31E9-7BC7-A7A87F8F3709}"/>
                </a:ext>
              </a:extLst>
            </p:cNvPr>
            <p:cNvSpPr>
              <a:spLocks noChangeShapeType="1"/>
            </p:cNvSpPr>
            <p:nvPr/>
          </p:nvSpPr>
          <p:spPr bwMode="auto">
            <a:xfrm flipH="1">
              <a:off x="2505" y="3027"/>
              <a:ext cx="443" cy="0"/>
            </a:xfrm>
            <a:prstGeom prst="line">
              <a:avLst/>
            </a:prstGeom>
            <a:noFill/>
            <a:ln w="12700">
              <a:solidFill>
                <a:schemeClr val="tx1"/>
              </a:solidFill>
              <a:round/>
              <a:headEnd type="oval" w="lg" len="lg"/>
              <a:tailEnd type="oval" w="lg" len="lg"/>
            </a:ln>
            <a:extLst>
              <a:ext uri="{909E8E84-426E-40DD-AFC4-6F175D3DCCD1}">
                <a14:hiddenFill xmlns:a14="http://schemas.microsoft.com/office/drawing/2010/main">
                  <a:noFill/>
                </a14:hiddenFill>
              </a:ext>
            </a:extLst>
          </p:spPr>
          <p:txBody>
            <a:bodyPr wrap="none" anchor="ctr"/>
            <a:lstStyle/>
            <a:p>
              <a:endParaRPr lang="en-US"/>
            </a:p>
          </p:txBody>
        </p:sp>
        <p:sp>
          <p:nvSpPr>
            <p:cNvPr id="39950" name="Text Box 25">
              <a:extLst>
                <a:ext uri="{FF2B5EF4-FFF2-40B4-BE49-F238E27FC236}">
                  <a16:creationId xmlns:a16="http://schemas.microsoft.com/office/drawing/2014/main" id="{693D8307-E610-5895-5BF5-602B8EFEBD77}"/>
                </a:ext>
              </a:extLst>
            </p:cNvPr>
            <p:cNvSpPr txBox="1">
              <a:spLocks noChangeArrowheads="1"/>
            </p:cNvSpPr>
            <p:nvPr/>
          </p:nvSpPr>
          <p:spPr bwMode="auto">
            <a:xfrm>
              <a:off x="2768" y="2771"/>
              <a:ext cx="2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US" sz="1800" b="1">
                  <a:latin typeface="Times New Roman" panose="02020603050405020304" pitchFamily="18" charset="0"/>
                </a:rPr>
                <a:t>d</a:t>
              </a:r>
            </a:p>
          </p:txBody>
        </p:sp>
        <p:sp>
          <p:nvSpPr>
            <p:cNvPr id="39951" name="Text Box 26">
              <a:extLst>
                <a:ext uri="{FF2B5EF4-FFF2-40B4-BE49-F238E27FC236}">
                  <a16:creationId xmlns:a16="http://schemas.microsoft.com/office/drawing/2014/main" id="{84EFA82D-87D6-0FB1-FFC4-D17A6406894A}"/>
                </a:ext>
              </a:extLst>
            </p:cNvPr>
            <p:cNvSpPr txBox="1">
              <a:spLocks noChangeArrowheads="1"/>
            </p:cNvSpPr>
            <p:nvPr/>
          </p:nvSpPr>
          <p:spPr bwMode="auto">
            <a:xfrm>
              <a:off x="2475" y="2788"/>
              <a:ext cx="2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US" sz="1800" b="1">
                  <a:latin typeface="Times New Roman" panose="02020603050405020304" pitchFamily="18" charset="0"/>
                </a:rPr>
                <a:t>d</a:t>
              </a:r>
            </a:p>
          </p:txBody>
        </p:sp>
        <p:sp>
          <p:nvSpPr>
            <p:cNvPr id="39952" name="Line 27">
              <a:extLst>
                <a:ext uri="{FF2B5EF4-FFF2-40B4-BE49-F238E27FC236}">
                  <a16:creationId xmlns:a16="http://schemas.microsoft.com/office/drawing/2014/main" id="{CB02B1BA-99BF-B16A-4DF4-62B8955A60C9}"/>
                </a:ext>
              </a:extLst>
            </p:cNvPr>
            <p:cNvSpPr>
              <a:spLocks noChangeShapeType="1"/>
            </p:cNvSpPr>
            <p:nvPr/>
          </p:nvSpPr>
          <p:spPr bwMode="auto">
            <a:xfrm flipV="1">
              <a:off x="2545" y="2846"/>
              <a:ext cx="10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953" name="Oval 28">
              <a:extLst>
                <a:ext uri="{FF2B5EF4-FFF2-40B4-BE49-F238E27FC236}">
                  <a16:creationId xmlns:a16="http://schemas.microsoft.com/office/drawing/2014/main" id="{4FC4B3D8-DF57-CB59-0602-F7E3EA93DEE2}"/>
                </a:ext>
              </a:extLst>
            </p:cNvPr>
            <p:cNvSpPr>
              <a:spLocks noChangeArrowheads="1"/>
            </p:cNvSpPr>
            <p:nvPr/>
          </p:nvSpPr>
          <p:spPr bwMode="auto">
            <a:xfrm>
              <a:off x="878" y="2776"/>
              <a:ext cx="556" cy="53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200">
                  <a:latin typeface="Times New Roman" panose="02020603050405020304" pitchFamily="18" charset="0"/>
                </a:rPr>
                <a:t>CELL</a:t>
              </a:r>
            </a:p>
          </p:txBody>
        </p:sp>
        <p:sp>
          <p:nvSpPr>
            <p:cNvPr id="39954" name="Line 29">
              <a:extLst>
                <a:ext uri="{FF2B5EF4-FFF2-40B4-BE49-F238E27FC236}">
                  <a16:creationId xmlns:a16="http://schemas.microsoft.com/office/drawing/2014/main" id="{F3FDDC2F-2AE9-537E-934C-C2EC97169013}"/>
                </a:ext>
              </a:extLst>
            </p:cNvPr>
            <p:cNvSpPr>
              <a:spLocks noChangeShapeType="1"/>
            </p:cNvSpPr>
            <p:nvPr/>
          </p:nvSpPr>
          <p:spPr bwMode="auto">
            <a:xfrm>
              <a:off x="413" y="3045"/>
              <a:ext cx="464" cy="0"/>
            </a:xfrm>
            <a:prstGeom prst="line">
              <a:avLst/>
            </a:prstGeom>
            <a:noFill/>
            <a:ln w="12700">
              <a:solidFill>
                <a:schemeClr val="tx1"/>
              </a:solidFill>
              <a:round/>
              <a:headEnd/>
              <a:tailEnd type="oval" w="lg" len="lg"/>
            </a:ln>
            <a:extLst>
              <a:ext uri="{909E8E84-426E-40DD-AFC4-6F175D3DCCD1}">
                <a14:hiddenFill xmlns:a14="http://schemas.microsoft.com/office/drawing/2010/main">
                  <a:noFill/>
                </a14:hiddenFill>
              </a:ext>
            </a:extLst>
          </p:spPr>
          <p:txBody>
            <a:bodyPr wrap="none" anchor="ctr"/>
            <a:lstStyle/>
            <a:p>
              <a:endParaRPr lang="en-US"/>
            </a:p>
          </p:txBody>
        </p:sp>
        <p:sp>
          <p:nvSpPr>
            <p:cNvPr id="39955" name="Line 30">
              <a:extLst>
                <a:ext uri="{FF2B5EF4-FFF2-40B4-BE49-F238E27FC236}">
                  <a16:creationId xmlns:a16="http://schemas.microsoft.com/office/drawing/2014/main" id="{4005483D-BE82-0EE4-6EB7-A46B922D4FDB}"/>
                </a:ext>
              </a:extLst>
            </p:cNvPr>
            <p:cNvSpPr>
              <a:spLocks noChangeShapeType="1"/>
            </p:cNvSpPr>
            <p:nvPr/>
          </p:nvSpPr>
          <p:spPr bwMode="auto">
            <a:xfrm flipH="1">
              <a:off x="1448" y="3045"/>
              <a:ext cx="443" cy="0"/>
            </a:xfrm>
            <a:prstGeom prst="line">
              <a:avLst/>
            </a:prstGeom>
            <a:noFill/>
            <a:ln w="12700">
              <a:solidFill>
                <a:schemeClr val="tx1"/>
              </a:solidFill>
              <a:round/>
              <a:headEnd type="oval" w="lg" len="lg"/>
              <a:tailEnd type="oval" w="lg" len="lg"/>
            </a:ln>
            <a:extLst>
              <a:ext uri="{909E8E84-426E-40DD-AFC4-6F175D3DCCD1}">
                <a14:hiddenFill xmlns:a14="http://schemas.microsoft.com/office/drawing/2010/main">
                  <a:noFill/>
                </a14:hiddenFill>
              </a:ext>
            </a:extLst>
          </p:spPr>
          <p:txBody>
            <a:bodyPr wrap="none" anchor="ctr"/>
            <a:lstStyle/>
            <a:p>
              <a:endParaRPr lang="en-US"/>
            </a:p>
          </p:txBody>
        </p:sp>
        <p:sp>
          <p:nvSpPr>
            <p:cNvPr id="39956" name="Text Box 31">
              <a:extLst>
                <a:ext uri="{FF2B5EF4-FFF2-40B4-BE49-F238E27FC236}">
                  <a16:creationId xmlns:a16="http://schemas.microsoft.com/office/drawing/2014/main" id="{2436C8BC-B059-4109-F2E3-458B135CBEE9}"/>
                </a:ext>
              </a:extLst>
            </p:cNvPr>
            <p:cNvSpPr txBox="1">
              <a:spLocks noChangeArrowheads="1"/>
            </p:cNvSpPr>
            <p:nvPr/>
          </p:nvSpPr>
          <p:spPr bwMode="auto">
            <a:xfrm>
              <a:off x="660" y="2798"/>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US" sz="1800" b="1">
                  <a:latin typeface="Times New Roman" panose="02020603050405020304" pitchFamily="18" charset="0"/>
                </a:rPr>
                <a:t>a</a:t>
              </a:r>
            </a:p>
          </p:txBody>
        </p:sp>
        <p:sp>
          <p:nvSpPr>
            <p:cNvPr id="39957" name="Oval 32">
              <a:extLst>
                <a:ext uri="{FF2B5EF4-FFF2-40B4-BE49-F238E27FC236}">
                  <a16:creationId xmlns:a16="http://schemas.microsoft.com/office/drawing/2014/main" id="{04AAABC3-33F9-59D0-1AC0-2EAA13899320}"/>
                </a:ext>
              </a:extLst>
            </p:cNvPr>
            <p:cNvSpPr>
              <a:spLocks noChangeArrowheads="1"/>
            </p:cNvSpPr>
            <p:nvPr/>
          </p:nvSpPr>
          <p:spPr bwMode="auto">
            <a:xfrm>
              <a:off x="1929" y="2775"/>
              <a:ext cx="556" cy="53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200">
                  <a:latin typeface="Times New Roman" panose="02020603050405020304" pitchFamily="18" charset="0"/>
                </a:rPr>
                <a:t>CELL</a:t>
              </a:r>
            </a:p>
          </p:txBody>
        </p:sp>
        <p:sp>
          <p:nvSpPr>
            <p:cNvPr id="39958" name="Line 33">
              <a:extLst>
                <a:ext uri="{FF2B5EF4-FFF2-40B4-BE49-F238E27FC236}">
                  <a16:creationId xmlns:a16="http://schemas.microsoft.com/office/drawing/2014/main" id="{A77FD17A-075A-9382-8C62-63165D229570}"/>
                </a:ext>
              </a:extLst>
            </p:cNvPr>
            <p:cNvSpPr>
              <a:spLocks noChangeShapeType="1"/>
            </p:cNvSpPr>
            <p:nvPr/>
          </p:nvSpPr>
          <p:spPr bwMode="auto">
            <a:xfrm flipH="1">
              <a:off x="3537" y="3017"/>
              <a:ext cx="464" cy="0"/>
            </a:xfrm>
            <a:prstGeom prst="line">
              <a:avLst/>
            </a:prstGeom>
            <a:noFill/>
            <a:ln w="12700">
              <a:solidFill>
                <a:schemeClr val="tx1"/>
              </a:solidFill>
              <a:round/>
              <a:headEnd/>
              <a:tailEnd type="oval" w="lg" len="lg"/>
            </a:ln>
            <a:extLst>
              <a:ext uri="{909E8E84-426E-40DD-AFC4-6F175D3DCCD1}">
                <a14:hiddenFill xmlns:a14="http://schemas.microsoft.com/office/drawing/2010/main">
                  <a:noFill/>
                </a14:hiddenFill>
              </a:ext>
            </a:extLst>
          </p:spPr>
          <p:txBody>
            <a:bodyPr wrap="none" anchor="ctr"/>
            <a:lstStyle/>
            <a:p>
              <a:endParaRPr lang="en-US"/>
            </a:p>
          </p:txBody>
        </p:sp>
        <p:sp>
          <p:nvSpPr>
            <p:cNvPr id="39959" name="Text Box 34">
              <a:extLst>
                <a:ext uri="{FF2B5EF4-FFF2-40B4-BE49-F238E27FC236}">
                  <a16:creationId xmlns:a16="http://schemas.microsoft.com/office/drawing/2014/main" id="{4304D89B-DC0F-AEFE-8F73-DF469C08FC91}"/>
                </a:ext>
              </a:extLst>
            </p:cNvPr>
            <p:cNvSpPr txBox="1">
              <a:spLocks noChangeArrowheads="1"/>
            </p:cNvSpPr>
            <p:nvPr/>
          </p:nvSpPr>
          <p:spPr bwMode="auto">
            <a:xfrm>
              <a:off x="3552" y="2769"/>
              <a:ext cx="2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US" sz="1800" b="1">
                  <a:latin typeface="Times New Roman" panose="02020603050405020304" pitchFamily="18" charset="0"/>
                </a:rPr>
                <a:t>b</a:t>
              </a:r>
            </a:p>
          </p:txBody>
        </p:sp>
        <p:sp>
          <p:nvSpPr>
            <p:cNvPr id="39960" name="Text Box 35">
              <a:extLst>
                <a:ext uri="{FF2B5EF4-FFF2-40B4-BE49-F238E27FC236}">
                  <a16:creationId xmlns:a16="http://schemas.microsoft.com/office/drawing/2014/main" id="{3756FC49-9C4C-6F21-F109-13B15BC4EA7C}"/>
                </a:ext>
              </a:extLst>
            </p:cNvPr>
            <p:cNvSpPr txBox="1">
              <a:spLocks noChangeArrowheads="1"/>
            </p:cNvSpPr>
            <p:nvPr/>
          </p:nvSpPr>
          <p:spPr bwMode="auto">
            <a:xfrm>
              <a:off x="1738" y="2789"/>
              <a:ext cx="20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US" sz="1800" b="1">
                  <a:latin typeface="Times New Roman" panose="02020603050405020304" pitchFamily="18" charset="0"/>
                </a:rPr>
                <a:t>c</a:t>
              </a:r>
            </a:p>
          </p:txBody>
        </p:sp>
        <p:sp>
          <p:nvSpPr>
            <p:cNvPr id="39961" name="Text Box 36">
              <a:extLst>
                <a:ext uri="{FF2B5EF4-FFF2-40B4-BE49-F238E27FC236}">
                  <a16:creationId xmlns:a16="http://schemas.microsoft.com/office/drawing/2014/main" id="{62A8492E-2015-72AF-BC44-6995F782A70D}"/>
                </a:ext>
              </a:extLst>
            </p:cNvPr>
            <p:cNvSpPr txBox="1">
              <a:spLocks noChangeArrowheads="1"/>
            </p:cNvSpPr>
            <p:nvPr/>
          </p:nvSpPr>
          <p:spPr bwMode="auto">
            <a:xfrm>
              <a:off x="1429" y="2806"/>
              <a:ext cx="20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US" sz="1800" b="1">
                  <a:latin typeface="Times New Roman" panose="02020603050405020304" pitchFamily="18" charset="0"/>
                </a:rPr>
                <a:t>c</a:t>
              </a:r>
            </a:p>
          </p:txBody>
        </p:sp>
        <p:sp>
          <p:nvSpPr>
            <p:cNvPr id="39962" name="Line 37">
              <a:extLst>
                <a:ext uri="{FF2B5EF4-FFF2-40B4-BE49-F238E27FC236}">
                  <a16:creationId xmlns:a16="http://schemas.microsoft.com/office/drawing/2014/main" id="{24DBAB51-871E-9607-A321-354A325E9276}"/>
                </a:ext>
              </a:extLst>
            </p:cNvPr>
            <p:cNvSpPr>
              <a:spLocks noChangeShapeType="1"/>
            </p:cNvSpPr>
            <p:nvPr/>
          </p:nvSpPr>
          <p:spPr bwMode="auto">
            <a:xfrm flipV="1">
              <a:off x="1475" y="2892"/>
              <a:ext cx="10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963" name="Line 38">
              <a:extLst>
                <a:ext uri="{FF2B5EF4-FFF2-40B4-BE49-F238E27FC236}">
                  <a16:creationId xmlns:a16="http://schemas.microsoft.com/office/drawing/2014/main" id="{3E2B09E1-2404-6EC8-2637-664D34FE3152}"/>
                </a:ext>
              </a:extLst>
            </p:cNvPr>
            <p:cNvSpPr>
              <a:spLocks noChangeShapeType="1"/>
            </p:cNvSpPr>
            <p:nvPr/>
          </p:nvSpPr>
          <p:spPr bwMode="auto">
            <a:xfrm flipV="1">
              <a:off x="3628" y="2822"/>
              <a:ext cx="10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9943" name="Group 39">
            <a:extLst>
              <a:ext uri="{FF2B5EF4-FFF2-40B4-BE49-F238E27FC236}">
                <a16:creationId xmlns:a16="http://schemas.microsoft.com/office/drawing/2014/main" id="{FF71E6AE-3009-29BB-95AF-50D8B33700B7}"/>
              </a:ext>
            </a:extLst>
          </p:cNvPr>
          <p:cNvGrpSpPr>
            <a:grpSpLocks/>
          </p:cNvGrpSpPr>
          <p:nvPr/>
        </p:nvGrpSpPr>
        <p:grpSpPr bwMode="auto">
          <a:xfrm>
            <a:off x="4608513" y="1303338"/>
            <a:ext cx="3043237" cy="430212"/>
            <a:chOff x="2903" y="821"/>
            <a:chExt cx="1917" cy="271"/>
          </a:xfrm>
        </p:grpSpPr>
        <p:sp>
          <p:nvSpPr>
            <p:cNvPr id="201768" name="Rectangle 40">
              <a:extLst>
                <a:ext uri="{FF2B5EF4-FFF2-40B4-BE49-F238E27FC236}">
                  <a16:creationId xmlns:a16="http://schemas.microsoft.com/office/drawing/2014/main" id="{4E9F1827-6D12-253C-63E0-7C4A6358A142}"/>
                </a:ext>
              </a:extLst>
            </p:cNvPr>
            <p:cNvSpPr>
              <a:spLocks noChangeArrowheads="1"/>
            </p:cNvSpPr>
            <p:nvPr/>
          </p:nvSpPr>
          <p:spPr bwMode="auto">
            <a:xfrm>
              <a:off x="2903" y="821"/>
              <a:ext cx="1917" cy="271"/>
            </a:xfrm>
            <a:prstGeom prst="rect">
              <a:avLst/>
            </a:prstGeom>
            <a:noFill/>
            <a:ln w="9525">
              <a:noFill/>
              <a:miter lim="800000"/>
              <a:headEnd/>
              <a:tailEnd/>
            </a:ln>
            <a:effectLst/>
          </p:spPr>
          <p:txBody>
            <a:bodyPr wrap="none" anchor="ctr">
              <a:spAutoFit/>
            </a:bodyPr>
            <a:lstStyle/>
            <a:p>
              <a:pPr>
                <a:spcBef>
                  <a:spcPct val="20000"/>
                </a:spcBef>
                <a:defRPr/>
              </a:pPr>
              <a:r>
                <a:rPr lang="en-US" sz="2200" dirty="0">
                  <a:solidFill>
                    <a:srgbClr val="FF6600"/>
                  </a:solidFill>
                  <a:latin typeface="+mn-lt"/>
                  <a:ea typeface="ＭＳ Ｐゴシック" charset="0"/>
                  <a:cs typeface="ＭＳ Ｐゴシック" charset="0"/>
                </a:rPr>
                <a:t>CELL(</a:t>
              </a:r>
              <a:r>
                <a:rPr lang="en-US" sz="2200" dirty="0" err="1">
                  <a:solidFill>
                    <a:srgbClr val="FF6600"/>
                  </a:solidFill>
                  <a:latin typeface="+mn-lt"/>
                  <a:ea typeface="ＭＳ Ｐゴシック" charset="0"/>
                  <a:cs typeface="ＭＳ Ｐゴシック" charset="0"/>
                </a:rPr>
                <a:t>a,b</a:t>
              </a:r>
              <a:r>
                <a:rPr lang="en-US" sz="2200" dirty="0">
                  <a:solidFill>
                    <a:srgbClr val="FF6600"/>
                  </a:solidFill>
                  <a:latin typeface="+mn-lt"/>
                  <a:ea typeface="ＭＳ Ｐゴシック" charset="0"/>
                  <a:cs typeface="ＭＳ Ｐゴシック" charset="0"/>
                </a:rPr>
                <a:t>)  = </a:t>
              </a:r>
              <a:r>
                <a:rPr lang="en-US" sz="2200" dirty="0" err="1">
                  <a:solidFill>
                    <a:srgbClr val="FF6600"/>
                  </a:solidFill>
                  <a:latin typeface="+mn-lt"/>
                  <a:ea typeface="ＭＳ Ｐゴシック" charset="0"/>
                  <a:cs typeface="ＭＳ Ｐゴシック" charset="0"/>
                </a:rPr>
                <a:t>a.b.CELL</a:t>
              </a:r>
              <a:r>
                <a:rPr lang="en-US" sz="2200" dirty="0">
                  <a:solidFill>
                    <a:srgbClr val="FF6600"/>
                  </a:solidFill>
                  <a:latin typeface="+mn-lt"/>
                  <a:ea typeface="ＭＳ Ｐゴシック" charset="0"/>
                  <a:cs typeface="ＭＳ Ｐゴシック" charset="0"/>
                </a:rPr>
                <a:t>(</a:t>
              </a:r>
              <a:r>
                <a:rPr lang="en-US" sz="2200" dirty="0" err="1">
                  <a:solidFill>
                    <a:srgbClr val="FF6600"/>
                  </a:solidFill>
                  <a:latin typeface="+mn-lt"/>
                  <a:ea typeface="ＭＳ Ｐゴシック" charset="0"/>
                  <a:cs typeface="ＭＳ Ｐゴシック" charset="0"/>
                </a:rPr>
                <a:t>a,b</a:t>
              </a:r>
              <a:r>
                <a:rPr lang="en-US" sz="2200" dirty="0">
                  <a:solidFill>
                    <a:srgbClr val="FF6600"/>
                  </a:solidFill>
                  <a:latin typeface="+mn-lt"/>
                  <a:ea typeface="ＭＳ Ｐゴシック" charset="0"/>
                  <a:cs typeface="ＭＳ Ｐゴシック" charset="0"/>
                </a:rPr>
                <a:t>) </a:t>
              </a:r>
            </a:p>
          </p:txBody>
        </p:sp>
        <p:sp>
          <p:nvSpPr>
            <p:cNvPr id="39947" name="Line 41">
              <a:extLst>
                <a:ext uri="{FF2B5EF4-FFF2-40B4-BE49-F238E27FC236}">
                  <a16:creationId xmlns:a16="http://schemas.microsoft.com/office/drawing/2014/main" id="{29708AAC-0C7D-0FD5-CC7E-B0A082DD702B}"/>
                </a:ext>
              </a:extLst>
            </p:cNvPr>
            <p:cNvSpPr>
              <a:spLocks noChangeShapeType="1"/>
            </p:cNvSpPr>
            <p:nvPr/>
          </p:nvSpPr>
          <p:spPr bwMode="auto">
            <a:xfrm flipV="1">
              <a:off x="3917" y="871"/>
              <a:ext cx="13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201770" name="Rectangle 42">
            <a:extLst>
              <a:ext uri="{FF2B5EF4-FFF2-40B4-BE49-F238E27FC236}">
                <a16:creationId xmlns:a16="http://schemas.microsoft.com/office/drawing/2014/main" id="{214AC12C-E331-A7E7-BB86-55D854A1D378}"/>
              </a:ext>
            </a:extLst>
          </p:cNvPr>
          <p:cNvSpPr>
            <a:spLocks noChangeArrowheads="1"/>
          </p:cNvSpPr>
          <p:nvPr/>
        </p:nvSpPr>
        <p:spPr bwMode="auto">
          <a:xfrm>
            <a:off x="4572000" y="2713038"/>
            <a:ext cx="2827338" cy="963612"/>
          </a:xfrm>
          <a:prstGeom prst="rect">
            <a:avLst/>
          </a:prstGeom>
          <a:noFill/>
          <a:ln w="9525">
            <a:noFill/>
            <a:miter lim="800000"/>
            <a:headEnd/>
            <a:tailEnd/>
          </a:ln>
          <a:effectLst/>
        </p:spPr>
        <p:txBody>
          <a:bodyPr wrap="none" anchor="ctr">
            <a:spAutoFit/>
          </a:bodyPr>
          <a:lstStyle/>
          <a:p>
            <a:pPr>
              <a:lnSpc>
                <a:spcPct val="85000"/>
              </a:lnSpc>
              <a:defRPr/>
            </a:pPr>
            <a:r>
              <a:rPr lang="en-US" sz="2200" dirty="0">
                <a:solidFill>
                  <a:srgbClr val="FF6600"/>
                </a:solidFill>
                <a:latin typeface="+mn-lt"/>
                <a:ea typeface="ＭＳ Ｐゴシック" charset="0"/>
                <a:cs typeface="ＭＳ Ｐゴシック" charset="0"/>
              </a:rPr>
              <a:t>C</a:t>
            </a:r>
            <a:r>
              <a:rPr lang="en-US" sz="2200" baseline="-25000" dirty="0">
                <a:solidFill>
                  <a:srgbClr val="FF6600"/>
                </a:solidFill>
                <a:latin typeface="+mn-lt"/>
                <a:ea typeface="ＭＳ Ｐゴシック" charset="0"/>
                <a:cs typeface="ＭＳ Ｐゴシック" charset="0"/>
              </a:rPr>
              <a:t>0</a:t>
            </a:r>
            <a:r>
              <a:rPr lang="en-US" sz="2200" dirty="0">
                <a:solidFill>
                  <a:srgbClr val="FF6600"/>
                </a:solidFill>
                <a:latin typeface="+mn-lt"/>
                <a:ea typeface="ＭＳ Ｐゴシック" charset="0"/>
                <a:cs typeface="ＭＳ Ｐゴシック" charset="0"/>
              </a:rPr>
              <a:t> = CELL(a, c) </a:t>
            </a:r>
          </a:p>
          <a:p>
            <a:pPr>
              <a:lnSpc>
                <a:spcPct val="85000"/>
              </a:lnSpc>
              <a:defRPr/>
            </a:pPr>
            <a:r>
              <a:rPr lang="en-US" sz="2200" dirty="0">
                <a:solidFill>
                  <a:srgbClr val="FF6600"/>
                </a:solidFill>
                <a:latin typeface="+mn-lt"/>
                <a:ea typeface="ＭＳ Ｐゴシック" charset="0"/>
                <a:cs typeface="ＭＳ Ｐゴシック" charset="0"/>
              </a:rPr>
              <a:t>C</a:t>
            </a:r>
            <a:r>
              <a:rPr lang="en-US" sz="2200" baseline="-25000" dirty="0">
                <a:solidFill>
                  <a:srgbClr val="FF6600"/>
                </a:solidFill>
                <a:latin typeface="+mn-lt"/>
                <a:ea typeface="ＭＳ Ｐゴシック" charset="0"/>
                <a:cs typeface="ＭＳ Ｐゴシック" charset="0"/>
              </a:rPr>
              <a:t>1</a:t>
            </a:r>
            <a:r>
              <a:rPr lang="en-US" sz="2200" dirty="0">
                <a:solidFill>
                  <a:srgbClr val="FF6600"/>
                </a:solidFill>
                <a:latin typeface="+mn-lt"/>
                <a:ea typeface="ＭＳ Ｐゴシック" charset="0"/>
                <a:cs typeface="ＭＳ Ｐゴシック" charset="0"/>
              </a:rPr>
              <a:t> = CELL(c, b) </a:t>
            </a:r>
          </a:p>
          <a:p>
            <a:pPr>
              <a:lnSpc>
                <a:spcPct val="85000"/>
              </a:lnSpc>
              <a:defRPr/>
            </a:pPr>
            <a:r>
              <a:rPr lang="en-US" sz="2200" dirty="0">
                <a:solidFill>
                  <a:srgbClr val="FF6600"/>
                </a:solidFill>
                <a:latin typeface="+mn-lt"/>
                <a:ea typeface="ＭＳ Ｐゴシック" charset="0"/>
                <a:cs typeface="ＭＳ Ｐゴシック" charset="0"/>
              </a:rPr>
              <a:t>BUFF</a:t>
            </a:r>
            <a:r>
              <a:rPr lang="en-US" sz="2200" baseline="-25000" dirty="0">
                <a:solidFill>
                  <a:srgbClr val="FF6600"/>
                </a:solidFill>
                <a:latin typeface="+mn-lt"/>
                <a:ea typeface="ＭＳ Ｐゴシック" charset="0"/>
                <a:cs typeface="ＭＳ Ｐゴシック" charset="0"/>
              </a:rPr>
              <a:t>2</a:t>
            </a:r>
            <a:r>
              <a:rPr lang="en-US" sz="2200" dirty="0">
                <a:solidFill>
                  <a:srgbClr val="FF6600"/>
                </a:solidFill>
                <a:latin typeface="+mn-lt"/>
                <a:ea typeface="ＭＳ Ｐゴシック" charset="0"/>
                <a:cs typeface="ＭＳ Ｐゴシック" charset="0"/>
              </a:rPr>
              <a:t> = (</a:t>
            </a:r>
            <a:r>
              <a:rPr lang="en-US" sz="2200" dirty="0">
                <a:solidFill>
                  <a:srgbClr val="FF6600"/>
                </a:solidFill>
                <a:latin typeface="Symbol" pitchFamily="18" charset="2"/>
                <a:ea typeface="ＭＳ Ｐゴシック" charset="0"/>
                <a:cs typeface="ＭＳ Ｐゴシック" charset="0"/>
              </a:rPr>
              <a:t>n</a:t>
            </a:r>
            <a:r>
              <a:rPr lang="en-US" sz="2200" dirty="0">
                <a:solidFill>
                  <a:srgbClr val="FF6600"/>
                </a:solidFill>
                <a:latin typeface="Times New Roman" pitchFamily="18" charset="0"/>
                <a:ea typeface="ＭＳ Ｐゴシック" charset="0"/>
                <a:cs typeface="ＭＳ Ｐゴシック" charset="0"/>
              </a:rPr>
              <a:t> </a:t>
            </a:r>
            <a:r>
              <a:rPr lang="en-US" sz="2200" dirty="0">
                <a:solidFill>
                  <a:srgbClr val="FF6600"/>
                </a:solidFill>
                <a:latin typeface="+mn-lt"/>
                <a:ea typeface="ＭＳ Ｐゴシック" charset="0"/>
                <a:cs typeface="ＭＳ Ｐゴシック" charset="0"/>
              </a:rPr>
              <a:t>c) ( C</a:t>
            </a:r>
            <a:r>
              <a:rPr lang="en-US" sz="2200" baseline="-25000" dirty="0">
                <a:solidFill>
                  <a:srgbClr val="FF6600"/>
                </a:solidFill>
                <a:latin typeface="+mn-lt"/>
                <a:ea typeface="ＭＳ Ｐゴシック" charset="0"/>
                <a:cs typeface="ＭＳ Ｐゴシック" charset="0"/>
              </a:rPr>
              <a:t>0</a:t>
            </a:r>
            <a:r>
              <a:rPr lang="en-US" sz="2200" dirty="0">
                <a:solidFill>
                  <a:srgbClr val="FF6600"/>
                </a:solidFill>
                <a:latin typeface="+mn-lt"/>
                <a:ea typeface="ＭＳ Ｐゴシック" charset="0"/>
                <a:cs typeface="ＭＳ Ｐゴシック" charset="0"/>
              </a:rPr>
              <a:t> | C</a:t>
            </a:r>
            <a:r>
              <a:rPr lang="en-US" sz="2200" baseline="-25000" dirty="0">
                <a:solidFill>
                  <a:srgbClr val="FF6600"/>
                </a:solidFill>
                <a:latin typeface="+mn-lt"/>
                <a:ea typeface="ＭＳ Ｐゴシック" charset="0"/>
                <a:cs typeface="ＭＳ Ｐゴシック" charset="0"/>
              </a:rPr>
              <a:t>1</a:t>
            </a:r>
            <a:r>
              <a:rPr lang="en-US" sz="2200" dirty="0">
                <a:solidFill>
                  <a:srgbClr val="FF6600"/>
                </a:solidFill>
                <a:latin typeface="+mn-lt"/>
                <a:ea typeface="ＭＳ Ｐゴシック" charset="0"/>
                <a:cs typeface="ＭＳ Ｐゴシック" charset="0"/>
              </a:rPr>
              <a:t> )</a:t>
            </a:r>
            <a:r>
              <a:rPr lang="en-US" sz="2200" dirty="0">
                <a:solidFill>
                  <a:srgbClr val="FF6600"/>
                </a:solidFill>
                <a:latin typeface="Times New Roman" pitchFamily="18" charset="0"/>
                <a:ea typeface="ＭＳ Ｐゴシック" charset="0"/>
                <a:cs typeface="ＭＳ Ｐゴシック" charset="0"/>
              </a:rPr>
              <a:t> </a:t>
            </a:r>
          </a:p>
        </p:txBody>
      </p:sp>
      <p:sp>
        <p:nvSpPr>
          <p:cNvPr id="201771" name="Rectangle 43">
            <a:extLst>
              <a:ext uri="{FF2B5EF4-FFF2-40B4-BE49-F238E27FC236}">
                <a16:creationId xmlns:a16="http://schemas.microsoft.com/office/drawing/2014/main" id="{6EFB928F-5C93-C2EB-77A6-7672CB7B558B}"/>
              </a:ext>
            </a:extLst>
          </p:cNvPr>
          <p:cNvSpPr>
            <a:spLocks noChangeArrowheads="1"/>
          </p:cNvSpPr>
          <p:nvPr/>
        </p:nvSpPr>
        <p:spPr bwMode="auto">
          <a:xfrm>
            <a:off x="4572000" y="4852988"/>
            <a:ext cx="3781425" cy="1250950"/>
          </a:xfrm>
          <a:prstGeom prst="rect">
            <a:avLst/>
          </a:prstGeom>
          <a:noFill/>
          <a:ln w="9525">
            <a:noFill/>
            <a:miter lim="800000"/>
            <a:headEnd/>
            <a:tailEnd/>
          </a:ln>
          <a:effectLst/>
        </p:spPr>
        <p:txBody>
          <a:bodyPr wrap="none" anchor="ctr">
            <a:spAutoFit/>
          </a:bodyPr>
          <a:lstStyle/>
          <a:p>
            <a:pPr>
              <a:lnSpc>
                <a:spcPct val="85000"/>
              </a:lnSpc>
              <a:defRPr/>
            </a:pPr>
            <a:r>
              <a:rPr lang="en-US" sz="2200" dirty="0">
                <a:solidFill>
                  <a:srgbClr val="FF6600"/>
                </a:solidFill>
                <a:latin typeface="+mn-lt"/>
                <a:ea typeface="ＭＳ Ｐゴシック" charset="0"/>
                <a:cs typeface="ＭＳ Ｐゴシック" charset="0"/>
              </a:rPr>
              <a:t>C</a:t>
            </a:r>
            <a:r>
              <a:rPr lang="en-US" sz="2200" baseline="-25000" dirty="0">
                <a:solidFill>
                  <a:srgbClr val="FF6600"/>
                </a:solidFill>
                <a:latin typeface="+mn-lt"/>
                <a:ea typeface="ＭＳ Ｐゴシック" charset="0"/>
                <a:cs typeface="ＭＳ Ｐゴシック" charset="0"/>
              </a:rPr>
              <a:t>0</a:t>
            </a:r>
            <a:r>
              <a:rPr lang="en-US" sz="2200" dirty="0">
                <a:solidFill>
                  <a:srgbClr val="FF6600"/>
                </a:solidFill>
                <a:latin typeface="+mn-lt"/>
                <a:ea typeface="ＭＳ Ｐゴシック" charset="0"/>
                <a:cs typeface="ＭＳ Ｐゴシック" charset="0"/>
              </a:rPr>
              <a:t> = CELL (</a:t>
            </a:r>
            <a:r>
              <a:rPr lang="en-US" sz="2200" dirty="0" err="1">
                <a:solidFill>
                  <a:srgbClr val="FF6600"/>
                </a:solidFill>
                <a:latin typeface="+mn-lt"/>
                <a:ea typeface="ＭＳ Ｐゴシック" charset="0"/>
                <a:cs typeface="ＭＳ Ｐゴシック" charset="0"/>
              </a:rPr>
              <a:t>a,c</a:t>
            </a:r>
            <a:r>
              <a:rPr lang="en-US" sz="2200" dirty="0">
                <a:solidFill>
                  <a:srgbClr val="FF6600"/>
                </a:solidFill>
                <a:latin typeface="+mn-lt"/>
                <a:ea typeface="ＭＳ Ｐゴシック" charset="0"/>
                <a:cs typeface="ＭＳ Ｐゴシック" charset="0"/>
              </a:rPr>
              <a:t>)</a:t>
            </a:r>
          </a:p>
          <a:p>
            <a:pPr>
              <a:lnSpc>
                <a:spcPct val="85000"/>
              </a:lnSpc>
              <a:defRPr/>
            </a:pPr>
            <a:r>
              <a:rPr lang="en-US" sz="2200" dirty="0">
                <a:solidFill>
                  <a:srgbClr val="FF6600"/>
                </a:solidFill>
                <a:latin typeface="+mn-lt"/>
                <a:ea typeface="ＭＳ Ｐゴシック" charset="0"/>
                <a:cs typeface="ＭＳ Ｐゴシック" charset="0"/>
              </a:rPr>
              <a:t>C</a:t>
            </a:r>
            <a:r>
              <a:rPr lang="en-US" sz="2200" baseline="-25000" dirty="0">
                <a:solidFill>
                  <a:srgbClr val="FF6600"/>
                </a:solidFill>
                <a:latin typeface="+mn-lt"/>
                <a:ea typeface="ＭＳ Ｐゴシック" charset="0"/>
                <a:cs typeface="ＭＳ Ｐゴシック" charset="0"/>
              </a:rPr>
              <a:t>1</a:t>
            </a:r>
            <a:r>
              <a:rPr lang="en-US" sz="2200" dirty="0">
                <a:solidFill>
                  <a:srgbClr val="FF6600"/>
                </a:solidFill>
                <a:latin typeface="+mn-lt"/>
                <a:ea typeface="ＭＳ Ｐゴシック" charset="0"/>
                <a:cs typeface="ＭＳ Ｐゴシック" charset="0"/>
              </a:rPr>
              <a:t> = CELL (</a:t>
            </a:r>
            <a:r>
              <a:rPr lang="en-US" sz="2200" dirty="0" err="1">
                <a:solidFill>
                  <a:srgbClr val="FF6600"/>
                </a:solidFill>
                <a:latin typeface="+mn-lt"/>
                <a:ea typeface="ＭＳ Ｐゴシック" charset="0"/>
                <a:cs typeface="ＭＳ Ｐゴシック" charset="0"/>
              </a:rPr>
              <a:t>c,d</a:t>
            </a:r>
            <a:r>
              <a:rPr lang="en-US" sz="2200" dirty="0">
                <a:solidFill>
                  <a:srgbClr val="FF6600"/>
                </a:solidFill>
                <a:latin typeface="+mn-lt"/>
                <a:ea typeface="ＭＳ Ｐゴシック" charset="0"/>
                <a:cs typeface="ＭＳ Ｐゴシック" charset="0"/>
              </a:rPr>
              <a:t>)</a:t>
            </a:r>
          </a:p>
          <a:p>
            <a:pPr>
              <a:lnSpc>
                <a:spcPct val="85000"/>
              </a:lnSpc>
              <a:defRPr/>
            </a:pPr>
            <a:r>
              <a:rPr lang="en-US" sz="2200" dirty="0">
                <a:solidFill>
                  <a:srgbClr val="FF6600"/>
                </a:solidFill>
                <a:latin typeface="+mn-lt"/>
                <a:ea typeface="ＭＳ Ｐゴシック" charset="0"/>
                <a:cs typeface="ＭＳ Ｐゴシック" charset="0"/>
              </a:rPr>
              <a:t>C</a:t>
            </a:r>
            <a:r>
              <a:rPr lang="en-US" sz="2200" baseline="-25000" dirty="0">
                <a:solidFill>
                  <a:srgbClr val="FF6600"/>
                </a:solidFill>
                <a:latin typeface="+mn-lt"/>
                <a:ea typeface="ＭＳ Ｐゴシック" charset="0"/>
                <a:cs typeface="ＭＳ Ｐゴシック" charset="0"/>
              </a:rPr>
              <a:t>2</a:t>
            </a:r>
            <a:r>
              <a:rPr lang="en-US" sz="2200" dirty="0">
                <a:solidFill>
                  <a:srgbClr val="FF6600"/>
                </a:solidFill>
                <a:latin typeface="+mn-lt"/>
                <a:ea typeface="ＭＳ Ｐゴシック" charset="0"/>
                <a:cs typeface="ＭＳ Ｐゴシック" charset="0"/>
              </a:rPr>
              <a:t> = CELL (</a:t>
            </a:r>
            <a:r>
              <a:rPr lang="en-US" sz="2200" dirty="0" err="1">
                <a:solidFill>
                  <a:srgbClr val="FF6600"/>
                </a:solidFill>
                <a:latin typeface="+mn-lt"/>
                <a:ea typeface="ＭＳ Ｐゴシック" charset="0"/>
                <a:cs typeface="ＭＳ Ｐゴシック" charset="0"/>
              </a:rPr>
              <a:t>d,b</a:t>
            </a:r>
            <a:r>
              <a:rPr lang="en-US" sz="2200" dirty="0">
                <a:solidFill>
                  <a:srgbClr val="FF6600"/>
                </a:solidFill>
                <a:latin typeface="+mn-lt"/>
                <a:ea typeface="ＭＳ Ｐゴシック" charset="0"/>
                <a:cs typeface="ＭＳ Ｐゴシック" charset="0"/>
              </a:rPr>
              <a:t>)</a:t>
            </a:r>
          </a:p>
          <a:p>
            <a:pPr>
              <a:lnSpc>
                <a:spcPct val="85000"/>
              </a:lnSpc>
              <a:defRPr/>
            </a:pPr>
            <a:r>
              <a:rPr lang="en-US" sz="2200" dirty="0">
                <a:solidFill>
                  <a:srgbClr val="FF6600"/>
                </a:solidFill>
                <a:latin typeface="+mn-lt"/>
                <a:ea typeface="ＭＳ Ｐゴシック" charset="0"/>
                <a:cs typeface="ＭＳ Ｐゴシック" charset="0"/>
              </a:rPr>
              <a:t>BUFF</a:t>
            </a:r>
            <a:r>
              <a:rPr lang="en-US" sz="2200" baseline="-25000" dirty="0">
                <a:solidFill>
                  <a:srgbClr val="FF6600"/>
                </a:solidFill>
                <a:latin typeface="+mn-lt"/>
                <a:ea typeface="ＭＳ Ｐゴシック" charset="0"/>
                <a:cs typeface="ＭＳ Ｐゴシック" charset="0"/>
              </a:rPr>
              <a:t>3</a:t>
            </a:r>
            <a:r>
              <a:rPr lang="en-US" sz="2200" dirty="0">
                <a:solidFill>
                  <a:srgbClr val="FF6600"/>
                </a:solidFill>
                <a:latin typeface="+mn-lt"/>
                <a:ea typeface="ＭＳ Ｐゴシック" charset="0"/>
                <a:cs typeface="ＭＳ Ｐゴシック" charset="0"/>
              </a:rPr>
              <a:t> = (</a:t>
            </a:r>
            <a:r>
              <a:rPr lang="en-US" sz="2200" dirty="0">
                <a:solidFill>
                  <a:srgbClr val="FF6600"/>
                </a:solidFill>
                <a:latin typeface="Symbol" pitchFamily="18" charset="2"/>
                <a:ea typeface="ＭＳ Ｐゴシック" charset="0"/>
                <a:cs typeface="ＭＳ Ｐゴシック" charset="0"/>
              </a:rPr>
              <a:t>n</a:t>
            </a:r>
            <a:r>
              <a:rPr lang="en-US" sz="2200" dirty="0">
                <a:solidFill>
                  <a:srgbClr val="FF6600"/>
                </a:solidFill>
                <a:latin typeface="Times New Roman" pitchFamily="18" charset="0"/>
                <a:ea typeface="ＭＳ Ｐゴシック" charset="0"/>
                <a:cs typeface="ＭＳ Ｐゴシック" charset="0"/>
              </a:rPr>
              <a:t> </a:t>
            </a:r>
            <a:r>
              <a:rPr lang="en-US" sz="2200" dirty="0">
                <a:solidFill>
                  <a:srgbClr val="FF6600"/>
                </a:solidFill>
                <a:latin typeface="+mn-lt"/>
                <a:ea typeface="ＭＳ Ｐゴシック" charset="0"/>
                <a:cs typeface="ＭＳ Ｐゴシック" charset="0"/>
              </a:rPr>
              <a:t>c)(</a:t>
            </a:r>
            <a:r>
              <a:rPr lang="en-US" sz="2200" dirty="0">
                <a:solidFill>
                  <a:srgbClr val="FF6600"/>
                </a:solidFill>
                <a:latin typeface="Symbol" pitchFamily="18" charset="2"/>
                <a:ea typeface="ＭＳ Ｐゴシック" charset="0"/>
                <a:cs typeface="ＭＳ Ｐゴシック" charset="0"/>
              </a:rPr>
              <a:t>n</a:t>
            </a:r>
            <a:r>
              <a:rPr lang="en-US" sz="2200" dirty="0">
                <a:solidFill>
                  <a:srgbClr val="FF6600"/>
                </a:solidFill>
                <a:latin typeface="Times New Roman" pitchFamily="18" charset="0"/>
                <a:ea typeface="ＭＳ Ｐゴシック" charset="0"/>
                <a:cs typeface="ＭＳ Ｐゴシック" charset="0"/>
              </a:rPr>
              <a:t> </a:t>
            </a:r>
            <a:r>
              <a:rPr lang="en-US" sz="2200" dirty="0">
                <a:solidFill>
                  <a:srgbClr val="FF6600"/>
                </a:solidFill>
                <a:latin typeface="+mn-lt"/>
                <a:ea typeface="ＭＳ Ｐゴシック" charset="0"/>
                <a:cs typeface="ＭＳ Ｐゴシック" charset="0"/>
              </a:rPr>
              <a:t>d)( C</a:t>
            </a:r>
            <a:r>
              <a:rPr lang="en-US" sz="2200" baseline="-25000" dirty="0">
                <a:solidFill>
                  <a:srgbClr val="FF6600"/>
                </a:solidFill>
                <a:latin typeface="+mn-lt"/>
                <a:ea typeface="ＭＳ Ｐゴシック" charset="0"/>
                <a:cs typeface="ＭＳ Ｐゴシック" charset="0"/>
              </a:rPr>
              <a:t>0</a:t>
            </a:r>
            <a:r>
              <a:rPr lang="en-US" sz="2200" dirty="0">
                <a:solidFill>
                  <a:srgbClr val="FF6600"/>
                </a:solidFill>
                <a:latin typeface="+mn-lt"/>
                <a:ea typeface="ＭＳ Ｐゴシック" charset="0"/>
                <a:cs typeface="ＭＳ Ｐゴシック" charset="0"/>
              </a:rPr>
              <a:t> | C</a:t>
            </a:r>
            <a:r>
              <a:rPr lang="en-US" sz="2200" baseline="-25000" dirty="0">
                <a:solidFill>
                  <a:srgbClr val="FF6600"/>
                </a:solidFill>
                <a:latin typeface="+mn-lt"/>
                <a:ea typeface="ＭＳ Ｐゴシック" charset="0"/>
                <a:cs typeface="ＭＳ Ｐゴシック" charset="0"/>
              </a:rPr>
              <a:t>1</a:t>
            </a:r>
            <a:r>
              <a:rPr lang="en-US" sz="2200" dirty="0">
                <a:solidFill>
                  <a:srgbClr val="FF6600"/>
                </a:solidFill>
                <a:latin typeface="+mn-lt"/>
                <a:ea typeface="ＭＳ Ｐゴシック" charset="0"/>
                <a:cs typeface="ＭＳ Ｐゴシック" charset="0"/>
              </a:rPr>
              <a:t> | C</a:t>
            </a:r>
            <a:r>
              <a:rPr lang="en-US" sz="2200" baseline="-25000" dirty="0">
                <a:solidFill>
                  <a:srgbClr val="FF6600"/>
                </a:solidFill>
                <a:latin typeface="+mn-lt"/>
                <a:ea typeface="ＭＳ Ｐゴシック" charset="0"/>
                <a:cs typeface="ＭＳ Ｐゴシック" charset="0"/>
              </a:rPr>
              <a:t>2</a:t>
            </a:r>
            <a:r>
              <a:rPr lang="en-US" sz="2200" dirty="0">
                <a:solidFill>
                  <a:srgbClr val="FF6600"/>
                </a:solidFill>
                <a:latin typeface="+mn-lt"/>
                <a:ea typeface="ＭＳ Ｐゴシック" charset="0"/>
                <a:cs typeface="ＭＳ Ｐゴシック" charset="0"/>
              </a:rPr>
              <a:t> )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Footer Placeholder 3">
            <a:extLst>
              <a:ext uri="{FF2B5EF4-FFF2-40B4-BE49-F238E27FC236}">
                <a16:creationId xmlns:a16="http://schemas.microsoft.com/office/drawing/2014/main" id="{E571A685-25E4-3279-7771-5E33276A1219}"/>
              </a:ext>
            </a:extLst>
          </p:cNvPr>
          <p:cNvSpPr>
            <a:spLocks noGrp="1"/>
          </p:cNvSpPr>
          <p:nvPr>
            <p:ph type="ftr" sz="quarter" idx="11"/>
          </p:nvPr>
        </p:nvSpPr>
        <p:spPr bwMode="auto">
          <a:xfrm>
            <a:off x="457200" y="635635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l" eaLnBrk="1" hangingPunct="1"/>
            <a:r>
              <a:rPr lang="en-US" altLang="en-US" sz="1200">
                <a:solidFill>
                  <a:srgbClr val="898989"/>
                </a:solidFill>
              </a:rPr>
              <a:t>Introduction to Pi-Calculus</a:t>
            </a:r>
          </a:p>
        </p:txBody>
      </p:sp>
      <p:sp>
        <p:nvSpPr>
          <p:cNvPr id="40962" name="Slide Number Placeholder 4">
            <a:extLst>
              <a:ext uri="{FF2B5EF4-FFF2-40B4-BE49-F238E27FC236}">
                <a16:creationId xmlns:a16="http://schemas.microsoft.com/office/drawing/2014/main" id="{8FB944D1-9DE0-8375-4E75-FF2D817EBB1D}"/>
              </a:ext>
            </a:extLst>
          </p:cNvPr>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fld id="{79113A05-029D-DB49-AF1C-01193B9B5B3F}" type="slidenum">
              <a:rPr lang="en-US" altLang="en-US" sz="1200">
                <a:solidFill>
                  <a:srgbClr val="898989"/>
                </a:solidFill>
              </a:rPr>
              <a:pPr algn="ctr" eaLnBrk="1" hangingPunct="1"/>
              <a:t>25</a:t>
            </a:fld>
            <a:endParaRPr lang="en-US" altLang="en-US" sz="1200">
              <a:solidFill>
                <a:srgbClr val="898989"/>
              </a:solidFill>
            </a:endParaRPr>
          </a:p>
        </p:txBody>
      </p:sp>
      <p:sp>
        <p:nvSpPr>
          <p:cNvPr id="40963" name="Rectangle 2">
            <a:extLst>
              <a:ext uri="{FF2B5EF4-FFF2-40B4-BE49-F238E27FC236}">
                <a16:creationId xmlns:a16="http://schemas.microsoft.com/office/drawing/2014/main" id="{BE396FF3-F1BB-A1B2-F1F2-D1A30A76EE30}"/>
              </a:ext>
            </a:extLst>
          </p:cNvPr>
          <p:cNvSpPr>
            <a:spLocks noGrp="1" noChangeArrowheads="1"/>
          </p:cNvSpPr>
          <p:nvPr>
            <p:ph type="title"/>
          </p:nvPr>
        </p:nvSpPr>
        <p:spPr>
          <a:xfrm>
            <a:off x="696913" y="457200"/>
            <a:ext cx="7772400" cy="457200"/>
          </a:xfrm>
        </p:spPr>
        <p:txBody>
          <a:bodyPr/>
          <a:lstStyle/>
          <a:p>
            <a:pPr eaLnBrk="1" hangingPunct="1"/>
            <a:r>
              <a:rPr lang="en-US" altLang="en-US">
                <a:solidFill>
                  <a:srgbClr val="0000FF"/>
                </a:solidFill>
                <a:ea typeface="ＭＳ Ｐゴシック" panose="020B0600070205080204" pitchFamily="34" charset="-128"/>
              </a:rPr>
              <a:t>Modeling Mutual Exclusion - 1 </a:t>
            </a:r>
          </a:p>
        </p:txBody>
      </p:sp>
      <p:sp>
        <p:nvSpPr>
          <p:cNvPr id="202755" name="Rectangle 3">
            <a:extLst>
              <a:ext uri="{FF2B5EF4-FFF2-40B4-BE49-F238E27FC236}">
                <a16:creationId xmlns:a16="http://schemas.microsoft.com/office/drawing/2014/main" id="{A37883C5-0AD7-B3E7-3595-F350B1A184AC}"/>
              </a:ext>
            </a:extLst>
          </p:cNvPr>
          <p:cNvSpPr>
            <a:spLocks noChangeArrowheads="1"/>
          </p:cNvSpPr>
          <p:nvPr/>
        </p:nvSpPr>
        <p:spPr bwMode="auto">
          <a:xfrm>
            <a:off x="392113" y="1071563"/>
            <a:ext cx="8440737" cy="5100637"/>
          </a:xfrm>
          <a:prstGeom prst="rect">
            <a:avLst/>
          </a:prstGeom>
          <a:noFill/>
          <a:ln w="9525">
            <a:noFill/>
            <a:miter lim="800000"/>
            <a:headEnd/>
            <a:tailEnd/>
          </a:ln>
          <a:effectLst/>
        </p:spPr>
        <p:txBody>
          <a:bodyPr/>
          <a:lstStyle/>
          <a:p>
            <a:pPr>
              <a:lnSpc>
                <a:spcPct val="90000"/>
              </a:lnSpc>
              <a:spcBef>
                <a:spcPct val="20000"/>
              </a:spcBef>
              <a:buClr>
                <a:schemeClr val="accent1"/>
              </a:buClr>
              <a:buSzPct val="75000"/>
              <a:buFont typeface="Wingdings" pitchFamily="2" charset="2"/>
              <a:buNone/>
              <a:defRPr/>
            </a:pPr>
            <a:r>
              <a:rPr lang="en-US" sz="2000" dirty="0">
                <a:latin typeface="+mn-lt"/>
                <a:ea typeface="ＭＳ Ｐゴシック" charset="0"/>
                <a:cs typeface="ＭＳ Ｐゴシック" charset="0"/>
              </a:rPr>
              <a:t>A lock to control access to a critical region is modeled by: </a:t>
            </a:r>
          </a:p>
          <a:p>
            <a:pPr>
              <a:lnSpc>
                <a:spcPct val="90000"/>
              </a:lnSpc>
              <a:spcBef>
                <a:spcPct val="20000"/>
              </a:spcBef>
              <a:buClr>
                <a:schemeClr val="accent1"/>
              </a:buClr>
              <a:buSzPct val="75000"/>
              <a:buFont typeface="Wingdings" pitchFamily="2" charset="2"/>
              <a:buNone/>
              <a:defRPr/>
            </a:pPr>
            <a:endParaRPr lang="en-US" sz="2000" dirty="0">
              <a:latin typeface="+mn-lt"/>
              <a:ea typeface="ＭＳ Ｐゴシック" charset="0"/>
              <a:cs typeface="ＭＳ Ｐゴシック" charset="0"/>
            </a:endParaRPr>
          </a:p>
          <a:p>
            <a:pPr>
              <a:lnSpc>
                <a:spcPct val="75000"/>
              </a:lnSpc>
              <a:spcBef>
                <a:spcPct val="50000"/>
              </a:spcBef>
              <a:buClr>
                <a:schemeClr val="accent1"/>
              </a:buClr>
              <a:buSzPct val="75000"/>
              <a:buFont typeface="Wingdings" pitchFamily="2" charset="2"/>
              <a:buNone/>
              <a:defRPr/>
            </a:pPr>
            <a:r>
              <a:rPr lang="en-US" sz="2000" dirty="0">
                <a:latin typeface="+mn-lt"/>
                <a:ea typeface="ＭＳ Ｐゴシック" charset="0"/>
                <a:cs typeface="ＭＳ Ｐゴシック" charset="0"/>
              </a:rPr>
              <a:t>		</a:t>
            </a:r>
            <a:r>
              <a:rPr lang="en-US" sz="2000" dirty="0">
                <a:solidFill>
                  <a:srgbClr val="FF6600"/>
                </a:solidFill>
                <a:latin typeface="+mn-lt"/>
                <a:ea typeface="ＭＳ Ｐゴシック" charset="0"/>
                <a:cs typeface="ＭＳ Ｐゴシック" charset="0"/>
              </a:rPr>
              <a:t>Lock(lock, unlock) = </a:t>
            </a:r>
            <a:r>
              <a:rPr lang="en-US" sz="2000" dirty="0" err="1">
                <a:solidFill>
                  <a:srgbClr val="FF6600"/>
                </a:solidFill>
                <a:latin typeface="+mn-lt"/>
                <a:ea typeface="ＭＳ Ｐゴシック" charset="0"/>
                <a:cs typeface="ＭＳ Ｐゴシック" charset="0"/>
              </a:rPr>
              <a:t>lock.Locked</a:t>
            </a:r>
            <a:r>
              <a:rPr lang="en-US" sz="2000" dirty="0">
                <a:solidFill>
                  <a:srgbClr val="FF6600"/>
                </a:solidFill>
                <a:latin typeface="+mn-lt"/>
                <a:ea typeface="ＭＳ Ｐゴシック" charset="0"/>
                <a:cs typeface="ＭＳ Ｐゴシック" charset="0"/>
              </a:rPr>
              <a:t>(lock, unlock)</a:t>
            </a:r>
          </a:p>
          <a:p>
            <a:pPr marL="627063" lvl="1">
              <a:lnSpc>
                <a:spcPct val="75000"/>
              </a:lnSpc>
              <a:spcBef>
                <a:spcPct val="20000"/>
              </a:spcBef>
              <a:buClr>
                <a:schemeClr val="accent2"/>
              </a:buClr>
              <a:buSzPct val="80000"/>
              <a:buFont typeface="Wingdings" pitchFamily="2" charset="2"/>
              <a:buNone/>
              <a:defRPr/>
            </a:pPr>
            <a:r>
              <a:rPr lang="en-US" sz="2000" dirty="0">
                <a:solidFill>
                  <a:srgbClr val="FF6600"/>
                </a:solidFill>
                <a:latin typeface="+mn-lt"/>
                <a:ea typeface="ＭＳ Ｐゴシック" charset="0"/>
                <a:cs typeface="ＭＳ Ｐゴシック" charset="0"/>
              </a:rPr>
              <a:t>	Locked(lock, unlock) = </a:t>
            </a:r>
            <a:r>
              <a:rPr lang="en-US" sz="2000" dirty="0" err="1">
                <a:solidFill>
                  <a:srgbClr val="FF6600"/>
                </a:solidFill>
                <a:latin typeface="+mn-lt"/>
                <a:ea typeface="ＭＳ Ｐゴシック" charset="0"/>
                <a:cs typeface="ＭＳ Ｐゴシック" charset="0"/>
              </a:rPr>
              <a:t>unlock.Lock</a:t>
            </a:r>
            <a:r>
              <a:rPr lang="en-US" sz="2000" dirty="0">
                <a:solidFill>
                  <a:srgbClr val="FF6600"/>
                </a:solidFill>
                <a:latin typeface="+mn-lt"/>
                <a:ea typeface="ＭＳ Ｐゴシック" charset="0"/>
                <a:cs typeface="ＭＳ Ｐゴシック" charset="0"/>
              </a:rPr>
              <a:t>(lock, unlock)</a:t>
            </a:r>
          </a:p>
          <a:p>
            <a:pPr>
              <a:lnSpc>
                <a:spcPct val="90000"/>
              </a:lnSpc>
              <a:spcBef>
                <a:spcPct val="20000"/>
              </a:spcBef>
              <a:buClr>
                <a:schemeClr val="accent1"/>
              </a:buClr>
              <a:buSzPct val="75000"/>
              <a:buFont typeface="Wingdings" pitchFamily="2" charset="2"/>
              <a:buNone/>
              <a:defRPr/>
            </a:pPr>
            <a:endParaRPr lang="en-US" sz="2000" dirty="0">
              <a:latin typeface="+mn-lt"/>
              <a:ea typeface="ＭＳ Ｐゴシック" charset="0"/>
              <a:cs typeface="ＭＳ Ｐゴシック" charset="0"/>
            </a:endParaRPr>
          </a:p>
          <a:p>
            <a:pPr>
              <a:lnSpc>
                <a:spcPct val="90000"/>
              </a:lnSpc>
              <a:spcBef>
                <a:spcPct val="20000"/>
              </a:spcBef>
              <a:buClr>
                <a:schemeClr val="accent1"/>
              </a:buClr>
              <a:buSzPct val="75000"/>
              <a:buFont typeface="Wingdings" pitchFamily="2" charset="2"/>
              <a:buNone/>
              <a:defRPr/>
            </a:pPr>
            <a:r>
              <a:rPr lang="en-US" sz="2000" dirty="0">
                <a:latin typeface="+mn-lt"/>
                <a:ea typeface="ＭＳ Ｐゴシック" charset="0"/>
                <a:cs typeface="ＭＳ Ｐゴシック" charset="0"/>
              </a:rPr>
              <a:t>A generic process with a critical region follows the locking protocol is: </a:t>
            </a:r>
          </a:p>
          <a:p>
            <a:pPr>
              <a:lnSpc>
                <a:spcPct val="90000"/>
              </a:lnSpc>
              <a:spcBef>
                <a:spcPct val="50000"/>
              </a:spcBef>
              <a:buClr>
                <a:schemeClr val="accent1"/>
              </a:buClr>
              <a:buSzPct val="75000"/>
              <a:buFont typeface="Wingdings" pitchFamily="2" charset="2"/>
              <a:buNone/>
              <a:defRPr/>
            </a:pPr>
            <a:r>
              <a:rPr lang="en-US" sz="1900" dirty="0">
                <a:latin typeface="Times New Roman" pitchFamily="18" charset="0"/>
                <a:ea typeface="ＭＳ Ｐゴシック" charset="0"/>
                <a:cs typeface="ＭＳ Ｐゴシック" charset="0"/>
              </a:rPr>
              <a:t>    		</a:t>
            </a:r>
            <a:r>
              <a:rPr lang="en-US" sz="2000" dirty="0">
                <a:solidFill>
                  <a:srgbClr val="FF6600"/>
                </a:solidFill>
                <a:latin typeface="+mn-lt"/>
                <a:ea typeface="ＭＳ Ｐゴシック" charset="0"/>
                <a:cs typeface="ＭＳ Ｐゴシック" charset="0"/>
              </a:rPr>
              <a:t>Process(enter, exit, lock, unlock)  </a:t>
            </a:r>
          </a:p>
          <a:p>
            <a:pPr>
              <a:lnSpc>
                <a:spcPct val="90000"/>
              </a:lnSpc>
              <a:spcBef>
                <a:spcPct val="50000"/>
              </a:spcBef>
              <a:buClr>
                <a:schemeClr val="accent1"/>
              </a:buClr>
              <a:buSzPct val="75000"/>
              <a:buFont typeface="Wingdings" pitchFamily="2" charset="2"/>
              <a:buNone/>
              <a:defRPr/>
            </a:pPr>
            <a:r>
              <a:rPr lang="en-US" sz="2000" dirty="0">
                <a:solidFill>
                  <a:srgbClr val="FF6600"/>
                </a:solidFill>
                <a:latin typeface="+mn-lt"/>
                <a:ea typeface="ＭＳ Ｐゴシック" charset="0"/>
                <a:cs typeface="ＭＳ Ｐゴシック" charset="0"/>
              </a:rPr>
              <a:t>                      		= </a:t>
            </a:r>
            <a:r>
              <a:rPr lang="en-US" sz="2000" dirty="0" err="1">
                <a:solidFill>
                  <a:srgbClr val="FF6600"/>
                </a:solidFill>
                <a:latin typeface="+mn-lt"/>
                <a:ea typeface="ＭＳ Ｐゴシック" charset="0"/>
                <a:cs typeface="ＭＳ Ｐゴシック" charset="0"/>
              </a:rPr>
              <a:t>lock.enter.exit.unlock.Process</a:t>
            </a:r>
            <a:r>
              <a:rPr lang="en-US" sz="2000" dirty="0">
                <a:solidFill>
                  <a:srgbClr val="FF6600"/>
                </a:solidFill>
                <a:latin typeface="+mn-lt"/>
                <a:ea typeface="ＭＳ Ｐゴシック" charset="0"/>
                <a:cs typeface="ＭＳ Ｐゴシック" charset="0"/>
              </a:rPr>
              <a:t>(enter, exit, lock, unlock)</a:t>
            </a:r>
          </a:p>
          <a:p>
            <a:pPr>
              <a:lnSpc>
                <a:spcPct val="90000"/>
              </a:lnSpc>
              <a:spcBef>
                <a:spcPct val="20000"/>
              </a:spcBef>
              <a:buClr>
                <a:schemeClr val="accent1"/>
              </a:buClr>
              <a:buSzPct val="75000"/>
              <a:buFont typeface="Wingdings" pitchFamily="2" charset="2"/>
              <a:buNone/>
              <a:defRPr/>
            </a:pPr>
            <a:endParaRPr lang="en-US" sz="1900" dirty="0">
              <a:latin typeface="Times New Roman" pitchFamily="18" charset="0"/>
              <a:ea typeface="ＭＳ Ｐゴシック" charset="0"/>
              <a:cs typeface="ＭＳ Ｐゴシック" charset="0"/>
            </a:endParaRPr>
          </a:p>
          <a:p>
            <a:pPr>
              <a:lnSpc>
                <a:spcPct val="90000"/>
              </a:lnSpc>
              <a:spcBef>
                <a:spcPct val="20000"/>
              </a:spcBef>
              <a:buClr>
                <a:schemeClr val="accent1"/>
              </a:buClr>
              <a:buSzPct val="75000"/>
              <a:buFont typeface="Wingdings" pitchFamily="2" charset="2"/>
              <a:buNone/>
              <a:defRPr/>
            </a:pPr>
            <a:r>
              <a:rPr lang="en-US" sz="2000" dirty="0">
                <a:latin typeface="+mn-lt"/>
                <a:ea typeface="ＭＳ Ｐゴシック" charset="0"/>
                <a:cs typeface="ＭＳ Ｐゴシック" charset="0"/>
              </a:rPr>
              <a:t>A system of two processes is: </a:t>
            </a:r>
          </a:p>
          <a:p>
            <a:pPr>
              <a:lnSpc>
                <a:spcPct val="75000"/>
              </a:lnSpc>
              <a:spcBef>
                <a:spcPct val="50000"/>
              </a:spcBef>
              <a:buClr>
                <a:schemeClr val="accent1"/>
              </a:buClr>
              <a:buSzPct val="75000"/>
              <a:buFont typeface="Wingdings" pitchFamily="2" charset="2"/>
              <a:buNone/>
              <a:defRPr/>
            </a:pPr>
            <a:r>
              <a:rPr lang="en-US" sz="2100" dirty="0">
                <a:latin typeface="Times New Roman" pitchFamily="18" charset="0"/>
                <a:ea typeface="ＭＳ Ｐゴシック" charset="0"/>
                <a:cs typeface="ＭＳ Ｐゴシック" charset="0"/>
              </a:rPr>
              <a:t>	</a:t>
            </a:r>
            <a:r>
              <a:rPr lang="en-US" sz="2000" dirty="0">
                <a:solidFill>
                  <a:srgbClr val="FF6600"/>
                </a:solidFill>
                <a:latin typeface="+mn-lt"/>
                <a:ea typeface="ＭＳ Ｐゴシック" charset="0"/>
                <a:cs typeface="ＭＳ Ｐゴシック" charset="0"/>
              </a:rPr>
              <a:t>Process</a:t>
            </a:r>
            <a:r>
              <a:rPr lang="en-US" sz="2000" baseline="-25000" dirty="0">
                <a:solidFill>
                  <a:srgbClr val="FF6600"/>
                </a:solidFill>
                <a:latin typeface="+mn-lt"/>
                <a:ea typeface="ＭＳ Ｐゴシック" charset="0"/>
                <a:cs typeface="ＭＳ Ｐゴシック" charset="0"/>
              </a:rPr>
              <a:t>1</a:t>
            </a:r>
            <a:r>
              <a:rPr lang="en-US" sz="2000" dirty="0">
                <a:solidFill>
                  <a:srgbClr val="FF6600"/>
                </a:solidFill>
                <a:latin typeface="+mn-lt"/>
                <a:ea typeface="ＭＳ Ｐゴシック" charset="0"/>
                <a:cs typeface="ＭＳ Ｐゴシック" charset="0"/>
              </a:rPr>
              <a:t> = Process (enter</a:t>
            </a:r>
            <a:r>
              <a:rPr lang="en-US" sz="2000" baseline="-25000" dirty="0">
                <a:solidFill>
                  <a:srgbClr val="FF6600"/>
                </a:solidFill>
                <a:latin typeface="+mn-lt"/>
                <a:ea typeface="ＭＳ Ｐゴシック" charset="0"/>
                <a:cs typeface="ＭＳ Ｐゴシック" charset="0"/>
              </a:rPr>
              <a:t>1</a:t>
            </a:r>
            <a:r>
              <a:rPr lang="en-US" sz="2000" dirty="0">
                <a:solidFill>
                  <a:srgbClr val="FF6600"/>
                </a:solidFill>
                <a:latin typeface="+mn-lt"/>
                <a:ea typeface="ＭＳ Ｐゴシック" charset="0"/>
                <a:cs typeface="ＭＳ Ｐゴシック" charset="0"/>
              </a:rPr>
              <a:t>, exit</a:t>
            </a:r>
            <a:r>
              <a:rPr lang="en-US" sz="2000" baseline="-25000" dirty="0">
                <a:solidFill>
                  <a:srgbClr val="FF6600"/>
                </a:solidFill>
                <a:latin typeface="+mn-lt"/>
                <a:ea typeface="ＭＳ Ｐゴシック" charset="0"/>
                <a:cs typeface="ＭＳ Ｐゴシック" charset="0"/>
              </a:rPr>
              <a:t>1</a:t>
            </a:r>
            <a:r>
              <a:rPr lang="en-US" sz="2000" dirty="0">
                <a:solidFill>
                  <a:srgbClr val="FF6600"/>
                </a:solidFill>
                <a:latin typeface="+mn-lt"/>
                <a:ea typeface="ＭＳ Ｐゴシック" charset="0"/>
                <a:cs typeface="ＭＳ Ｐゴシック" charset="0"/>
              </a:rPr>
              <a:t>, lock, unlock)</a:t>
            </a:r>
          </a:p>
          <a:p>
            <a:pPr>
              <a:lnSpc>
                <a:spcPct val="75000"/>
              </a:lnSpc>
              <a:spcBef>
                <a:spcPct val="20000"/>
              </a:spcBef>
              <a:buClr>
                <a:schemeClr val="accent1"/>
              </a:buClr>
              <a:buSzPct val="75000"/>
              <a:buFont typeface="Wingdings" pitchFamily="2" charset="2"/>
              <a:buNone/>
              <a:defRPr/>
            </a:pPr>
            <a:r>
              <a:rPr lang="en-US" sz="2000" dirty="0">
                <a:solidFill>
                  <a:srgbClr val="FF6600"/>
                </a:solidFill>
                <a:latin typeface="+mn-lt"/>
                <a:ea typeface="ＭＳ Ｐゴシック" charset="0"/>
                <a:cs typeface="ＭＳ Ｐゴシック" charset="0"/>
              </a:rPr>
              <a:t>	Process</a:t>
            </a:r>
            <a:r>
              <a:rPr lang="en-US" sz="2000" baseline="-25000" dirty="0">
                <a:solidFill>
                  <a:srgbClr val="FF6600"/>
                </a:solidFill>
                <a:latin typeface="+mn-lt"/>
                <a:ea typeface="ＭＳ Ｐゴシック" charset="0"/>
                <a:cs typeface="ＭＳ Ｐゴシック" charset="0"/>
              </a:rPr>
              <a:t>2</a:t>
            </a:r>
            <a:r>
              <a:rPr lang="en-US" sz="2000" dirty="0">
                <a:solidFill>
                  <a:srgbClr val="FF6600"/>
                </a:solidFill>
                <a:latin typeface="+mn-lt"/>
                <a:ea typeface="ＭＳ Ｐゴシック" charset="0"/>
                <a:cs typeface="ＭＳ Ｐゴシック" charset="0"/>
              </a:rPr>
              <a:t> = Process (enter</a:t>
            </a:r>
            <a:r>
              <a:rPr lang="en-US" sz="2000" baseline="-25000" dirty="0">
                <a:solidFill>
                  <a:srgbClr val="FF6600"/>
                </a:solidFill>
                <a:latin typeface="+mn-lt"/>
                <a:ea typeface="ＭＳ Ｐゴシック" charset="0"/>
                <a:cs typeface="ＭＳ Ｐゴシック" charset="0"/>
              </a:rPr>
              <a:t>2</a:t>
            </a:r>
            <a:r>
              <a:rPr lang="en-US" sz="2000" dirty="0">
                <a:solidFill>
                  <a:srgbClr val="FF6600"/>
                </a:solidFill>
                <a:latin typeface="+mn-lt"/>
                <a:ea typeface="ＭＳ Ｐゴシック" charset="0"/>
                <a:cs typeface="ＭＳ Ｐゴシック" charset="0"/>
              </a:rPr>
              <a:t>, exit</a:t>
            </a:r>
            <a:r>
              <a:rPr lang="en-US" sz="2000" baseline="-25000" dirty="0">
                <a:solidFill>
                  <a:srgbClr val="FF6600"/>
                </a:solidFill>
                <a:latin typeface="+mn-lt"/>
                <a:ea typeface="ＭＳ Ｐゴシック" charset="0"/>
                <a:cs typeface="ＭＳ Ｐゴシック" charset="0"/>
              </a:rPr>
              <a:t>2</a:t>
            </a:r>
            <a:r>
              <a:rPr lang="en-US" sz="2000" dirty="0">
                <a:solidFill>
                  <a:srgbClr val="FF6600"/>
                </a:solidFill>
                <a:latin typeface="+mn-lt"/>
                <a:ea typeface="ＭＳ Ｐゴシック" charset="0"/>
                <a:cs typeface="ＭＳ Ｐゴシック" charset="0"/>
              </a:rPr>
              <a:t>, lock, unlock)</a:t>
            </a:r>
          </a:p>
          <a:p>
            <a:pPr>
              <a:lnSpc>
                <a:spcPct val="90000"/>
              </a:lnSpc>
              <a:spcBef>
                <a:spcPct val="50000"/>
              </a:spcBef>
              <a:buClr>
                <a:schemeClr val="accent1"/>
              </a:buClr>
              <a:buSzPct val="75000"/>
              <a:buFont typeface="Wingdings" pitchFamily="2" charset="2"/>
              <a:buNone/>
              <a:defRPr/>
            </a:pPr>
            <a:r>
              <a:rPr lang="en-US" sz="1900" dirty="0">
                <a:latin typeface="Times New Roman" pitchFamily="18" charset="0"/>
                <a:ea typeface="ＭＳ Ｐゴシック" charset="0"/>
                <a:cs typeface="ＭＳ Ｐゴシック" charset="0"/>
              </a:rPr>
              <a:t>	</a:t>
            </a:r>
            <a:r>
              <a:rPr lang="en-US" sz="2000" dirty="0" err="1">
                <a:solidFill>
                  <a:srgbClr val="FF6600"/>
                </a:solidFill>
                <a:latin typeface="+mn-lt"/>
                <a:ea typeface="ＭＳ Ｐゴシック" charset="0"/>
                <a:cs typeface="ＭＳ Ｐゴシック" charset="0"/>
              </a:rPr>
              <a:t>MutexSystem</a:t>
            </a:r>
            <a:r>
              <a:rPr lang="en-US" sz="2000" dirty="0">
                <a:solidFill>
                  <a:srgbClr val="FF6600"/>
                </a:solidFill>
                <a:latin typeface="+mn-lt"/>
                <a:ea typeface="ＭＳ Ｐゴシック" charset="0"/>
                <a:cs typeface="ＭＳ Ｐゴシック" charset="0"/>
              </a:rPr>
              <a:t> = (</a:t>
            </a:r>
            <a:r>
              <a:rPr lang="en-US" sz="1900" dirty="0">
                <a:solidFill>
                  <a:srgbClr val="FF6600"/>
                </a:solidFill>
                <a:latin typeface="Symbol" pitchFamily="18" charset="2"/>
                <a:ea typeface="ＭＳ Ｐゴシック" charset="0"/>
                <a:cs typeface="ＭＳ Ｐゴシック" charset="0"/>
              </a:rPr>
              <a:t>n</a:t>
            </a:r>
            <a:r>
              <a:rPr lang="en-US" sz="1900" dirty="0">
                <a:solidFill>
                  <a:srgbClr val="FF6600"/>
                </a:solidFill>
                <a:latin typeface="Times New Roman" pitchFamily="18" charset="0"/>
                <a:ea typeface="ＭＳ Ｐゴシック" charset="0"/>
                <a:cs typeface="ＭＳ Ｐゴシック" charset="0"/>
              </a:rPr>
              <a:t> </a:t>
            </a:r>
            <a:r>
              <a:rPr lang="en-US" sz="2000" dirty="0">
                <a:solidFill>
                  <a:srgbClr val="FF6600"/>
                </a:solidFill>
                <a:latin typeface="+mn-lt"/>
                <a:ea typeface="ＭＳ Ｐゴシック" charset="0"/>
                <a:cs typeface="ＭＳ Ｐゴシック" charset="0"/>
              </a:rPr>
              <a:t>lock) (</a:t>
            </a:r>
            <a:r>
              <a:rPr lang="en-US" sz="1900" dirty="0">
                <a:solidFill>
                  <a:srgbClr val="FF6600"/>
                </a:solidFill>
                <a:latin typeface="Symbol" pitchFamily="18" charset="2"/>
                <a:ea typeface="ＭＳ Ｐゴシック" charset="0"/>
                <a:cs typeface="ＭＳ Ｐゴシック" charset="0"/>
              </a:rPr>
              <a:t>n</a:t>
            </a:r>
            <a:r>
              <a:rPr lang="en-US" sz="1900" dirty="0">
                <a:solidFill>
                  <a:srgbClr val="FF6600"/>
                </a:solidFill>
                <a:latin typeface="Times New Roman" pitchFamily="18" charset="0"/>
                <a:ea typeface="ＭＳ Ｐゴシック" charset="0"/>
                <a:cs typeface="ＭＳ Ｐゴシック" charset="0"/>
              </a:rPr>
              <a:t> </a:t>
            </a:r>
            <a:r>
              <a:rPr lang="en-US" sz="2000" dirty="0">
                <a:solidFill>
                  <a:srgbClr val="FF6600"/>
                </a:solidFill>
                <a:latin typeface="+mn-lt"/>
                <a:ea typeface="ＭＳ Ｐゴシック" charset="0"/>
                <a:cs typeface="ＭＳ Ｐゴシック" charset="0"/>
              </a:rPr>
              <a:t>unlock) (Process</a:t>
            </a:r>
            <a:r>
              <a:rPr lang="en-US" sz="2000" baseline="-25000" dirty="0">
                <a:solidFill>
                  <a:srgbClr val="FF6600"/>
                </a:solidFill>
                <a:latin typeface="+mn-lt"/>
                <a:ea typeface="ＭＳ Ｐゴシック" charset="0"/>
                <a:cs typeface="ＭＳ Ｐゴシック" charset="0"/>
              </a:rPr>
              <a:t>1</a:t>
            </a:r>
            <a:r>
              <a:rPr lang="en-US" sz="2000" dirty="0">
                <a:solidFill>
                  <a:srgbClr val="FF6600"/>
                </a:solidFill>
                <a:latin typeface="+mn-lt"/>
                <a:ea typeface="ＭＳ Ｐゴシック" charset="0"/>
                <a:cs typeface="ＭＳ Ｐゴシック" charset="0"/>
              </a:rPr>
              <a:t> | Process</a:t>
            </a:r>
            <a:r>
              <a:rPr lang="en-US" sz="2000" baseline="-25000" dirty="0">
                <a:solidFill>
                  <a:srgbClr val="FF6600"/>
                </a:solidFill>
                <a:latin typeface="+mn-lt"/>
                <a:ea typeface="ＭＳ Ｐゴシック" charset="0"/>
                <a:cs typeface="ＭＳ Ｐゴシック" charset="0"/>
              </a:rPr>
              <a:t>2</a:t>
            </a:r>
            <a:r>
              <a:rPr lang="en-US" sz="2000" dirty="0">
                <a:solidFill>
                  <a:srgbClr val="FF6600"/>
                </a:solidFill>
                <a:latin typeface="+mn-lt"/>
                <a:ea typeface="ＭＳ Ｐゴシック" charset="0"/>
                <a:cs typeface="ＭＳ Ｐゴシック" charset="0"/>
              </a:rPr>
              <a:t> | Lock )</a:t>
            </a:r>
          </a:p>
          <a:p>
            <a:pPr>
              <a:lnSpc>
                <a:spcPct val="90000"/>
              </a:lnSpc>
              <a:spcBef>
                <a:spcPct val="50000"/>
              </a:spcBef>
              <a:buClr>
                <a:schemeClr val="accent1"/>
              </a:buClr>
              <a:buSzPct val="75000"/>
              <a:buFont typeface="Wingdings" pitchFamily="2" charset="2"/>
              <a:buNone/>
              <a:defRPr/>
            </a:pPr>
            <a:endParaRPr lang="en-US" sz="1900" dirty="0">
              <a:latin typeface="Times New Roman" pitchFamily="18" charset="0"/>
              <a:ea typeface="ＭＳ Ｐゴシック" charset="0"/>
              <a:cs typeface="ＭＳ Ｐゴシック" charset="0"/>
            </a:endParaRPr>
          </a:p>
        </p:txBody>
      </p:sp>
      <p:sp>
        <p:nvSpPr>
          <p:cNvPr id="40965" name="Line 4">
            <a:extLst>
              <a:ext uri="{FF2B5EF4-FFF2-40B4-BE49-F238E27FC236}">
                <a16:creationId xmlns:a16="http://schemas.microsoft.com/office/drawing/2014/main" id="{210AACDF-6075-3C24-2F07-EA921ACD9DC6}"/>
              </a:ext>
            </a:extLst>
          </p:cNvPr>
          <p:cNvSpPr>
            <a:spLocks noChangeShapeType="1"/>
          </p:cNvSpPr>
          <p:nvPr/>
        </p:nvSpPr>
        <p:spPr bwMode="auto">
          <a:xfrm>
            <a:off x="2505075" y="3635375"/>
            <a:ext cx="3746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0966" name="Line 5">
            <a:extLst>
              <a:ext uri="{FF2B5EF4-FFF2-40B4-BE49-F238E27FC236}">
                <a16:creationId xmlns:a16="http://schemas.microsoft.com/office/drawing/2014/main" id="{D1B1085B-A20A-9B5D-6633-849BE9878AA9}"/>
              </a:ext>
            </a:extLst>
          </p:cNvPr>
          <p:cNvSpPr>
            <a:spLocks noChangeShapeType="1"/>
          </p:cNvSpPr>
          <p:nvPr/>
        </p:nvSpPr>
        <p:spPr bwMode="auto">
          <a:xfrm>
            <a:off x="4025900" y="3638550"/>
            <a:ext cx="68103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Footer Placeholder 3">
            <a:extLst>
              <a:ext uri="{FF2B5EF4-FFF2-40B4-BE49-F238E27FC236}">
                <a16:creationId xmlns:a16="http://schemas.microsoft.com/office/drawing/2014/main" id="{8DA9B910-686F-A235-F4B1-FF637AB38F6E}"/>
              </a:ext>
            </a:extLst>
          </p:cNvPr>
          <p:cNvSpPr>
            <a:spLocks noGrp="1"/>
          </p:cNvSpPr>
          <p:nvPr>
            <p:ph type="ftr" sz="quarter" idx="11"/>
          </p:nvPr>
        </p:nvSpPr>
        <p:spPr bwMode="auto">
          <a:xfrm>
            <a:off x="457200" y="635635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l" eaLnBrk="1" hangingPunct="1"/>
            <a:r>
              <a:rPr lang="en-US" altLang="en-US" sz="1200">
                <a:solidFill>
                  <a:srgbClr val="898989"/>
                </a:solidFill>
              </a:rPr>
              <a:t>Introduction to Pi-Calculus</a:t>
            </a:r>
          </a:p>
        </p:txBody>
      </p:sp>
      <p:sp>
        <p:nvSpPr>
          <p:cNvPr id="41986" name="Slide Number Placeholder 4">
            <a:extLst>
              <a:ext uri="{FF2B5EF4-FFF2-40B4-BE49-F238E27FC236}">
                <a16:creationId xmlns:a16="http://schemas.microsoft.com/office/drawing/2014/main" id="{41BFEFAC-553C-476E-5BE5-7FDB793496DF}"/>
              </a:ext>
            </a:extLst>
          </p:cNvPr>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fld id="{E41033CE-2BDC-4D4D-B81F-4C7147AF487B}" type="slidenum">
              <a:rPr lang="en-US" altLang="en-US" sz="1200">
                <a:solidFill>
                  <a:srgbClr val="898989"/>
                </a:solidFill>
              </a:rPr>
              <a:pPr algn="ctr" eaLnBrk="1" hangingPunct="1"/>
              <a:t>26</a:t>
            </a:fld>
            <a:endParaRPr lang="en-US" altLang="en-US" sz="1200">
              <a:solidFill>
                <a:srgbClr val="898989"/>
              </a:solidFill>
            </a:endParaRPr>
          </a:p>
        </p:txBody>
      </p:sp>
      <p:sp>
        <p:nvSpPr>
          <p:cNvPr id="41987" name="Rectangle 2">
            <a:extLst>
              <a:ext uri="{FF2B5EF4-FFF2-40B4-BE49-F238E27FC236}">
                <a16:creationId xmlns:a16="http://schemas.microsoft.com/office/drawing/2014/main" id="{D9D11995-44A7-675D-5043-180697262539}"/>
              </a:ext>
            </a:extLst>
          </p:cNvPr>
          <p:cNvSpPr>
            <a:spLocks noGrp="1" noChangeArrowheads="1"/>
          </p:cNvSpPr>
          <p:nvPr>
            <p:ph type="title"/>
          </p:nvPr>
        </p:nvSpPr>
        <p:spPr>
          <a:xfrm>
            <a:off x="696913" y="457200"/>
            <a:ext cx="7772400" cy="457200"/>
          </a:xfrm>
        </p:spPr>
        <p:txBody>
          <a:bodyPr/>
          <a:lstStyle/>
          <a:p>
            <a:pPr eaLnBrk="1" hangingPunct="1"/>
            <a:r>
              <a:rPr lang="en-US" altLang="en-US">
                <a:solidFill>
                  <a:srgbClr val="0000FF"/>
                </a:solidFill>
                <a:ea typeface="ＭＳ Ｐゴシック" panose="020B0600070205080204" pitchFamily="34" charset="-128"/>
              </a:rPr>
              <a:t>Modeling Mutual Exclusion - 2 </a:t>
            </a:r>
          </a:p>
        </p:txBody>
      </p:sp>
      <p:sp>
        <p:nvSpPr>
          <p:cNvPr id="41988" name="Rectangle 3">
            <a:extLst>
              <a:ext uri="{FF2B5EF4-FFF2-40B4-BE49-F238E27FC236}">
                <a16:creationId xmlns:a16="http://schemas.microsoft.com/office/drawing/2014/main" id="{F8989FC5-1C1E-C0D7-FF25-0780CC42201D}"/>
              </a:ext>
            </a:extLst>
          </p:cNvPr>
          <p:cNvSpPr>
            <a:spLocks noChangeArrowheads="1"/>
          </p:cNvSpPr>
          <p:nvPr/>
        </p:nvSpPr>
        <p:spPr bwMode="auto">
          <a:xfrm>
            <a:off x="392113" y="1147763"/>
            <a:ext cx="8440737" cy="4795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lnSpc>
                <a:spcPct val="90000"/>
              </a:lnSpc>
              <a:spcBef>
                <a:spcPct val="20000"/>
              </a:spcBef>
              <a:buClr>
                <a:schemeClr val="accent1"/>
              </a:buClr>
              <a:buSzPct val="75000"/>
              <a:buFont typeface="Wingdings" pitchFamily="2" charset="2"/>
              <a:buNone/>
            </a:pPr>
            <a:r>
              <a:rPr lang="en-US" altLang="en-US" sz="2000">
                <a:latin typeface="Calibri" panose="020F0502020204030204" pitchFamily="34" charset="0"/>
              </a:rPr>
              <a:t>A system of two processes is: </a:t>
            </a:r>
          </a:p>
          <a:p>
            <a:pPr eaLnBrk="1" hangingPunct="1">
              <a:lnSpc>
                <a:spcPct val="75000"/>
              </a:lnSpc>
              <a:spcBef>
                <a:spcPct val="50000"/>
              </a:spcBef>
              <a:buClr>
                <a:schemeClr val="accent1"/>
              </a:buClr>
              <a:buSzPct val="75000"/>
              <a:buFont typeface="Wingdings" pitchFamily="2" charset="2"/>
              <a:buNone/>
            </a:pPr>
            <a:r>
              <a:rPr lang="en-US" altLang="en-US" sz="2100">
                <a:latin typeface="Times New Roman" panose="02020603050405020304" pitchFamily="18" charset="0"/>
              </a:rPr>
              <a:t>	</a:t>
            </a:r>
            <a:r>
              <a:rPr lang="en-US" altLang="en-US" sz="2000">
                <a:solidFill>
                  <a:srgbClr val="FF6600"/>
                </a:solidFill>
                <a:latin typeface="Calibri" panose="020F0502020204030204" pitchFamily="34" charset="0"/>
              </a:rPr>
              <a:t>Process</a:t>
            </a:r>
            <a:r>
              <a:rPr lang="en-US" altLang="en-US" sz="2000" baseline="-25000">
                <a:solidFill>
                  <a:srgbClr val="FF6600"/>
                </a:solidFill>
                <a:latin typeface="Calibri" panose="020F0502020204030204" pitchFamily="34" charset="0"/>
              </a:rPr>
              <a:t>1</a:t>
            </a:r>
            <a:r>
              <a:rPr lang="en-US" altLang="en-US" sz="2000">
                <a:solidFill>
                  <a:srgbClr val="FF6600"/>
                </a:solidFill>
                <a:latin typeface="Calibri" panose="020F0502020204030204" pitchFamily="34" charset="0"/>
              </a:rPr>
              <a:t> = Process (enter</a:t>
            </a:r>
            <a:r>
              <a:rPr lang="en-US" altLang="en-US" sz="2000" baseline="-25000">
                <a:solidFill>
                  <a:srgbClr val="FF6600"/>
                </a:solidFill>
                <a:latin typeface="Calibri" panose="020F0502020204030204" pitchFamily="34" charset="0"/>
              </a:rPr>
              <a:t>1</a:t>
            </a:r>
            <a:r>
              <a:rPr lang="en-US" altLang="en-US" sz="2000">
                <a:solidFill>
                  <a:srgbClr val="FF6600"/>
                </a:solidFill>
                <a:latin typeface="Calibri" panose="020F0502020204030204" pitchFamily="34" charset="0"/>
              </a:rPr>
              <a:t>, exit</a:t>
            </a:r>
            <a:r>
              <a:rPr lang="en-US" altLang="en-US" sz="2000" baseline="-25000">
                <a:solidFill>
                  <a:srgbClr val="FF6600"/>
                </a:solidFill>
                <a:latin typeface="Calibri" panose="020F0502020204030204" pitchFamily="34" charset="0"/>
              </a:rPr>
              <a:t>1</a:t>
            </a:r>
            <a:r>
              <a:rPr lang="en-US" altLang="en-US" sz="2000">
                <a:solidFill>
                  <a:srgbClr val="FF6600"/>
                </a:solidFill>
                <a:latin typeface="Calibri" panose="020F0502020204030204" pitchFamily="34" charset="0"/>
              </a:rPr>
              <a:t>, lock, unlock)</a:t>
            </a:r>
          </a:p>
          <a:p>
            <a:pPr eaLnBrk="1" hangingPunct="1">
              <a:lnSpc>
                <a:spcPct val="75000"/>
              </a:lnSpc>
              <a:spcBef>
                <a:spcPct val="20000"/>
              </a:spcBef>
              <a:buClr>
                <a:schemeClr val="accent1"/>
              </a:buClr>
              <a:buSzPct val="75000"/>
              <a:buFont typeface="Wingdings" pitchFamily="2" charset="2"/>
              <a:buNone/>
            </a:pPr>
            <a:r>
              <a:rPr lang="en-US" altLang="en-US" sz="2000">
                <a:solidFill>
                  <a:srgbClr val="FF6600"/>
                </a:solidFill>
                <a:latin typeface="Calibri" panose="020F0502020204030204" pitchFamily="34" charset="0"/>
              </a:rPr>
              <a:t>	Process</a:t>
            </a:r>
            <a:r>
              <a:rPr lang="en-US" altLang="en-US" sz="2000" baseline="-25000">
                <a:solidFill>
                  <a:srgbClr val="FF6600"/>
                </a:solidFill>
                <a:latin typeface="Calibri" panose="020F0502020204030204" pitchFamily="34" charset="0"/>
              </a:rPr>
              <a:t>2</a:t>
            </a:r>
            <a:r>
              <a:rPr lang="en-US" altLang="en-US" sz="2000">
                <a:solidFill>
                  <a:srgbClr val="FF6600"/>
                </a:solidFill>
                <a:latin typeface="Calibri" panose="020F0502020204030204" pitchFamily="34" charset="0"/>
              </a:rPr>
              <a:t> = Process (enter</a:t>
            </a:r>
            <a:r>
              <a:rPr lang="en-US" altLang="en-US" sz="2000" baseline="-25000">
                <a:solidFill>
                  <a:srgbClr val="FF6600"/>
                </a:solidFill>
                <a:latin typeface="Calibri" panose="020F0502020204030204" pitchFamily="34" charset="0"/>
              </a:rPr>
              <a:t>2</a:t>
            </a:r>
            <a:r>
              <a:rPr lang="en-US" altLang="en-US" sz="2000">
                <a:solidFill>
                  <a:srgbClr val="FF6600"/>
                </a:solidFill>
                <a:latin typeface="Calibri" panose="020F0502020204030204" pitchFamily="34" charset="0"/>
              </a:rPr>
              <a:t>, exit</a:t>
            </a:r>
            <a:r>
              <a:rPr lang="en-US" altLang="en-US" sz="2000" baseline="-25000">
                <a:solidFill>
                  <a:srgbClr val="FF6600"/>
                </a:solidFill>
                <a:latin typeface="Calibri" panose="020F0502020204030204" pitchFamily="34" charset="0"/>
              </a:rPr>
              <a:t>2</a:t>
            </a:r>
            <a:r>
              <a:rPr lang="en-US" altLang="en-US" sz="2000">
                <a:solidFill>
                  <a:srgbClr val="FF6600"/>
                </a:solidFill>
                <a:latin typeface="Calibri" panose="020F0502020204030204" pitchFamily="34" charset="0"/>
              </a:rPr>
              <a:t>, lock, unlock)</a:t>
            </a:r>
          </a:p>
          <a:p>
            <a:pPr eaLnBrk="1" hangingPunct="1">
              <a:lnSpc>
                <a:spcPct val="90000"/>
              </a:lnSpc>
              <a:spcBef>
                <a:spcPct val="50000"/>
              </a:spcBef>
              <a:buClr>
                <a:schemeClr val="accent1"/>
              </a:buClr>
              <a:buSzPct val="75000"/>
              <a:buFont typeface="Wingdings" pitchFamily="2" charset="2"/>
              <a:buNone/>
            </a:pPr>
            <a:r>
              <a:rPr lang="en-US" altLang="en-US" sz="2000">
                <a:solidFill>
                  <a:srgbClr val="FF6600"/>
                </a:solidFill>
                <a:latin typeface="Calibri" panose="020F0502020204030204" pitchFamily="34" charset="0"/>
              </a:rPr>
              <a:t>	MutexSystem = (</a:t>
            </a:r>
            <a:r>
              <a:rPr lang="en-US" altLang="en-US" sz="2000">
                <a:solidFill>
                  <a:srgbClr val="FF6600"/>
                </a:solidFill>
                <a:latin typeface="Symbol" pitchFamily="2" charset="2"/>
              </a:rPr>
              <a:t>n</a:t>
            </a:r>
            <a:r>
              <a:rPr lang="en-US" altLang="en-US" sz="2000">
                <a:solidFill>
                  <a:srgbClr val="FF6600"/>
                </a:solidFill>
                <a:latin typeface="Calibri" panose="020F0502020204030204" pitchFamily="34" charset="0"/>
              </a:rPr>
              <a:t> lock, unlock (Process</a:t>
            </a:r>
            <a:r>
              <a:rPr lang="en-US" altLang="en-US" sz="2000" baseline="-25000">
                <a:solidFill>
                  <a:srgbClr val="FF6600"/>
                </a:solidFill>
                <a:latin typeface="Calibri" panose="020F0502020204030204" pitchFamily="34" charset="0"/>
              </a:rPr>
              <a:t>1</a:t>
            </a:r>
            <a:r>
              <a:rPr lang="en-US" altLang="en-US" sz="2000">
                <a:solidFill>
                  <a:srgbClr val="FF6600"/>
                </a:solidFill>
                <a:latin typeface="Calibri" panose="020F0502020204030204" pitchFamily="34" charset="0"/>
              </a:rPr>
              <a:t> | Process</a:t>
            </a:r>
            <a:r>
              <a:rPr lang="en-US" altLang="en-US" sz="2000" baseline="-25000">
                <a:solidFill>
                  <a:srgbClr val="FF6600"/>
                </a:solidFill>
                <a:latin typeface="Calibri" panose="020F0502020204030204" pitchFamily="34" charset="0"/>
              </a:rPr>
              <a:t>2</a:t>
            </a:r>
            <a:r>
              <a:rPr lang="en-US" altLang="en-US" sz="2000">
                <a:solidFill>
                  <a:srgbClr val="FF6600"/>
                </a:solidFill>
                <a:latin typeface="Calibri" panose="020F0502020204030204" pitchFamily="34" charset="0"/>
              </a:rPr>
              <a:t> | Lock ))</a:t>
            </a:r>
          </a:p>
          <a:p>
            <a:pPr eaLnBrk="1" hangingPunct="1">
              <a:lnSpc>
                <a:spcPct val="90000"/>
              </a:lnSpc>
              <a:spcBef>
                <a:spcPct val="50000"/>
              </a:spcBef>
              <a:buClr>
                <a:schemeClr val="accent1"/>
              </a:buClr>
              <a:buSzPct val="75000"/>
              <a:buFont typeface="Wingdings" pitchFamily="2" charset="2"/>
              <a:buNone/>
            </a:pPr>
            <a:endParaRPr lang="en-US" altLang="en-US" sz="1900">
              <a:latin typeface="Times New Roman" panose="02020603050405020304" pitchFamily="18" charset="0"/>
            </a:endParaRPr>
          </a:p>
          <a:p>
            <a:pPr eaLnBrk="1" hangingPunct="1">
              <a:lnSpc>
                <a:spcPct val="90000"/>
              </a:lnSpc>
              <a:spcBef>
                <a:spcPct val="50000"/>
              </a:spcBef>
              <a:buClr>
                <a:schemeClr val="accent1"/>
              </a:buClr>
              <a:buSzPct val="75000"/>
              <a:buFont typeface="Wingdings" pitchFamily="2" charset="2"/>
              <a:buNone/>
            </a:pPr>
            <a:r>
              <a:rPr lang="en-US" altLang="en-US" sz="2000">
                <a:latin typeface="Calibri" panose="020F0502020204030204" pitchFamily="34" charset="0"/>
              </a:rPr>
              <a:t>A “specification” for this system is: </a:t>
            </a:r>
          </a:p>
          <a:p>
            <a:pPr eaLnBrk="1" hangingPunct="1">
              <a:lnSpc>
                <a:spcPct val="90000"/>
              </a:lnSpc>
              <a:spcBef>
                <a:spcPct val="50000"/>
              </a:spcBef>
              <a:buClr>
                <a:schemeClr val="accent1"/>
              </a:buClr>
              <a:buSzPct val="75000"/>
              <a:buFont typeface="Wingdings" pitchFamily="2" charset="2"/>
              <a:buNone/>
            </a:pPr>
            <a:endParaRPr lang="en-US" altLang="en-US" sz="2100">
              <a:latin typeface="Times New Roman" panose="02020603050405020304" pitchFamily="18" charset="0"/>
            </a:endParaRPr>
          </a:p>
          <a:p>
            <a:pPr eaLnBrk="1" hangingPunct="1">
              <a:lnSpc>
                <a:spcPct val="90000"/>
              </a:lnSpc>
              <a:spcBef>
                <a:spcPct val="50000"/>
              </a:spcBef>
              <a:buClr>
                <a:schemeClr val="accent1"/>
              </a:buClr>
              <a:buSzPct val="75000"/>
              <a:buFont typeface="Wingdings" pitchFamily="2" charset="2"/>
              <a:buNone/>
            </a:pPr>
            <a:r>
              <a:rPr lang="en-US" altLang="en-US" sz="2000">
                <a:solidFill>
                  <a:srgbClr val="FF6600"/>
                </a:solidFill>
                <a:latin typeface="Calibri" panose="020F0502020204030204" pitchFamily="34" charset="0"/>
              </a:rPr>
              <a:t>MutexSpec(enter</a:t>
            </a:r>
            <a:r>
              <a:rPr lang="en-US" altLang="en-US" sz="2000" baseline="-25000">
                <a:solidFill>
                  <a:srgbClr val="FF6600"/>
                </a:solidFill>
                <a:latin typeface="Calibri" panose="020F0502020204030204" pitchFamily="34" charset="0"/>
              </a:rPr>
              <a:t>1</a:t>
            </a:r>
            <a:r>
              <a:rPr lang="en-US" altLang="en-US" sz="2000">
                <a:solidFill>
                  <a:srgbClr val="FF6600"/>
                </a:solidFill>
                <a:latin typeface="Calibri" panose="020F0502020204030204" pitchFamily="34" charset="0"/>
              </a:rPr>
              <a:t>, exit</a:t>
            </a:r>
            <a:r>
              <a:rPr lang="en-US" altLang="en-US" sz="2000" baseline="-25000">
                <a:solidFill>
                  <a:srgbClr val="FF6600"/>
                </a:solidFill>
                <a:latin typeface="Calibri" panose="020F0502020204030204" pitchFamily="34" charset="0"/>
              </a:rPr>
              <a:t>1</a:t>
            </a:r>
            <a:r>
              <a:rPr lang="en-US" altLang="en-US" sz="2000">
                <a:solidFill>
                  <a:srgbClr val="FF6600"/>
                </a:solidFill>
                <a:latin typeface="Calibri" panose="020F0502020204030204" pitchFamily="34" charset="0"/>
              </a:rPr>
              <a:t>, enter</a:t>
            </a:r>
            <a:r>
              <a:rPr lang="en-US" altLang="en-US" sz="2000" baseline="-25000">
                <a:solidFill>
                  <a:srgbClr val="FF6600"/>
                </a:solidFill>
                <a:latin typeface="Calibri" panose="020F0502020204030204" pitchFamily="34" charset="0"/>
              </a:rPr>
              <a:t>2</a:t>
            </a:r>
            <a:r>
              <a:rPr lang="en-US" altLang="en-US" sz="2000">
                <a:solidFill>
                  <a:srgbClr val="FF6600"/>
                </a:solidFill>
                <a:latin typeface="Calibri" panose="020F0502020204030204" pitchFamily="34" charset="0"/>
              </a:rPr>
              <a:t>, exit</a:t>
            </a:r>
            <a:r>
              <a:rPr lang="en-US" altLang="en-US" sz="2000" baseline="-25000">
                <a:solidFill>
                  <a:srgbClr val="FF6600"/>
                </a:solidFill>
                <a:latin typeface="Calibri" panose="020F0502020204030204" pitchFamily="34" charset="0"/>
              </a:rPr>
              <a:t>2</a:t>
            </a:r>
            <a:r>
              <a:rPr lang="en-US" altLang="en-US" sz="2000">
                <a:solidFill>
                  <a:srgbClr val="FF6600"/>
                </a:solidFill>
                <a:latin typeface="Calibri" panose="020F0502020204030204" pitchFamily="34" charset="0"/>
              </a:rPr>
              <a:t>)  </a:t>
            </a:r>
          </a:p>
          <a:p>
            <a:pPr eaLnBrk="1" hangingPunct="1">
              <a:lnSpc>
                <a:spcPct val="90000"/>
              </a:lnSpc>
              <a:spcBef>
                <a:spcPct val="50000"/>
              </a:spcBef>
              <a:buClr>
                <a:schemeClr val="accent1"/>
              </a:buClr>
              <a:buSzPct val="75000"/>
              <a:buFont typeface="Wingdings" pitchFamily="2" charset="2"/>
              <a:buNone/>
            </a:pPr>
            <a:r>
              <a:rPr lang="en-US" altLang="en-US" sz="2000">
                <a:solidFill>
                  <a:srgbClr val="FF6600"/>
                </a:solidFill>
                <a:latin typeface="Calibri" panose="020F0502020204030204" pitchFamily="34" charset="0"/>
              </a:rPr>
              <a:t>               =   enter</a:t>
            </a:r>
            <a:r>
              <a:rPr lang="en-US" altLang="en-US" sz="2000" baseline="-25000">
                <a:solidFill>
                  <a:srgbClr val="FF6600"/>
                </a:solidFill>
                <a:latin typeface="Calibri" panose="020F0502020204030204" pitchFamily="34" charset="0"/>
              </a:rPr>
              <a:t>1</a:t>
            </a:r>
            <a:r>
              <a:rPr lang="en-US" altLang="en-US" sz="2000">
                <a:solidFill>
                  <a:srgbClr val="FF6600"/>
                </a:solidFill>
                <a:latin typeface="Calibri" panose="020F0502020204030204" pitchFamily="34" charset="0"/>
              </a:rPr>
              <a:t>.exit</a:t>
            </a:r>
            <a:r>
              <a:rPr lang="en-US" altLang="en-US" sz="2000" baseline="-25000">
                <a:solidFill>
                  <a:srgbClr val="FF6600"/>
                </a:solidFill>
                <a:latin typeface="Calibri" panose="020F0502020204030204" pitchFamily="34" charset="0"/>
              </a:rPr>
              <a:t>1</a:t>
            </a:r>
            <a:r>
              <a:rPr lang="en-US" altLang="en-US" sz="2000">
                <a:solidFill>
                  <a:srgbClr val="FF6600"/>
                </a:solidFill>
                <a:latin typeface="Calibri" panose="020F0502020204030204" pitchFamily="34" charset="0"/>
              </a:rPr>
              <a:t>.MutexSpec(enter</a:t>
            </a:r>
            <a:r>
              <a:rPr lang="en-US" altLang="en-US" sz="2000" baseline="-25000">
                <a:solidFill>
                  <a:srgbClr val="FF6600"/>
                </a:solidFill>
                <a:latin typeface="Calibri" panose="020F0502020204030204" pitchFamily="34" charset="0"/>
              </a:rPr>
              <a:t>1</a:t>
            </a:r>
            <a:r>
              <a:rPr lang="en-US" altLang="en-US" sz="2000">
                <a:solidFill>
                  <a:srgbClr val="FF6600"/>
                </a:solidFill>
                <a:latin typeface="Calibri" panose="020F0502020204030204" pitchFamily="34" charset="0"/>
              </a:rPr>
              <a:t>, exit</a:t>
            </a:r>
            <a:r>
              <a:rPr lang="en-US" altLang="en-US" sz="2000" baseline="-25000">
                <a:solidFill>
                  <a:srgbClr val="FF6600"/>
                </a:solidFill>
                <a:latin typeface="Calibri" panose="020F0502020204030204" pitchFamily="34" charset="0"/>
              </a:rPr>
              <a:t>1</a:t>
            </a:r>
            <a:r>
              <a:rPr lang="en-US" altLang="en-US" sz="2000">
                <a:solidFill>
                  <a:srgbClr val="FF6600"/>
                </a:solidFill>
                <a:latin typeface="Calibri" panose="020F0502020204030204" pitchFamily="34" charset="0"/>
              </a:rPr>
              <a:t>, enter</a:t>
            </a:r>
            <a:r>
              <a:rPr lang="en-US" altLang="en-US" sz="2000" baseline="-25000">
                <a:solidFill>
                  <a:srgbClr val="FF6600"/>
                </a:solidFill>
                <a:latin typeface="Calibri" panose="020F0502020204030204" pitchFamily="34" charset="0"/>
              </a:rPr>
              <a:t>2</a:t>
            </a:r>
            <a:r>
              <a:rPr lang="en-US" altLang="en-US" sz="2000">
                <a:solidFill>
                  <a:srgbClr val="FF6600"/>
                </a:solidFill>
                <a:latin typeface="Calibri" panose="020F0502020204030204" pitchFamily="34" charset="0"/>
              </a:rPr>
              <a:t>, exit</a:t>
            </a:r>
            <a:r>
              <a:rPr lang="en-US" altLang="en-US" sz="2000" baseline="-25000">
                <a:solidFill>
                  <a:srgbClr val="FF6600"/>
                </a:solidFill>
                <a:latin typeface="Calibri" panose="020F0502020204030204" pitchFamily="34" charset="0"/>
              </a:rPr>
              <a:t>2 </a:t>
            </a:r>
            <a:r>
              <a:rPr lang="en-US" altLang="en-US" sz="2000">
                <a:solidFill>
                  <a:srgbClr val="FF6600"/>
                </a:solidFill>
                <a:latin typeface="Calibri" panose="020F0502020204030204" pitchFamily="34" charset="0"/>
              </a:rPr>
              <a:t>)</a:t>
            </a:r>
          </a:p>
          <a:p>
            <a:pPr eaLnBrk="1" hangingPunct="1">
              <a:lnSpc>
                <a:spcPct val="90000"/>
              </a:lnSpc>
              <a:spcBef>
                <a:spcPct val="50000"/>
              </a:spcBef>
              <a:buClr>
                <a:schemeClr val="accent1"/>
              </a:buClr>
              <a:buSzPct val="75000"/>
              <a:buFont typeface="Wingdings" pitchFamily="2" charset="2"/>
              <a:buNone/>
            </a:pPr>
            <a:r>
              <a:rPr lang="en-US" altLang="en-US" sz="2000">
                <a:solidFill>
                  <a:srgbClr val="FF6600"/>
                </a:solidFill>
                <a:latin typeface="Calibri" panose="020F0502020204030204" pitchFamily="34" charset="0"/>
              </a:rPr>
              <a:t>                 + enter</a:t>
            </a:r>
            <a:r>
              <a:rPr lang="en-US" altLang="en-US" sz="2000" baseline="-25000">
                <a:solidFill>
                  <a:srgbClr val="FF6600"/>
                </a:solidFill>
                <a:latin typeface="Calibri" panose="020F0502020204030204" pitchFamily="34" charset="0"/>
              </a:rPr>
              <a:t>2</a:t>
            </a:r>
            <a:r>
              <a:rPr lang="en-US" altLang="en-US" sz="2000">
                <a:solidFill>
                  <a:srgbClr val="FF6600"/>
                </a:solidFill>
                <a:latin typeface="Calibri" panose="020F0502020204030204" pitchFamily="34" charset="0"/>
              </a:rPr>
              <a:t>.exit</a:t>
            </a:r>
            <a:r>
              <a:rPr lang="en-US" altLang="en-US" sz="2000" baseline="-25000">
                <a:solidFill>
                  <a:srgbClr val="FF6600"/>
                </a:solidFill>
                <a:latin typeface="Calibri" panose="020F0502020204030204" pitchFamily="34" charset="0"/>
              </a:rPr>
              <a:t>2</a:t>
            </a:r>
            <a:r>
              <a:rPr lang="en-US" altLang="en-US" sz="2000">
                <a:solidFill>
                  <a:srgbClr val="FF6600"/>
                </a:solidFill>
                <a:latin typeface="Calibri" panose="020F0502020204030204" pitchFamily="34" charset="0"/>
              </a:rPr>
              <a:t>.MutexSpec(enter</a:t>
            </a:r>
            <a:r>
              <a:rPr lang="en-US" altLang="en-US" sz="2000" baseline="-25000">
                <a:solidFill>
                  <a:srgbClr val="FF6600"/>
                </a:solidFill>
                <a:latin typeface="Calibri" panose="020F0502020204030204" pitchFamily="34" charset="0"/>
              </a:rPr>
              <a:t>1</a:t>
            </a:r>
            <a:r>
              <a:rPr lang="en-US" altLang="en-US" sz="2000">
                <a:solidFill>
                  <a:srgbClr val="FF6600"/>
                </a:solidFill>
                <a:latin typeface="Calibri" panose="020F0502020204030204" pitchFamily="34" charset="0"/>
              </a:rPr>
              <a:t>, exit</a:t>
            </a:r>
            <a:r>
              <a:rPr lang="en-US" altLang="en-US" sz="2000" baseline="-25000">
                <a:solidFill>
                  <a:srgbClr val="FF6600"/>
                </a:solidFill>
                <a:latin typeface="Calibri" panose="020F0502020204030204" pitchFamily="34" charset="0"/>
              </a:rPr>
              <a:t>1 </a:t>
            </a:r>
            <a:r>
              <a:rPr lang="en-US" altLang="en-US" sz="2000">
                <a:solidFill>
                  <a:srgbClr val="FF6600"/>
                </a:solidFill>
                <a:latin typeface="Calibri" panose="020F0502020204030204" pitchFamily="34" charset="0"/>
              </a:rPr>
              <a:t>, enter</a:t>
            </a:r>
            <a:r>
              <a:rPr lang="en-US" altLang="en-US" sz="2000" baseline="-25000">
                <a:solidFill>
                  <a:srgbClr val="FF6600"/>
                </a:solidFill>
                <a:latin typeface="Calibri" panose="020F0502020204030204" pitchFamily="34" charset="0"/>
              </a:rPr>
              <a:t>2</a:t>
            </a:r>
            <a:r>
              <a:rPr lang="en-US" altLang="en-US" sz="2000">
                <a:solidFill>
                  <a:srgbClr val="FF6600"/>
                </a:solidFill>
                <a:latin typeface="Calibri" panose="020F0502020204030204" pitchFamily="34" charset="0"/>
              </a:rPr>
              <a:t>, exit</a:t>
            </a:r>
            <a:r>
              <a:rPr lang="en-US" altLang="en-US" sz="2000" baseline="-25000">
                <a:solidFill>
                  <a:srgbClr val="FF6600"/>
                </a:solidFill>
                <a:latin typeface="Calibri" panose="020F0502020204030204" pitchFamily="34" charset="0"/>
              </a:rPr>
              <a:t>2 </a:t>
            </a:r>
            <a:r>
              <a:rPr lang="en-US" altLang="en-US" sz="2000">
                <a:solidFill>
                  <a:srgbClr val="FF6600"/>
                </a:solidFill>
                <a:latin typeface="Calibri" panose="020F0502020204030204" pitchFamily="34" charset="0"/>
              </a:rPr>
              <a: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Footer Placeholder 3">
            <a:extLst>
              <a:ext uri="{FF2B5EF4-FFF2-40B4-BE49-F238E27FC236}">
                <a16:creationId xmlns:a16="http://schemas.microsoft.com/office/drawing/2014/main" id="{5B7D44E4-9BDA-2F5F-A467-88A86E85E7F0}"/>
              </a:ext>
            </a:extLst>
          </p:cNvPr>
          <p:cNvSpPr>
            <a:spLocks noGrp="1"/>
          </p:cNvSpPr>
          <p:nvPr>
            <p:ph type="ftr" sz="quarter" idx="11"/>
          </p:nvPr>
        </p:nvSpPr>
        <p:spPr bwMode="auto">
          <a:xfrm>
            <a:off x="457200" y="635635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l" eaLnBrk="1" hangingPunct="1"/>
            <a:r>
              <a:rPr lang="en-US" altLang="en-US" sz="1200">
                <a:solidFill>
                  <a:srgbClr val="898989"/>
                </a:solidFill>
              </a:rPr>
              <a:t>Introduction to Pi-Calculus</a:t>
            </a:r>
          </a:p>
        </p:txBody>
      </p:sp>
      <p:sp>
        <p:nvSpPr>
          <p:cNvPr id="43010" name="Slide Number Placeholder 4">
            <a:extLst>
              <a:ext uri="{FF2B5EF4-FFF2-40B4-BE49-F238E27FC236}">
                <a16:creationId xmlns:a16="http://schemas.microsoft.com/office/drawing/2014/main" id="{2AC4500D-D8B2-EDFE-7A42-944C8C1A95BD}"/>
              </a:ext>
            </a:extLst>
          </p:cNvPr>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fld id="{EDE56353-34E3-2647-B73D-42D1B3C82E27}" type="slidenum">
              <a:rPr lang="en-US" altLang="en-US" sz="1200">
                <a:solidFill>
                  <a:srgbClr val="898989"/>
                </a:solidFill>
              </a:rPr>
              <a:pPr algn="ctr" eaLnBrk="1" hangingPunct="1"/>
              <a:t>27</a:t>
            </a:fld>
            <a:endParaRPr lang="en-US" altLang="en-US" sz="1200">
              <a:solidFill>
                <a:srgbClr val="898989"/>
              </a:solidFill>
            </a:endParaRPr>
          </a:p>
        </p:txBody>
      </p:sp>
      <p:sp>
        <p:nvSpPr>
          <p:cNvPr id="43011" name="Rectangle 2">
            <a:extLst>
              <a:ext uri="{FF2B5EF4-FFF2-40B4-BE49-F238E27FC236}">
                <a16:creationId xmlns:a16="http://schemas.microsoft.com/office/drawing/2014/main" id="{79F75583-C8EE-D69A-7352-B539E6551190}"/>
              </a:ext>
            </a:extLst>
          </p:cNvPr>
          <p:cNvSpPr>
            <a:spLocks noGrp="1" noChangeArrowheads="1"/>
          </p:cNvSpPr>
          <p:nvPr>
            <p:ph type="title"/>
          </p:nvPr>
        </p:nvSpPr>
        <p:spPr/>
        <p:txBody>
          <a:bodyPr/>
          <a:lstStyle/>
          <a:p>
            <a:pPr eaLnBrk="1" hangingPunct="1"/>
            <a:r>
              <a:rPr lang="en-US" altLang="en-US">
                <a:solidFill>
                  <a:srgbClr val="0000FF"/>
                </a:solidFill>
                <a:ea typeface="ＭＳ Ｐゴシック" panose="020B0600070205080204" pitchFamily="34" charset="-128"/>
              </a:rPr>
              <a:t>Modeling a Bounded Buffer</a:t>
            </a:r>
          </a:p>
        </p:txBody>
      </p:sp>
      <p:grpSp>
        <p:nvGrpSpPr>
          <p:cNvPr id="43012" name="Group 3">
            <a:extLst>
              <a:ext uri="{FF2B5EF4-FFF2-40B4-BE49-F238E27FC236}">
                <a16:creationId xmlns:a16="http://schemas.microsoft.com/office/drawing/2014/main" id="{C8ABD099-C505-04EA-5637-37EB4099E728}"/>
              </a:ext>
            </a:extLst>
          </p:cNvPr>
          <p:cNvGrpSpPr>
            <a:grpSpLocks/>
          </p:cNvGrpSpPr>
          <p:nvPr/>
        </p:nvGrpSpPr>
        <p:grpSpPr bwMode="auto">
          <a:xfrm>
            <a:off x="425450" y="1274763"/>
            <a:ext cx="8478838" cy="4716462"/>
            <a:chOff x="255" y="587"/>
            <a:chExt cx="5341" cy="3533"/>
          </a:xfrm>
        </p:grpSpPr>
        <p:sp>
          <p:nvSpPr>
            <p:cNvPr id="43014" name="Rectangle 4">
              <a:extLst>
                <a:ext uri="{FF2B5EF4-FFF2-40B4-BE49-F238E27FC236}">
                  <a16:creationId xmlns:a16="http://schemas.microsoft.com/office/drawing/2014/main" id="{9D458EEA-039A-78AC-3E4A-50E4AE252247}"/>
                </a:ext>
              </a:extLst>
            </p:cNvPr>
            <p:cNvSpPr>
              <a:spLocks noChangeArrowheads="1"/>
            </p:cNvSpPr>
            <p:nvPr/>
          </p:nvSpPr>
          <p:spPr bwMode="auto">
            <a:xfrm>
              <a:off x="255" y="587"/>
              <a:ext cx="5341" cy="35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lnSpc>
                  <a:spcPct val="90000"/>
                </a:lnSpc>
                <a:spcBef>
                  <a:spcPct val="50000"/>
                </a:spcBef>
                <a:buClr>
                  <a:schemeClr val="accent1"/>
                </a:buClr>
                <a:buSzPct val="75000"/>
                <a:buFont typeface="Wingdings" pitchFamily="2" charset="2"/>
                <a:buNone/>
              </a:pPr>
              <a:endParaRPr lang="en-US" altLang="en-US" sz="2100">
                <a:latin typeface="Times New Roman" panose="02020603050405020304" pitchFamily="18" charset="0"/>
              </a:endParaRPr>
            </a:p>
            <a:p>
              <a:pPr eaLnBrk="1" hangingPunct="1">
                <a:lnSpc>
                  <a:spcPct val="90000"/>
                </a:lnSpc>
                <a:spcBef>
                  <a:spcPct val="50000"/>
                </a:spcBef>
                <a:buClr>
                  <a:schemeClr val="accent1"/>
                </a:buClr>
                <a:buSzPct val="75000"/>
                <a:buFont typeface="Wingdings" pitchFamily="2" charset="2"/>
                <a:buNone/>
              </a:pPr>
              <a:r>
                <a:rPr lang="en-US" altLang="en-US" sz="2000">
                  <a:latin typeface="Calibri" panose="020F0502020204030204" pitchFamily="34" charset="0"/>
                </a:rPr>
                <a:t>The Buffer equations might be thought of as the “specification” of the bounded buffer because it only refers to states of the buffer and not to any internal components or machinery to create these states. </a:t>
              </a:r>
            </a:p>
            <a:p>
              <a:pPr eaLnBrk="1" hangingPunct="1">
                <a:lnSpc>
                  <a:spcPct val="90000"/>
                </a:lnSpc>
                <a:spcBef>
                  <a:spcPct val="50000"/>
                </a:spcBef>
                <a:buClr>
                  <a:schemeClr val="accent1"/>
                </a:buClr>
                <a:buSzPct val="75000"/>
                <a:buFont typeface="Wingdings" pitchFamily="2" charset="2"/>
                <a:buNone/>
              </a:pPr>
              <a:r>
                <a:rPr lang="en-US" altLang="en-US" sz="2000">
                  <a:latin typeface="Calibri" panose="020F0502020204030204" pitchFamily="34" charset="0"/>
                </a:rPr>
                <a:t>An “implementation” of the bounded buffer is readily available by re-labeling the BUFF</a:t>
              </a:r>
              <a:r>
                <a:rPr lang="en-US" altLang="en-US" sz="2000" baseline="-25000">
                  <a:latin typeface="Calibri" panose="020F0502020204030204" pitchFamily="34" charset="0"/>
                </a:rPr>
                <a:t>3</a:t>
              </a:r>
              <a:r>
                <a:rPr lang="en-US" altLang="en-US" sz="2000">
                  <a:latin typeface="Calibri" panose="020F0502020204030204" pitchFamily="34" charset="0"/>
                </a:rPr>
                <a:t> agent developed earlier </a:t>
              </a:r>
            </a:p>
            <a:p>
              <a:pPr eaLnBrk="1" hangingPunct="1">
                <a:lnSpc>
                  <a:spcPct val="90000"/>
                </a:lnSpc>
                <a:spcBef>
                  <a:spcPct val="80000"/>
                </a:spcBef>
                <a:buClr>
                  <a:schemeClr val="accent1"/>
                </a:buClr>
                <a:buSzPct val="75000"/>
                <a:buFont typeface="Wingdings" pitchFamily="2" charset="2"/>
                <a:buNone/>
              </a:pPr>
              <a:r>
                <a:rPr lang="en-US" altLang="en-US" sz="2100">
                  <a:latin typeface="Times New Roman" panose="02020603050405020304" pitchFamily="18" charset="0"/>
                </a:rPr>
                <a:t>	</a:t>
              </a:r>
            </a:p>
            <a:p>
              <a:pPr eaLnBrk="1" hangingPunct="1">
                <a:lnSpc>
                  <a:spcPct val="90000"/>
                </a:lnSpc>
                <a:spcBef>
                  <a:spcPct val="80000"/>
                </a:spcBef>
                <a:buClr>
                  <a:schemeClr val="accent1"/>
                </a:buClr>
                <a:buSzPct val="75000"/>
                <a:buFont typeface="Wingdings" pitchFamily="2" charset="2"/>
                <a:buNone/>
              </a:pPr>
              <a:r>
                <a:rPr lang="en-US" altLang="en-US" sz="2100">
                  <a:latin typeface="Times New Roman" panose="02020603050405020304" pitchFamily="18" charset="0"/>
                </a:rPr>
                <a:t>	</a:t>
              </a:r>
              <a:r>
                <a:rPr lang="en-US" altLang="en-US" sz="2000">
                  <a:solidFill>
                    <a:srgbClr val="FF6600"/>
                  </a:solidFill>
                  <a:latin typeface="Calibri" panose="020F0502020204030204" pitchFamily="34" charset="0"/>
                </a:rPr>
                <a:t>CELL = a.b.CELL </a:t>
              </a:r>
            </a:p>
            <a:p>
              <a:pPr eaLnBrk="1" hangingPunct="1">
                <a:lnSpc>
                  <a:spcPct val="60000"/>
                </a:lnSpc>
                <a:spcBef>
                  <a:spcPct val="90000"/>
                </a:spcBef>
                <a:buClr>
                  <a:schemeClr val="accent1"/>
                </a:buClr>
                <a:buSzPct val="75000"/>
                <a:buFont typeface="Wingdings" pitchFamily="2" charset="2"/>
                <a:buNone/>
              </a:pPr>
              <a:r>
                <a:rPr lang="en-US" altLang="en-US" sz="2000">
                  <a:solidFill>
                    <a:srgbClr val="FF6600"/>
                  </a:solidFill>
                  <a:latin typeface="Calibri" panose="020F0502020204030204" pitchFamily="34" charset="0"/>
                </a:rPr>
                <a:t>	C0 = CELL (put , c) </a:t>
              </a:r>
            </a:p>
            <a:p>
              <a:pPr eaLnBrk="1" hangingPunct="1">
                <a:lnSpc>
                  <a:spcPct val="60000"/>
                </a:lnSpc>
                <a:spcBef>
                  <a:spcPct val="50000"/>
                </a:spcBef>
                <a:buClr>
                  <a:schemeClr val="accent1"/>
                </a:buClr>
                <a:buSzPct val="75000"/>
                <a:buFont typeface="Wingdings" pitchFamily="2" charset="2"/>
                <a:buNone/>
              </a:pPr>
              <a:r>
                <a:rPr lang="en-US" altLang="en-US" sz="2000">
                  <a:solidFill>
                    <a:srgbClr val="FF6600"/>
                  </a:solidFill>
                  <a:latin typeface="Calibri" panose="020F0502020204030204" pitchFamily="34" charset="0"/>
                </a:rPr>
                <a:t>	C1 = CELL (c , d)</a:t>
              </a:r>
            </a:p>
            <a:p>
              <a:pPr eaLnBrk="1" hangingPunct="1">
                <a:lnSpc>
                  <a:spcPct val="60000"/>
                </a:lnSpc>
                <a:spcBef>
                  <a:spcPct val="50000"/>
                </a:spcBef>
                <a:buClr>
                  <a:schemeClr val="accent1"/>
                </a:buClr>
                <a:buSzPct val="75000"/>
                <a:buFont typeface="Wingdings" pitchFamily="2" charset="2"/>
                <a:buNone/>
              </a:pPr>
              <a:r>
                <a:rPr lang="en-US" altLang="en-US" sz="2000">
                  <a:solidFill>
                    <a:srgbClr val="FF6600"/>
                  </a:solidFill>
                  <a:latin typeface="Calibri" panose="020F0502020204030204" pitchFamily="34" charset="0"/>
                </a:rPr>
                <a:t>	C2 = CELL (d , get)</a:t>
              </a:r>
            </a:p>
            <a:p>
              <a:pPr eaLnBrk="1" hangingPunct="1">
                <a:lnSpc>
                  <a:spcPct val="60000"/>
                </a:lnSpc>
                <a:spcBef>
                  <a:spcPct val="50000"/>
                </a:spcBef>
                <a:buClr>
                  <a:schemeClr val="accent1"/>
                </a:buClr>
                <a:buSzPct val="75000"/>
                <a:buFont typeface="Wingdings" pitchFamily="2" charset="2"/>
                <a:buNone/>
              </a:pPr>
              <a:r>
                <a:rPr lang="en-US" altLang="en-US" sz="2000">
                  <a:solidFill>
                    <a:srgbClr val="FF6600"/>
                  </a:solidFill>
                  <a:latin typeface="Calibri" panose="020F0502020204030204" pitchFamily="34" charset="0"/>
                </a:rPr>
                <a:t>	BufferImpl = (</a:t>
              </a:r>
              <a:r>
                <a:rPr lang="en-US" altLang="en-US" sz="2000">
                  <a:solidFill>
                    <a:srgbClr val="FF6600"/>
                  </a:solidFill>
                  <a:latin typeface="Symbol" pitchFamily="2" charset="2"/>
                </a:rPr>
                <a:t>n</a:t>
              </a:r>
              <a:r>
                <a:rPr lang="en-US" altLang="en-US" sz="2000">
                  <a:solidFill>
                    <a:srgbClr val="FF6600"/>
                  </a:solidFill>
                  <a:latin typeface="Calibri" panose="020F0502020204030204" pitchFamily="34" charset="0"/>
                </a:rPr>
                <a:t> c) (</a:t>
              </a:r>
              <a:r>
                <a:rPr lang="en-US" altLang="en-US" sz="2000">
                  <a:solidFill>
                    <a:srgbClr val="FF6600"/>
                  </a:solidFill>
                  <a:latin typeface="Symbol" pitchFamily="2" charset="2"/>
                </a:rPr>
                <a:t>n</a:t>
              </a:r>
              <a:r>
                <a:rPr lang="en-US" altLang="en-US" sz="2000">
                  <a:solidFill>
                    <a:srgbClr val="FF6600"/>
                  </a:solidFill>
                  <a:latin typeface="Calibri" panose="020F0502020204030204" pitchFamily="34" charset="0"/>
                </a:rPr>
                <a:t> d) ( C0 | C1 | C2 ) </a:t>
              </a:r>
            </a:p>
            <a:p>
              <a:pPr eaLnBrk="1" hangingPunct="1">
                <a:lnSpc>
                  <a:spcPct val="90000"/>
                </a:lnSpc>
                <a:spcBef>
                  <a:spcPct val="90000"/>
                </a:spcBef>
                <a:buClr>
                  <a:schemeClr val="accent1"/>
                </a:buClr>
                <a:buSzPct val="75000"/>
                <a:buFont typeface="Wingdings" pitchFamily="2" charset="2"/>
                <a:buNone/>
              </a:pPr>
              <a:endParaRPr lang="en-US" altLang="en-US" sz="2100">
                <a:latin typeface="Times New Roman" panose="02020603050405020304" pitchFamily="18" charset="0"/>
              </a:endParaRPr>
            </a:p>
          </p:txBody>
        </p:sp>
        <p:sp>
          <p:nvSpPr>
            <p:cNvPr id="43015" name="Line 5">
              <a:extLst>
                <a:ext uri="{FF2B5EF4-FFF2-40B4-BE49-F238E27FC236}">
                  <a16:creationId xmlns:a16="http://schemas.microsoft.com/office/drawing/2014/main" id="{6BE46582-BF2D-3B53-5248-2F92950B56A9}"/>
                </a:ext>
              </a:extLst>
            </p:cNvPr>
            <p:cNvSpPr>
              <a:spLocks noChangeShapeType="1"/>
            </p:cNvSpPr>
            <p:nvPr/>
          </p:nvSpPr>
          <p:spPr bwMode="auto">
            <a:xfrm>
              <a:off x="2666" y="1422"/>
              <a:ext cx="214"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3016" name="Line 6">
              <a:extLst>
                <a:ext uri="{FF2B5EF4-FFF2-40B4-BE49-F238E27FC236}">
                  <a16:creationId xmlns:a16="http://schemas.microsoft.com/office/drawing/2014/main" id="{25FD5E7F-BF92-4AAE-42AC-EE88FBFD1FCE}"/>
                </a:ext>
              </a:extLst>
            </p:cNvPr>
            <p:cNvSpPr>
              <a:spLocks noChangeShapeType="1"/>
            </p:cNvSpPr>
            <p:nvPr/>
          </p:nvSpPr>
          <p:spPr bwMode="auto">
            <a:xfrm>
              <a:off x="1537" y="1979"/>
              <a:ext cx="214"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3017" name="Line 7">
              <a:extLst>
                <a:ext uri="{FF2B5EF4-FFF2-40B4-BE49-F238E27FC236}">
                  <a16:creationId xmlns:a16="http://schemas.microsoft.com/office/drawing/2014/main" id="{D0A99E5D-6D4F-3BF3-1FDC-0CADE55FDBF0}"/>
                </a:ext>
              </a:extLst>
            </p:cNvPr>
            <p:cNvSpPr>
              <a:spLocks noChangeShapeType="1"/>
            </p:cNvSpPr>
            <p:nvPr/>
          </p:nvSpPr>
          <p:spPr bwMode="auto">
            <a:xfrm>
              <a:off x="2666" y="1704"/>
              <a:ext cx="214"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43013" name="Line 8">
            <a:extLst>
              <a:ext uri="{FF2B5EF4-FFF2-40B4-BE49-F238E27FC236}">
                <a16:creationId xmlns:a16="http://schemas.microsoft.com/office/drawing/2014/main" id="{FB2A3C73-7121-E115-21B5-C11CBB30D840}"/>
              </a:ext>
            </a:extLst>
          </p:cNvPr>
          <p:cNvSpPr>
            <a:spLocks noChangeShapeType="1"/>
          </p:cNvSpPr>
          <p:nvPr/>
        </p:nvSpPr>
        <p:spPr bwMode="auto">
          <a:xfrm>
            <a:off x="1811338" y="4095750"/>
            <a:ext cx="26511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Footer Placeholder 2">
            <a:extLst>
              <a:ext uri="{FF2B5EF4-FFF2-40B4-BE49-F238E27FC236}">
                <a16:creationId xmlns:a16="http://schemas.microsoft.com/office/drawing/2014/main" id="{BD70A72B-0F9A-E653-0BCF-EC89ABF08EFC}"/>
              </a:ext>
            </a:extLst>
          </p:cNvPr>
          <p:cNvSpPr>
            <a:spLocks noGrp="1"/>
          </p:cNvSpPr>
          <p:nvPr>
            <p:ph type="ftr" sz="quarter" idx="11"/>
          </p:nvPr>
        </p:nvSpPr>
        <p:spPr bwMode="auto">
          <a:xfrm>
            <a:off x="457200" y="635635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l" eaLnBrk="1" hangingPunct="1"/>
            <a:r>
              <a:rPr lang="en-US" altLang="en-US" sz="1200">
                <a:solidFill>
                  <a:srgbClr val="898989"/>
                </a:solidFill>
              </a:rPr>
              <a:t>Introduction to Pi-Calculus</a:t>
            </a:r>
          </a:p>
        </p:txBody>
      </p:sp>
      <p:sp>
        <p:nvSpPr>
          <p:cNvPr id="44034" name="Slide Number Placeholder 3">
            <a:extLst>
              <a:ext uri="{FF2B5EF4-FFF2-40B4-BE49-F238E27FC236}">
                <a16:creationId xmlns:a16="http://schemas.microsoft.com/office/drawing/2014/main" id="{2163B133-E100-30F6-9264-0DC0693DD3EF}"/>
              </a:ext>
            </a:extLst>
          </p:cNvPr>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fld id="{B24E2A37-D868-DB43-A451-D913E86C64E3}" type="slidenum">
              <a:rPr lang="en-US" altLang="en-US" sz="1200">
                <a:solidFill>
                  <a:srgbClr val="898989"/>
                </a:solidFill>
              </a:rPr>
              <a:pPr algn="ctr" eaLnBrk="1" hangingPunct="1"/>
              <a:t>28</a:t>
            </a:fld>
            <a:endParaRPr lang="en-US" altLang="en-US" sz="1200">
              <a:solidFill>
                <a:srgbClr val="898989"/>
              </a:solidFill>
            </a:endParaRPr>
          </a:p>
        </p:txBody>
      </p:sp>
      <p:sp>
        <p:nvSpPr>
          <p:cNvPr id="44035" name="Rectangle 2">
            <a:extLst>
              <a:ext uri="{FF2B5EF4-FFF2-40B4-BE49-F238E27FC236}">
                <a16:creationId xmlns:a16="http://schemas.microsoft.com/office/drawing/2014/main" id="{9FDE2A8F-37C3-EC24-ABA7-62BBF3A82536}"/>
              </a:ext>
            </a:extLst>
          </p:cNvPr>
          <p:cNvSpPr>
            <a:spLocks noGrp="1" noChangeArrowheads="1"/>
          </p:cNvSpPr>
          <p:nvPr>
            <p:ph type="title"/>
          </p:nvPr>
        </p:nvSpPr>
        <p:spPr/>
        <p:txBody>
          <a:bodyPr/>
          <a:lstStyle/>
          <a:p>
            <a:pPr eaLnBrk="1" hangingPunct="1"/>
            <a:r>
              <a:rPr lang="en-US" altLang="en-US">
                <a:solidFill>
                  <a:srgbClr val="0000FF"/>
                </a:solidFill>
                <a:ea typeface="ＭＳ Ｐゴシック" panose="020B0600070205080204" pitchFamily="34" charset="-128"/>
              </a:rPr>
              <a:t>Equality of Processes</a:t>
            </a:r>
          </a:p>
        </p:txBody>
      </p:sp>
      <p:sp>
        <p:nvSpPr>
          <p:cNvPr id="205827" name="Text Box 3">
            <a:extLst>
              <a:ext uri="{FF2B5EF4-FFF2-40B4-BE49-F238E27FC236}">
                <a16:creationId xmlns:a16="http://schemas.microsoft.com/office/drawing/2014/main" id="{249E1AA7-D458-AEA4-6760-4334D05B0A05}"/>
              </a:ext>
            </a:extLst>
          </p:cNvPr>
          <p:cNvSpPr txBox="1">
            <a:spLocks noChangeArrowheads="1"/>
          </p:cNvSpPr>
          <p:nvPr/>
        </p:nvSpPr>
        <p:spPr bwMode="auto">
          <a:xfrm>
            <a:off x="619125" y="1820863"/>
            <a:ext cx="7789863" cy="3748087"/>
          </a:xfrm>
          <a:prstGeom prst="rect">
            <a:avLst/>
          </a:prstGeom>
          <a:noFill/>
          <a:ln w="9525">
            <a:noFill/>
            <a:miter lim="800000"/>
            <a:headEnd/>
            <a:tailEnd/>
          </a:ln>
          <a:effectLst/>
        </p:spPr>
        <p:txBody>
          <a:bodyPr anchor="ctr">
            <a:spAutoFit/>
          </a:bodyPr>
          <a:lstStyle/>
          <a:p>
            <a:pPr>
              <a:spcBef>
                <a:spcPct val="20000"/>
              </a:spcBef>
              <a:defRPr/>
            </a:pPr>
            <a:r>
              <a:rPr lang="en-US" sz="2000" dirty="0">
                <a:latin typeface="+mn-lt"/>
                <a:ea typeface="ＭＳ Ｐゴシック" charset="0"/>
                <a:cs typeface="ＭＳ Ｐゴシック" charset="0"/>
              </a:rPr>
              <a:t>We would like to know if two process have the same behavior (</a:t>
            </a:r>
            <a:r>
              <a:rPr lang="en-US" sz="2000" dirty="0" err="1">
                <a:latin typeface="+mn-lt"/>
                <a:ea typeface="ＭＳ Ｐゴシック" charset="0"/>
                <a:cs typeface="ＭＳ Ｐゴシック" charset="0"/>
              </a:rPr>
              <a:t>interchagable</a:t>
            </a:r>
            <a:r>
              <a:rPr lang="en-US" sz="2000" dirty="0">
                <a:latin typeface="+mn-lt"/>
                <a:ea typeface="ＭＳ Ｐゴシック" charset="0"/>
                <a:cs typeface="ＭＳ Ｐゴシック" charset="0"/>
              </a:rPr>
              <a:t>), or if an implementation has the behavior required by a given specification (conformance). </a:t>
            </a:r>
          </a:p>
          <a:p>
            <a:pPr>
              <a:spcBef>
                <a:spcPct val="20000"/>
              </a:spcBef>
              <a:defRPr/>
            </a:pPr>
            <a:r>
              <a:rPr lang="en-US" sz="2000" dirty="0">
                <a:latin typeface="+mn-lt"/>
                <a:ea typeface="ＭＳ Ｐゴシック" charset="0"/>
                <a:cs typeface="ＭＳ Ｐゴシック" charset="0"/>
              </a:rPr>
              <a:t>For example:</a:t>
            </a:r>
          </a:p>
          <a:p>
            <a:pPr>
              <a:spcBef>
                <a:spcPct val="20000"/>
              </a:spcBef>
              <a:defRPr/>
            </a:pPr>
            <a:endParaRPr lang="en-US" sz="2800" dirty="0">
              <a:latin typeface="Times New Roman" pitchFamily="18" charset="0"/>
              <a:ea typeface="ＭＳ Ｐゴシック" charset="0"/>
              <a:cs typeface="ＭＳ Ｐゴシック" charset="0"/>
            </a:endParaRPr>
          </a:p>
          <a:p>
            <a:pPr>
              <a:spcBef>
                <a:spcPct val="20000"/>
              </a:spcBef>
              <a:defRPr/>
            </a:pPr>
            <a:r>
              <a:rPr lang="en-US" sz="2800" dirty="0">
                <a:latin typeface="Times New Roman" pitchFamily="18" charset="0"/>
                <a:ea typeface="ＭＳ Ｐゴシック" charset="0"/>
                <a:cs typeface="ＭＳ Ｐゴシック" charset="0"/>
              </a:rPr>
              <a:t>       	</a:t>
            </a:r>
            <a:r>
              <a:rPr lang="en-US" sz="2400" dirty="0">
                <a:solidFill>
                  <a:srgbClr val="FF6600"/>
                </a:solidFill>
                <a:latin typeface="+mn-lt"/>
                <a:ea typeface="ＭＳ Ｐゴシック" charset="0"/>
                <a:cs typeface="ＭＳ Ｐゴシック" charset="0"/>
              </a:rPr>
              <a:t>is     Buffer</a:t>
            </a:r>
            <a:r>
              <a:rPr lang="en-US" sz="2400" baseline="-25000" dirty="0">
                <a:solidFill>
                  <a:srgbClr val="FF6600"/>
                </a:solidFill>
                <a:latin typeface="+mn-lt"/>
                <a:ea typeface="ＭＳ Ｐゴシック" charset="0"/>
                <a:cs typeface="ＭＳ Ｐゴシック" charset="0"/>
              </a:rPr>
              <a:t>0</a:t>
            </a:r>
            <a:r>
              <a:rPr lang="en-US" sz="2400" dirty="0">
                <a:solidFill>
                  <a:srgbClr val="FF6600"/>
                </a:solidFill>
                <a:latin typeface="+mn-lt"/>
                <a:ea typeface="ＭＳ Ｐゴシック" charset="0"/>
                <a:cs typeface="ＭＳ Ｐゴシック" charset="0"/>
              </a:rPr>
              <a:t> = </a:t>
            </a:r>
            <a:r>
              <a:rPr lang="en-US" sz="2400" dirty="0" err="1">
                <a:solidFill>
                  <a:srgbClr val="FF6600"/>
                </a:solidFill>
                <a:latin typeface="+mn-lt"/>
                <a:ea typeface="ＭＳ Ｐゴシック" charset="0"/>
                <a:cs typeface="ＭＳ Ｐゴシック" charset="0"/>
              </a:rPr>
              <a:t>BufferImpl</a:t>
            </a:r>
            <a:r>
              <a:rPr lang="en-US" sz="2400" dirty="0">
                <a:solidFill>
                  <a:srgbClr val="FF6600"/>
                </a:solidFill>
                <a:latin typeface="+mn-lt"/>
                <a:ea typeface="ＭＳ Ｐゴシック" charset="0"/>
                <a:cs typeface="ＭＳ Ｐゴシック" charset="0"/>
              </a:rPr>
              <a:t>  ?</a:t>
            </a:r>
          </a:p>
          <a:p>
            <a:pPr>
              <a:spcBef>
                <a:spcPct val="20000"/>
              </a:spcBef>
              <a:defRPr/>
            </a:pPr>
            <a:r>
              <a:rPr lang="en-US" sz="2400" dirty="0">
                <a:solidFill>
                  <a:srgbClr val="FF6600"/>
                </a:solidFill>
                <a:latin typeface="+mn-lt"/>
                <a:ea typeface="ＭＳ Ｐゴシック" charset="0"/>
                <a:cs typeface="ＭＳ Ｐゴシック" charset="0"/>
              </a:rPr>
              <a:t>           	is     </a:t>
            </a:r>
            <a:r>
              <a:rPr lang="en-US" sz="2400" dirty="0" err="1">
                <a:solidFill>
                  <a:srgbClr val="FF6600"/>
                </a:solidFill>
                <a:latin typeface="+mn-lt"/>
                <a:ea typeface="ＭＳ Ｐゴシック" charset="0"/>
                <a:cs typeface="ＭＳ Ｐゴシック" charset="0"/>
              </a:rPr>
              <a:t>MutexSystem</a:t>
            </a:r>
            <a:r>
              <a:rPr lang="en-US" sz="2400" dirty="0">
                <a:solidFill>
                  <a:srgbClr val="FF6600"/>
                </a:solidFill>
                <a:latin typeface="+mn-lt"/>
                <a:ea typeface="ＭＳ Ｐゴシック" charset="0"/>
                <a:cs typeface="ＭＳ Ｐゴシック" charset="0"/>
              </a:rPr>
              <a:t> = </a:t>
            </a:r>
            <a:r>
              <a:rPr lang="en-US" sz="2400" dirty="0" err="1">
                <a:solidFill>
                  <a:srgbClr val="FF6600"/>
                </a:solidFill>
                <a:latin typeface="+mn-lt"/>
                <a:ea typeface="ＭＳ Ｐゴシック" charset="0"/>
                <a:cs typeface="ＭＳ Ｐゴシック" charset="0"/>
              </a:rPr>
              <a:t>MutexSpec</a:t>
            </a:r>
            <a:r>
              <a:rPr lang="en-US" sz="2400" dirty="0">
                <a:solidFill>
                  <a:srgbClr val="FF6600"/>
                </a:solidFill>
                <a:latin typeface="+mn-lt"/>
                <a:ea typeface="ＭＳ Ｐゴシック" charset="0"/>
                <a:cs typeface="ＭＳ Ｐゴシック" charset="0"/>
              </a:rPr>
              <a:t>  ?</a:t>
            </a:r>
          </a:p>
          <a:p>
            <a:pPr>
              <a:spcBef>
                <a:spcPct val="20000"/>
              </a:spcBef>
              <a:defRPr/>
            </a:pPr>
            <a:endParaRPr lang="en-US" sz="2800" dirty="0">
              <a:latin typeface="Times New Roman" pitchFamily="18" charset="0"/>
              <a:ea typeface="ＭＳ Ｐゴシック" charset="0"/>
              <a:cs typeface="ＭＳ Ｐゴシック" charset="0"/>
            </a:endParaRPr>
          </a:p>
          <a:p>
            <a:pPr>
              <a:spcBef>
                <a:spcPct val="20000"/>
              </a:spcBef>
              <a:defRPr/>
            </a:pPr>
            <a:r>
              <a:rPr lang="en-US" sz="2000" dirty="0">
                <a:latin typeface="+mn-lt"/>
                <a:ea typeface="ＭＳ Ｐゴシック" charset="0"/>
                <a:cs typeface="ＭＳ Ｐゴシック" charset="0"/>
              </a:rPr>
              <a:t>How do we tell if two behaviors are the same?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Footer Placeholder 2">
            <a:extLst>
              <a:ext uri="{FF2B5EF4-FFF2-40B4-BE49-F238E27FC236}">
                <a16:creationId xmlns:a16="http://schemas.microsoft.com/office/drawing/2014/main" id="{1B81796E-57CB-E0C5-0FA9-18900708415E}"/>
              </a:ext>
            </a:extLst>
          </p:cNvPr>
          <p:cNvSpPr>
            <a:spLocks noGrp="1"/>
          </p:cNvSpPr>
          <p:nvPr>
            <p:ph type="ftr" sz="quarter" idx="11"/>
          </p:nvPr>
        </p:nvSpPr>
        <p:spPr bwMode="auto">
          <a:xfrm>
            <a:off x="457200" y="635635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l" eaLnBrk="1" hangingPunct="1"/>
            <a:r>
              <a:rPr lang="en-US" altLang="en-US" sz="1200">
                <a:solidFill>
                  <a:srgbClr val="898989"/>
                </a:solidFill>
              </a:rPr>
              <a:t>Introduction to Pi-Calculus</a:t>
            </a:r>
          </a:p>
        </p:txBody>
      </p:sp>
      <p:sp>
        <p:nvSpPr>
          <p:cNvPr id="45058" name="Slide Number Placeholder 3">
            <a:extLst>
              <a:ext uri="{FF2B5EF4-FFF2-40B4-BE49-F238E27FC236}">
                <a16:creationId xmlns:a16="http://schemas.microsoft.com/office/drawing/2014/main" id="{71349AB8-DE66-99BF-2664-310F5B8D289F}"/>
              </a:ext>
            </a:extLst>
          </p:cNvPr>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fld id="{CB7C79C2-CE08-EC48-ACB6-0677E4DE97B7}" type="slidenum">
              <a:rPr lang="en-US" altLang="en-US" sz="1200">
                <a:solidFill>
                  <a:srgbClr val="898989"/>
                </a:solidFill>
              </a:rPr>
              <a:pPr algn="ctr" eaLnBrk="1" hangingPunct="1"/>
              <a:t>29</a:t>
            </a:fld>
            <a:endParaRPr lang="en-US" altLang="en-US" sz="1200">
              <a:solidFill>
                <a:srgbClr val="898989"/>
              </a:solidFill>
            </a:endParaRPr>
          </a:p>
        </p:txBody>
      </p:sp>
      <p:sp>
        <p:nvSpPr>
          <p:cNvPr id="45059" name="Rectangle 2">
            <a:extLst>
              <a:ext uri="{FF2B5EF4-FFF2-40B4-BE49-F238E27FC236}">
                <a16:creationId xmlns:a16="http://schemas.microsoft.com/office/drawing/2014/main" id="{5EEEB775-A795-D215-C4C5-1502B7074CFE}"/>
              </a:ext>
            </a:extLst>
          </p:cNvPr>
          <p:cNvSpPr>
            <a:spLocks noGrp="1" noChangeArrowheads="1"/>
          </p:cNvSpPr>
          <p:nvPr>
            <p:ph type="title"/>
          </p:nvPr>
        </p:nvSpPr>
        <p:spPr/>
        <p:txBody>
          <a:bodyPr/>
          <a:lstStyle/>
          <a:p>
            <a:pPr eaLnBrk="1" hangingPunct="1"/>
            <a:r>
              <a:rPr lang="en-US" altLang="en-US">
                <a:solidFill>
                  <a:srgbClr val="0000FF"/>
                </a:solidFill>
                <a:ea typeface="ＭＳ Ｐゴシック" panose="020B0600070205080204" pitchFamily="34" charset="-128"/>
              </a:rPr>
              <a:t>Structural Congruence</a:t>
            </a:r>
          </a:p>
        </p:txBody>
      </p:sp>
      <p:sp>
        <p:nvSpPr>
          <p:cNvPr id="45060" name="Line 3">
            <a:extLst>
              <a:ext uri="{FF2B5EF4-FFF2-40B4-BE49-F238E27FC236}">
                <a16:creationId xmlns:a16="http://schemas.microsoft.com/office/drawing/2014/main" id="{7A0BEB6B-B1DD-73E4-22CA-2344702ED2B0}"/>
              </a:ext>
            </a:extLst>
          </p:cNvPr>
          <p:cNvSpPr>
            <a:spLocks noChangeShapeType="1"/>
          </p:cNvSpPr>
          <p:nvPr/>
        </p:nvSpPr>
        <p:spPr bwMode="auto">
          <a:xfrm>
            <a:off x="8361363" y="619125"/>
            <a:ext cx="10001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6852" name="Text Box 4">
            <a:extLst>
              <a:ext uri="{FF2B5EF4-FFF2-40B4-BE49-F238E27FC236}">
                <a16:creationId xmlns:a16="http://schemas.microsoft.com/office/drawing/2014/main" id="{6281200E-462E-FBA1-840B-444FEBE224FD}"/>
              </a:ext>
            </a:extLst>
          </p:cNvPr>
          <p:cNvSpPr txBox="1">
            <a:spLocks noChangeArrowheads="1"/>
          </p:cNvSpPr>
          <p:nvPr/>
        </p:nvSpPr>
        <p:spPr bwMode="auto">
          <a:xfrm>
            <a:off x="820738" y="1384300"/>
            <a:ext cx="7937500" cy="3724275"/>
          </a:xfrm>
          <a:prstGeom prst="rect">
            <a:avLst/>
          </a:prstGeom>
          <a:noFill/>
          <a:ln w="9525">
            <a:noFill/>
            <a:miter lim="800000"/>
            <a:headEnd/>
            <a:tailEnd/>
          </a:ln>
          <a:effectLst/>
        </p:spPr>
        <p:txBody>
          <a:bodyPr anchor="ctr">
            <a:spAutoFit/>
          </a:bodyPr>
          <a:lstStyle/>
          <a:p>
            <a:pPr>
              <a:spcBef>
                <a:spcPct val="20000"/>
              </a:spcBef>
              <a:defRPr/>
            </a:pPr>
            <a:r>
              <a:rPr lang="en-US" sz="2000" dirty="0">
                <a:latin typeface="+mn-lt"/>
                <a:ea typeface="ＭＳ Ｐゴシック" charset="0"/>
                <a:cs typeface="ＭＳ Ｐゴシック" charset="0"/>
              </a:rPr>
              <a:t>Two expressions are the same if one can be transformed to the other</a:t>
            </a:r>
          </a:p>
          <a:p>
            <a:pPr>
              <a:spcBef>
                <a:spcPct val="20000"/>
              </a:spcBef>
              <a:defRPr/>
            </a:pPr>
            <a:r>
              <a:rPr lang="en-US" sz="2000" dirty="0">
                <a:latin typeface="+mn-lt"/>
                <a:ea typeface="ＭＳ Ｐゴシック" charset="0"/>
                <a:cs typeface="ＭＳ Ｐゴシック" charset="0"/>
              </a:rPr>
              <a:t>using these rules:</a:t>
            </a:r>
          </a:p>
          <a:p>
            <a:pPr>
              <a:spcBef>
                <a:spcPct val="20000"/>
              </a:spcBef>
              <a:defRPr/>
            </a:pPr>
            <a:endParaRPr lang="en-US" sz="2000" dirty="0">
              <a:latin typeface="Times New Roman" pitchFamily="18" charset="0"/>
              <a:ea typeface="ＭＳ Ｐゴシック" charset="0"/>
              <a:cs typeface="ＭＳ Ｐゴシック" charset="0"/>
            </a:endParaRPr>
          </a:p>
          <a:p>
            <a:pPr marL="457200" indent="-457200">
              <a:spcBef>
                <a:spcPct val="20000"/>
              </a:spcBef>
              <a:buFont typeface="+mj-lt"/>
              <a:buAutoNum type="arabicPeriod"/>
              <a:defRPr/>
            </a:pPr>
            <a:r>
              <a:rPr lang="en-US" sz="2400" dirty="0">
                <a:solidFill>
                  <a:srgbClr val="FF6600"/>
                </a:solidFill>
                <a:latin typeface="+mn-lt"/>
                <a:ea typeface="ＭＳ Ｐゴシック" charset="0"/>
                <a:cs typeface="ＭＳ Ｐゴシック" charset="0"/>
              </a:rPr>
              <a:t>Change of bound names :  (</a:t>
            </a:r>
            <a:r>
              <a:rPr lang="en-US" sz="2400" dirty="0">
                <a:solidFill>
                  <a:srgbClr val="FF6600"/>
                </a:solidFill>
                <a:latin typeface="Symbol" charset="2"/>
                <a:ea typeface="ＭＳ Ｐゴシック" charset="0"/>
                <a:cs typeface="Symbol" charset="2"/>
              </a:rPr>
              <a:t>n</a:t>
            </a:r>
            <a:r>
              <a:rPr lang="en-US" sz="2400" dirty="0">
                <a:solidFill>
                  <a:srgbClr val="FF6600"/>
                </a:solidFill>
                <a:latin typeface="+mn-lt"/>
                <a:ea typeface="ＭＳ Ｐゴシック" charset="0"/>
                <a:cs typeface="ＭＳ Ｐゴシック" charset="0"/>
              </a:rPr>
              <a:t> a) (</a:t>
            </a:r>
            <a:r>
              <a:rPr lang="en-US" sz="2400" dirty="0" err="1">
                <a:solidFill>
                  <a:srgbClr val="FF6600"/>
                </a:solidFill>
                <a:latin typeface="+mn-lt"/>
                <a:ea typeface="ＭＳ Ｐゴシック" charset="0"/>
                <a:cs typeface="ＭＳ Ｐゴシック" charset="0"/>
              </a:rPr>
              <a:t>a.P</a:t>
            </a:r>
            <a:r>
              <a:rPr lang="en-US" sz="2400" dirty="0">
                <a:solidFill>
                  <a:srgbClr val="FF6600"/>
                </a:solidFill>
                <a:latin typeface="+mn-lt"/>
                <a:ea typeface="ＭＳ Ｐゴシック" charset="0"/>
                <a:cs typeface="ＭＳ Ｐゴシック" charset="0"/>
              </a:rPr>
              <a:t>) =  (</a:t>
            </a:r>
            <a:r>
              <a:rPr lang="en-US" sz="2400" dirty="0">
                <a:solidFill>
                  <a:srgbClr val="FF6600"/>
                </a:solidFill>
                <a:latin typeface="Symbol" charset="2"/>
                <a:ea typeface="ＭＳ Ｐゴシック" charset="0"/>
                <a:cs typeface="Symbol" charset="2"/>
              </a:rPr>
              <a:t>n</a:t>
            </a:r>
            <a:r>
              <a:rPr lang="en-US" sz="2400" dirty="0">
                <a:solidFill>
                  <a:srgbClr val="FF6600"/>
                </a:solidFill>
                <a:latin typeface="+mn-lt"/>
                <a:ea typeface="ＭＳ Ｐゴシック" charset="0"/>
                <a:cs typeface="ＭＳ Ｐゴシック" charset="0"/>
              </a:rPr>
              <a:t> c) (</a:t>
            </a:r>
            <a:r>
              <a:rPr lang="en-US" sz="2400" dirty="0" err="1">
                <a:solidFill>
                  <a:srgbClr val="FF6600"/>
                </a:solidFill>
                <a:latin typeface="+mn-lt"/>
                <a:ea typeface="ＭＳ Ｐゴシック" charset="0"/>
                <a:cs typeface="ＭＳ Ｐゴシック" charset="0"/>
              </a:rPr>
              <a:t>c.P</a:t>
            </a:r>
            <a:r>
              <a:rPr lang="en-US" sz="2400" dirty="0">
                <a:solidFill>
                  <a:srgbClr val="FF6600"/>
                </a:solidFill>
                <a:latin typeface="+mn-lt"/>
                <a:ea typeface="ＭＳ Ｐゴシック" charset="0"/>
                <a:cs typeface="ＭＳ Ｐゴシック" charset="0"/>
              </a:rPr>
              <a:t>)</a:t>
            </a:r>
          </a:p>
          <a:p>
            <a:pPr marL="457200" indent="-457200">
              <a:spcBef>
                <a:spcPct val="20000"/>
              </a:spcBef>
              <a:buFont typeface="+mj-lt"/>
              <a:buAutoNum type="arabicPeriod"/>
              <a:defRPr/>
            </a:pPr>
            <a:r>
              <a:rPr lang="en-US" sz="2400" dirty="0">
                <a:solidFill>
                  <a:srgbClr val="FF6600"/>
                </a:solidFill>
                <a:latin typeface="+mn-lt"/>
                <a:ea typeface="ＭＳ Ｐゴシック" charset="0"/>
                <a:cs typeface="ＭＳ Ｐゴシック" charset="0"/>
              </a:rPr>
              <a:t>Reordering of terms in summation:  </a:t>
            </a:r>
            <a:r>
              <a:rPr lang="en-US" sz="2400" dirty="0" err="1">
                <a:solidFill>
                  <a:srgbClr val="FF6600"/>
                </a:solidFill>
                <a:latin typeface="+mn-lt"/>
                <a:ea typeface="ＭＳ Ｐゴシック" charset="0"/>
                <a:cs typeface="ＭＳ Ｐゴシック" charset="0"/>
              </a:rPr>
              <a:t>a.P</a:t>
            </a:r>
            <a:r>
              <a:rPr lang="en-US" sz="2400" dirty="0">
                <a:solidFill>
                  <a:srgbClr val="FF6600"/>
                </a:solidFill>
                <a:latin typeface="+mn-lt"/>
                <a:ea typeface="ＭＳ Ｐゴシック" charset="0"/>
                <a:cs typeface="ＭＳ Ｐゴシック" charset="0"/>
              </a:rPr>
              <a:t> + </a:t>
            </a:r>
            <a:r>
              <a:rPr lang="en-US" sz="2400" dirty="0" err="1">
                <a:solidFill>
                  <a:srgbClr val="FF6600"/>
                </a:solidFill>
                <a:latin typeface="+mn-lt"/>
                <a:ea typeface="ＭＳ Ｐゴシック" charset="0"/>
                <a:cs typeface="ＭＳ Ｐゴシック" charset="0"/>
              </a:rPr>
              <a:t>b.Q</a:t>
            </a:r>
            <a:r>
              <a:rPr lang="en-US" sz="2400" dirty="0">
                <a:solidFill>
                  <a:srgbClr val="FF6600"/>
                </a:solidFill>
                <a:latin typeface="+mn-lt"/>
                <a:ea typeface="ＭＳ Ｐゴシック" charset="0"/>
                <a:cs typeface="ＭＳ Ｐゴシック" charset="0"/>
              </a:rPr>
              <a:t> = </a:t>
            </a:r>
            <a:r>
              <a:rPr lang="en-US" sz="2400" dirty="0" err="1">
                <a:solidFill>
                  <a:srgbClr val="FF6600"/>
                </a:solidFill>
                <a:latin typeface="+mn-lt"/>
                <a:ea typeface="ＭＳ Ｐゴシック" charset="0"/>
                <a:cs typeface="ＭＳ Ｐゴシック" charset="0"/>
              </a:rPr>
              <a:t>b.Q</a:t>
            </a:r>
            <a:r>
              <a:rPr lang="en-US" sz="2400" dirty="0">
                <a:solidFill>
                  <a:srgbClr val="FF6600"/>
                </a:solidFill>
                <a:latin typeface="+mn-lt"/>
                <a:ea typeface="ＭＳ Ｐゴシック" charset="0"/>
                <a:cs typeface="ＭＳ Ｐゴシック" charset="0"/>
              </a:rPr>
              <a:t> + </a:t>
            </a:r>
            <a:r>
              <a:rPr lang="en-US" sz="2400" dirty="0" err="1">
                <a:solidFill>
                  <a:srgbClr val="FF6600"/>
                </a:solidFill>
                <a:latin typeface="+mn-lt"/>
                <a:ea typeface="ＭＳ Ｐゴシック" charset="0"/>
                <a:cs typeface="ＭＳ Ｐゴシック" charset="0"/>
              </a:rPr>
              <a:t>a.P</a:t>
            </a:r>
            <a:endParaRPr lang="en-US" sz="2400" dirty="0">
              <a:solidFill>
                <a:srgbClr val="FF6600"/>
              </a:solidFill>
              <a:latin typeface="+mn-lt"/>
              <a:ea typeface="ＭＳ Ｐゴシック" charset="0"/>
              <a:cs typeface="ＭＳ Ｐゴシック" charset="0"/>
            </a:endParaRPr>
          </a:p>
          <a:p>
            <a:pPr marL="457200" indent="-457200">
              <a:spcBef>
                <a:spcPct val="20000"/>
              </a:spcBef>
              <a:buFont typeface="+mj-lt"/>
              <a:buAutoNum type="arabicPeriod"/>
              <a:defRPr/>
            </a:pPr>
            <a:r>
              <a:rPr lang="en-US" sz="2400" dirty="0">
                <a:solidFill>
                  <a:srgbClr val="FF6600"/>
                </a:solidFill>
                <a:latin typeface="+mn-lt"/>
                <a:ea typeface="ＭＳ Ｐゴシック" charset="0"/>
                <a:cs typeface="ＭＳ Ｐゴシック" charset="0"/>
              </a:rPr>
              <a:t>P | 0 = P,   P | Q = Q | P,    P | (Q | R) = (P | Q) | R</a:t>
            </a:r>
          </a:p>
          <a:p>
            <a:pPr marL="457200" indent="-457200">
              <a:spcBef>
                <a:spcPct val="20000"/>
              </a:spcBef>
              <a:buFont typeface="+mj-lt"/>
              <a:buAutoNum type="arabicPeriod"/>
              <a:defRPr/>
            </a:pPr>
            <a:r>
              <a:rPr lang="en-US" sz="2400" dirty="0">
                <a:solidFill>
                  <a:srgbClr val="FF6600"/>
                </a:solidFill>
                <a:latin typeface="+mn-lt"/>
                <a:ea typeface="ＭＳ Ｐゴシック" charset="0"/>
                <a:cs typeface="ＭＳ Ｐゴシック" charset="0"/>
              </a:rPr>
              <a:t>(</a:t>
            </a:r>
            <a:r>
              <a:rPr lang="en-US" sz="2400" dirty="0">
                <a:solidFill>
                  <a:srgbClr val="FF6600"/>
                </a:solidFill>
                <a:latin typeface="Symbol" charset="2"/>
                <a:ea typeface="ＭＳ Ｐゴシック" charset="0"/>
                <a:cs typeface="Symbol" charset="2"/>
              </a:rPr>
              <a:t>n</a:t>
            </a:r>
            <a:r>
              <a:rPr lang="en-US" sz="2400" dirty="0">
                <a:solidFill>
                  <a:srgbClr val="FF6600"/>
                </a:solidFill>
                <a:latin typeface="+mn-lt"/>
                <a:ea typeface="ＭＳ Ｐゴシック" charset="0"/>
                <a:cs typeface="ＭＳ Ｐゴシック" charset="0"/>
              </a:rPr>
              <a:t> x) (P | Q) = P | (</a:t>
            </a:r>
            <a:r>
              <a:rPr lang="en-US" sz="2400" dirty="0">
                <a:solidFill>
                  <a:srgbClr val="FF6600"/>
                </a:solidFill>
                <a:latin typeface="Symbol" charset="2"/>
                <a:ea typeface="ＭＳ Ｐゴシック" charset="0"/>
                <a:cs typeface="Symbol" charset="2"/>
              </a:rPr>
              <a:t>n</a:t>
            </a:r>
            <a:r>
              <a:rPr lang="en-US" sz="2400" dirty="0">
                <a:solidFill>
                  <a:srgbClr val="FF6600"/>
                </a:solidFill>
                <a:latin typeface="+mn-lt"/>
                <a:ea typeface="ＭＳ Ｐゴシック" charset="0"/>
                <a:cs typeface="ＭＳ Ｐゴシック" charset="0"/>
              </a:rPr>
              <a:t> x) Q  if x is not a free name in P,</a:t>
            </a:r>
          </a:p>
          <a:p>
            <a:pPr>
              <a:spcBef>
                <a:spcPct val="20000"/>
              </a:spcBef>
              <a:defRPr/>
            </a:pPr>
            <a:r>
              <a:rPr lang="en-US" sz="2400" dirty="0">
                <a:solidFill>
                  <a:srgbClr val="FF6600"/>
                </a:solidFill>
                <a:latin typeface="+mn-lt"/>
                <a:ea typeface="ＭＳ Ｐゴシック" charset="0"/>
                <a:cs typeface="ＭＳ Ｐゴシック" charset="0"/>
              </a:rPr>
              <a:t>	      (</a:t>
            </a:r>
            <a:r>
              <a:rPr lang="en-US" sz="2400" dirty="0">
                <a:solidFill>
                  <a:srgbClr val="FF6600"/>
                </a:solidFill>
                <a:latin typeface="Symbol" charset="2"/>
                <a:ea typeface="ＭＳ Ｐゴシック" charset="0"/>
                <a:cs typeface="Symbol" charset="2"/>
              </a:rPr>
              <a:t>n</a:t>
            </a:r>
            <a:r>
              <a:rPr lang="en-US" sz="2400" dirty="0">
                <a:solidFill>
                  <a:srgbClr val="FF6600"/>
                </a:solidFill>
                <a:latin typeface="+mn-lt"/>
                <a:ea typeface="ＭＳ Ｐゴシック" charset="0"/>
                <a:cs typeface="ＭＳ Ｐゴシック" charset="0"/>
              </a:rPr>
              <a:t> x) 0 = 0,   (</a:t>
            </a:r>
            <a:r>
              <a:rPr lang="en-US" sz="2400" dirty="0">
                <a:solidFill>
                  <a:srgbClr val="FF6600"/>
                </a:solidFill>
                <a:latin typeface="Symbol" charset="2"/>
                <a:ea typeface="ＭＳ Ｐゴシック" charset="0"/>
                <a:cs typeface="Symbol" charset="2"/>
              </a:rPr>
              <a:t>n</a:t>
            </a:r>
            <a:r>
              <a:rPr lang="en-US" sz="2400" dirty="0">
                <a:solidFill>
                  <a:srgbClr val="FF6600"/>
                </a:solidFill>
                <a:latin typeface="+mn-lt"/>
                <a:ea typeface="ＭＳ Ｐゴシック" charset="0"/>
                <a:cs typeface="ＭＳ Ｐゴシック" charset="0"/>
              </a:rPr>
              <a:t> x) (</a:t>
            </a:r>
            <a:r>
              <a:rPr lang="en-US" sz="2400" dirty="0">
                <a:solidFill>
                  <a:srgbClr val="FF6600"/>
                </a:solidFill>
                <a:latin typeface="Symbol" charset="2"/>
                <a:ea typeface="ＭＳ Ｐゴシック" charset="0"/>
                <a:cs typeface="Symbol" charset="2"/>
              </a:rPr>
              <a:t>n</a:t>
            </a:r>
            <a:r>
              <a:rPr lang="en-US" sz="2400" dirty="0">
                <a:solidFill>
                  <a:srgbClr val="FF6600"/>
                </a:solidFill>
                <a:latin typeface="+mn-lt"/>
                <a:ea typeface="ＭＳ Ｐゴシック" charset="0"/>
                <a:cs typeface="ＭＳ Ｐゴシック" charset="0"/>
              </a:rPr>
              <a:t> y) P = (</a:t>
            </a:r>
            <a:r>
              <a:rPr lang="en-US" sz="2400" dirty="0">
                <a:solidFill>
                  <a:srgbClr val="FF6600"/>
                </a:solidFill>
                <a:latin typeface="Symbol" charset="2"/>
                <a:ea typeface="ＭＳ Ｐゴシック" charset="0"/>
                <a:cs typeface="Symbol" charset="2"/>
              </a:rPr>
              <a:t>n</a:t>
            </a:r>
            <a:r>
              <a:rPr lang="en-US" sz="2400" dirty="0">
                <a:solidFill>
                  <a:srgbClr val="FF6600"/>
                </a:solidFill>
                <a:latin typeface="+mn-lt"/>
                <a:ea typeface="ＭＳ Ｐゴシック" charset="0"/>
                <a:cs typeface="ＭＳ Ｐゴシック" charset="0"/>
              </a:rPr>
              <a:t> y) (</a:t>
            </a:r>
            <a:r>
              <a:rPr lang="en-US" sz="2400" dirty="0">
                <a:solidFill>
                  <a:srgbClr val="FF6600"/>
                </a:solidFill>
                <a:latin typeface="Symbol" charset="2"/>
                <a:ea typeface="ＭＳ Ｐゴシック" charset="0"/>
                <a:cs typeface="Symbol" charset="2"/>
              </a:rPr>
              <a:t>n</a:t>
            </a:r>
            <a:r>
              <a:rPr lang="en-US" sz="2400" dirty="0">
                <a:solidFill>
                  <a:srgbClr val="FF6600"/>
                </a:solidFill>
                <a:latin typeface="+mn-lt"/>
                <a:ea typeface="ＭＳ Ｐゴシック" charset="0"/>
                <a:cs typeface="ＭＳ Ｐゴシック" charset="0"/>
              </a:rPr>
              <a:t> x) P</a:t>
            </a:r>
          </a:p>
          <a:p>
            <a:pPr>
              <a:spcBef>
                <a:spcPct val="20000"/>
              </a:spcBef>
              <a:defRPr/>
            </a:pPr>
            <a:endParaRPr lang="en-US" sz="2000" dirty="0">
              <a:latin typeface="Times New Roman" pitchFamily="18" charset="0"/>
              <a:ea typeface="ＭＳ Ｐゴシック" charset="0"/>
              <a:cs typeface="ＭＳ Ｐゴシック"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Footer Placeholder 2">
            <a:extLst>
              <a:ext uri="{FF2B5EF4-FFF2-40B4-BE49-F238E27FC236}">
                <a16:creationId xmlns:a16="http://schemas.microsoft.com/office/drawing/2014/main" id="{8F286B6E-BEE7-B438-9EF8-01F0452D5023}"/>
              </a:ext>
            </a:extLst>
          </p:cNvPr>
          <p:cNvSpPr>
            <a:spLocks noGrp="1"/>
          </p:cNvSpPr>
          <p:nvPr>
            <p:ph type="ftr" sz="quarter" idx="11"/>
          </p:nvPr>
        </p:nvSpPr>
        <p:spPr bwMode="auto">
          <a:xfrm>
            <a:off x="457200" y="635635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l" eaLnBrk="1" hangingPunct="1"/>
            <a:r>
              <a:rPr lang="en-US" altLang="en-US" sz="1200">
                <a:solidFill>
                  <a:srgbClr val="898989"/>
                </a:solidFill>
              </a:rPr>
              <a:t>Introduction to Pi-Calculus</a:t>
            </a:r>
          </a:p>
        </p:txBody>
      </p:sp>
      <p:sp>
        <p:nvSpPr>
          <p:cNvPr id="46082" name="Slide Number Placeholder 3">
            <a:extLst>
              <a:ext uri="{FF2B5EF4-FFF2-40B4-BE49-F238E27FC236}">
                <a16:creationId xmlns:a16="http://schemas.microsoft.com/office/drawing/2014/main" id="{3587AA0E-A4C7-708E-7FD0-5476AA38EF1E}"/>
              </a:ext>
            </a:extLst>
          </p:cNvPr>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fld id="{6A97AE32-1AD9-4B46-BDD5-7757298DA5FD}" type="slidenum">
              <a:rPr lang="en-US" altLang="en-US" sz="1200">
                <a:solidFill>
                  <a:srgbClr val="898989"/>
                </a:solidFill>
              </a:rPr>
              <a:pPr algn="ctr" eaLnBrk="1" hangingPunct="1"/>
              <a:t>30</a:t>
            </a:fld>
            <a:endParaRPr lang="en-US" altLang="en-US" sz="1200">
              <a:solidFill>
                <a:srgbClr val="898989"/>
              </a:solidFill>
            </a:endParaRPr>
          </a:p>
        </p:txBody>
      </p:sp>
      <p:sp>
        <p:nvSpPr>
          <p:cNvPr id="46083" name="Rectangle 2">
            <a:extLst>
              <a:ext uri="{FF2B5EF4-FFF2-40B4-BE49-F238E27FC236}">
                <a16:creationId xmlns:a16="http://schemas.microsoft.com/office/drawing/2014/main" id="{A0A60C5C-6752-53E0-F071-D2F55AD96090}"/>
              </a:ext>
            </a:extLst>
          </p:cNvPr>
          <p:cNvSpPr>
            <a:spLocks noGrp="1" noChangeArrowheads="1"/>
          </p:cNvSpPr>
          <p:nvPr>
            <p:ph type="title"/>
          </p:nvPr>
        </p:nvSpPr>
        <p:spPr/>
        <p:txBody>
          <a:bodyPr/>
          <a:lstStyle/>
          <a:p>
            <a:pPr eaLnBrk="1" hangingPunct="1"/>
            <a:r>
              <a:rPr lang="en-US" altLang="en-US">
                <a:solidFill>
                  <a:srgbClr val="0000FF"/>
                </a:solidFill>
                <a:ea typeface="ＭＳ Ｐゴシック" panose="020B0600070205080204" pitchFamily="34" charset="-128"/>
              </a:rPr>
              <a:t>Reaction Rules</a:t>
            </a:r>
          </a:p>
        </p:txBody>
      </p:sp>
      <p:sp>
        <p:nvSpPr>
          <p:cNvPr id="46084" name="Text Box 3">
            <a:extLst>
              <a:ext uri="{FF2B5EF4-FFF2-40B4-BE49-F238E27FC236}">
                <a16:creationId xmlns:a16="http://schemas.microsoft.com/office/drawing/2014/main" id="{8664160B-BF1B-6A52-07B3-2BA535E36B3B}"/>
              </a:ext>
            </a:extLst>
          </p:cNvPr>
          <p:cNvSpPr txBox="1">
            <a:spLocks noChangeArrowheads="1"/>
          </p:cNvSpPr>
          <p:nvPr/>
        </p:nvSpPr>
        <p:spPr bwMode="auto">
          <a:xfrm>
            <a:off x="836613" y="1298575"/>
            <a:ext cx="7034212"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20000"/>
              </a:spcBef>
            </a:pPr>
            <a:r>
              <a:rPr lang="en-US" altLang="en-US" sz="2000">
                <a:latin typeface="Calibri" panose="020F0502020204030204" pitchFamily="34" charset="0"/>
              </a:rPr>
              <a:t>An equation can be changed by the application of these rules that</a:t>
            </a:r>
          </a:p>
          <a:p>
            <a:pPr eaLnBrk="1" hangingPunct="1">
              <a:spcBef>
                <a:spcPct val="20000"/>
              </a:spcBef>
            </a:pPr>
            <a:r>
              <a:rPr lang="en-US" altLang="en-US" sz="2000">
                <a:latin typeface="Calibri" panose="020F0502020204030204" pitchFamily="34" charset="0"/>
              </a:rPr>
              <a:t>express the “reaction” of the system being described:</a:t>
            </a:r>
          </a:p>
        </p:txBody>
      </p:sp>
      <p:grpSp>
        <p:nvGrpSpPr>
          <p:cNvPr id="46085" name="Group 4">
            <a:extLst>
              <a:ext uri="{FF2B5EF4-FFF2-40B4-BE49-F238E27FC236}">
                <a16:creationId xmlns:a16="http://schemas.microsoft.com/office/drawing/2014/main" id="{CEEB3784-FB39-F008-6516-97B1ABC517B8}"/>
              </a:ext>
            </a:extLst>
          </p:cNvPr>
          <p:cNvGrpSpPr>
            <a:grpSpLocks/>
          </p:cNvGrpSpPr>
          <p:nvPr/>
        </p:nvGrpSpPr>
        <p:grpSpPr bwMode="auto">
          <a:xfrm>
            <a:off x="1187450" y="2760663"/>
            <a:ext cx="7281863" cy="400050"/>
            <a:chOff x="781" y="1619"/>
            <a:chExt cx="4587" cy="252"/>
          </a:xfrm>
        </p:grpSpPr>
        <p:sp>
          <p:nvSpPr>
            <p:cNvPr id="46112" name="Line 5">
              <a:extLst>
                <a:ext uri="{FF2B5EF4-FFF2-40B4-BE49-F238E27FC236}">
                  <a16:creationId xmlns:a16="http://schemas.microsoft.com/office/drawing/2014/main" id="{05418558-555C-6314-88CE-2E8A5705CC35}"/>
                </a:ext>
              </a:extLst>
            </p:cNvPr>
            <p:cNvSpPr>
              <a:spLocks noChangeShapeType="1"/>
            </p:cNvSpPr>
            <p:nvPr/>
          </p:nvSpPr>
          <p:spPr bwMode="auto">
            <a:xfrm>
              <a:off x="2918" y="1745"/>
              <a:ext cx="15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07878" name="Text Box 6">
              <a:extLst>
                <a:ext uri="{FF2B5EF4-FFF2-40B4-BE49-F238E27FC236}">
                  <a16:creationId xmlns:a16="http://schemas.microsoft.com/office/drawing/2014/main" id="{54EC47A1-3FE4-15D7-E5AF-FEC32CC92742}"/>
                </a:ext>
              </a:extLst>
            </p:cNvPr>
            <p:cNvSpPr txBox="1">
              <a:spLocks noChangeArrowheads="1"/>
            </p:cNvSpPr>
            <p:nvPr/>
          </p:nvSpPr>
          <p:spPr bwMode="auto">
            <a:xfrm>
              <a:off x="781" y="1619"/>
              <a:ext cx="4587" cy="252"/>
            </a:xfrm>
            <a:prstGeom prst="rect">
              <a:avLst/>
            </a:prstGeom>
            <a:noFill/>
            <a:ln w="9525">
              <a:noFill/>
              <a:miter lim="800000"/>
              <a:headEnd/>
              <a:tailEnd/>
            </a:ln>
            <a:effectLst/>
          </p:spPr>
          <p:txBody>
            <a:bodyPr anchor="ctr">
              <a:spAutoFit/>
            </a:bodyPr>
            <a:lstStyle/>
            <a:p>
              <a:pPr>
                <a:spcBef>
                  <a:spcPct val="20000"/>
                </a:spcBef>
                <a:defRPr/>
              </a:pPr>
              <a:r>
                <a:rPr lang="en-US" sz="2000" dirty="0">
                  <a:solidFill>
                    <a:srgbClr val="FF0000"/>
                  </a:solidFill>
                  <a:latin typeface="+mn-lt"/>
                  <a:ea typeface="ＭＳ Ｐゴシック" charset="0"/>
                  <a:cs typeface="ＭＳ Ｐゴシック" charset="0"/>
                </a:rPr>
                <a:t>COMM: </a:t>
              </a:r>
              <a:r>
                <a:rPr lang="en-US" sz="2000" dirty="0">
                  <a:solidFill>
                    <a:srgbClr val="FF6600"/>
                  </a:solidFill>
                  <a:latin typeface="+mn-lt"/>
                  <a:ea typeface="ＭＳ Ｐゴシック" charset="0"/>
                  <a:cs typeface="ＭＳ Ｐゴシック" charset="0"/>
                </a:rPr>
                <a:t>(x(y).P + M) | x </a:t>
              </a:r>
              <a:r>
                <a:rPr lang="en-US" sz="2000" dirty="0" err="1">
                  <a:solidFill>
                    <a:srgbClr val="FF6600"/>
                  </a:solidFill>
                  <a:latin typeface="+mn-lt"/>
                  <a:ea typeface="ＭＳ Ｐゴシック" charset="0"/>
                  <a:cs typeface="ＭＳ Ｐゴシック" charset="0"/>
                </a:rPr>
                <a:t>z.Q</a:t>
              </a:r>
              <a:r>
                <a:rPr lang="en-US" sz="2000" dirty="0">
                  <a:solidFill>
                    <a:srgbClr val="FF6600"/>
                  </a:solidFill>
                  <a:latin typeface="+mn-lt"/>
                  <a:ea typeface="ＭＳ Ｐゴシック" charset="0"/>
                  <a:cs typeface="ＭＳ Ｐゴシック" charset="0"/>
                </a:rPr>
                <a:t> + N)       {z/y}P | Q</a:t>
              </a:r>
            </a:p>
          </p:txBody>
        </p:sp>
        <p:sp>
          <p:nvSpPr>
            <p:cNvPr id="46114" name="Line 7">
              <a:extLst>
                <a:ext uri="{FF2B5EF4-FFF2-40B4-BE49-F238E27FC236}">
                  <a16:creationId xmlns:a16="http://schemas.microsoft.com/office/drawing/2014/main" id="{52515AAE-5DF5-87FE-6503-A1AB38B29886}"/>
                </a:ext>
              </a:extLst>
            </p:cNvPr>
            <p:cNvSpPr>
              <a:spLocks noChangeShapeType="1"/>
            </p:cNvSpPr>
            <p:nvPr/>
          </p:nvSpPr>
          <p:spPr bwMode="auto">
            <a:xfrm flipH="1">
              <a:off x="2265" y="1682"/>
              <a:ext cx="7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46086" name="Group 8">
            <a:extLst>
              <a:ext uri="{FF2B5EF4-FFF2-40B4-BE49-F238E27FC236}">
                <a16:creationId xmlns:a16="http://schemas.microsoft.com/office/drawing/2014/main" id="{AD520D83-E72B-0085-0F04-AAB435F83E3A}"/>
              </a:ext>
            </a:extLst>
          </p:cNvPr>
          <p:cNvGrpSpPr>
            <a:grpSpLocks/>
          </p:cNvGrpSpPr>
          <p:nvPr/>
        </p:nvGrpSpPr>
        <p:grpSpPr bwMode="auto">
          <a:xfrm>
            <a:off x="942975" y="3635375"/>
            <a:ext cx="2517775" cy="868363"/>
            <a:chOff x="1951" y="2687"/>
            <a:chExt cx="1586" cy="547"/>
          </a:xfrm>
        </p:grpSpPr>
        <p:sp>
          <p:nvSpPr>
            <p:cNvPr id="46105" name="Line 9">
              <a:extLst>
                <a:ext uri="{FF2B5EF4-FFF2-40B4-BE49-F238E27FC236}">
                  <a16:creationId xmlns:a16="http://schemas.microsoft.com/office/drawing/2014/main" id="{7D180B6A-2FBE-5710-F4BE-9212170B1B73}"/>
                </a:ext>
              </a:extLst>
            </p:cNvPr>
            <p:cNvSpPr>
              <a:spLocks noChangeShapeType="1"/>
            </p:cNvSpPr>
            <p:nvPr/>
          </p:nvSpPr>
          <p:spPr bwMode="auto">
            <a:xfrm>
              <a:off x="2494" y="2939"/>
              <a:ext cx="91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46106" name="Group 10">
              <a:extLst>
                <a:ext uri="{FF2B5EF4-FFF2-40B4-BE49-F238E27FC236}">
                  <a16:creationId xmlns:a16="http://schemas.microsoft.com/office/drawing/2014/main" id="{D6F3FCC6-77B8-6068-D58D-B73681CB1DCA}"/>
                </a:ext>
              </a:extLst>
            </p:cNvPr>
            <p:cNvGrpSpPr>
              <a:grpSpLocks/>
            </p:cNvGrpSpPr>
            <p:nvPr/>
          </p:nvGrpSpPr>
          <p:grpSpPr bwMode="auto">
            <a:xfrm>
              <a:off x="2741" y="2687"/>
              <a:ext cx="506" cy="252"/>
              <a:chOff x="1385" y="2501"/>
              <a:chExt cx="506" cy="244"/>
            </a:xfrm>
          </p:grpSpPr>
          <p:sp>
            <p:nvSpPr>
              <p:cNvPr id="46110" name="Line 11">
                <a:extLst>
                  <a:ext uri="{FF2B5EF4-FFF2-40B4-BE49-F238E27FC236}">
                    <a16:creationId xmlns:a16="http://schemas.microsoft.com/office/drawing/2014/main" id="{90302C10-F20A-5A23-B89D-80060A404624}"/>
                  </a:ext>
                </a:extLst>
              </p:cNvPr>
              <p:cNvSpPr>
                <a:spLocks noChangeShapeType="1"/>
              </p:cNvSpPr>
              <p:nvPr/>
            </p:nvSpPr>
            <p:spPr bwMode="auto">
              <a:xfrm>
                <a:off x="1555" y="2638"/>
                <a:ext cx="15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6111" name="Text Box 12">
                <a:extLst>
                  <a:ext uri="{FF2B5EF4-FFF2-40B4-BE49-F238E27FC236}">
                    <a16:creationId xmlns:a16="http://schemas.microsoft.com/office/drawing/2014/main" id="{94F1A2DF-ACF8-8313-0922-388BD0A5D105}"/>
                  </a:ext>
                </a:extLst>
              </p:cNvPr>
              <p:cNvSpPr txBox="1">
                <a:spLocks noChangeArrowheads="1"/>
              </p:cNvSpPr>
              <p:nvPr/>
            </p:nvSpPr>
            <p:spPr bwMode="auto">
              <a:xfrm>
                <a:off x="1385" y="2501"/>
                <a:ext cx="506"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20000"/>
                  </a:spcBef>
                </a:pPr>
                <a:r>
                  <a:rPr lang="en-US" altLang="en-US" sz="2000">
                    <a:solidFill>
                      <a:srgbClr val="FF6600"/>
                    </a:solidFill>
                    <a:latin typeface="Calibri" panose="020F0502020204030204" pitchFamily="34" charset="0"/>
                  </a:rPr>
                  <a:t>P     P’</a:t>
                </a:r>
              </a:p>
            </p:txBody>
          </p:sp>
        </p:grpSp>
        <p:sp>
          <p:nvSpPr>
            <p:cNvPr id="46107" name="Line 13">
              <a:extLst>
                <a:ext uri="{FF2B5EF4-FFF2-40B4-BE49-F238E27FC236}">
                  <a16:creationId xmlns:a16="http://schemas.microsoft.com/office/drawing/2014/main" id="{DFCFCBC6-A78D-B3E8-0F27-CA72EF1C49AE}"/>
                </a:ext>
              </a:extLst>
            </p:cNvPr>
            <p:cNvSpPr>
              <a:spLocks noChangeShapeType="1"/>
            </p:cNvSpPr>
            <p:nvPr/>
          </p:nvSpPr>
          <p:spPr bwMode="auto">
            <a:xfrm>
              <a:off x="2905" y="3120"/>
              <a:ext cx="15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6108" name="Text Box 14">
              <a:extLst>
                <a:ext uri="{FF2B5EF4-FFF2-40B4-BE49-F238E27FC236}">
                  <a16:creationId xmlns:a16="http://schemas.microsoft.com/office/drawing/2014/main" id="{3655D0B8-0C46-D041-AF34-32CCF2A66507}"/>
                </a:ext>
              </a:extLst>
            </p:cNvPr>
            <p:cNvSpPr txBox="1">
              <a:spLocks noChangeArrowheads="1"/>
            </p:cNvSpPr>
            <p:nvPr/>
          </p:nvSpPr>
          <p:spPr bwMode="auto">
            <a:xfrm>
              <a:off x="2516" y="2982"/>
              <a:ext cx="102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20000"/>
                </a:spcBef>
              </a:pPr>
              <a:r>
                <a:rPr lang="en-US" altLang="en-US" sz="2000">
                  <a:solidFill>
                    <a:srgbClr val="FF6600"/>
                  </a:solidFill>
                  <a:latin typeface="Calibri" panose="020F0502020204030204" pitchFamily="34" charset="0"/>
                </a:rPr>
                <a:t>P | Q     P’ | Q</a:t>
              </a:r>
            </a:p>
          </p:txBody>
        </p:sp>
        <p:sp>
          <p:nvSpPr>
            <p:cNvPr id="46109" name="Text Box 15">
              <a:extLst>
                <a:ext uri="{FF2B5EF4-FFF2-40B4-BE49-F238E27FC236}">
                  <a16:creationId xmlns:a16="http://schemas.microsoft.com/office/drawing/2014/main" id="{EF4AA576-BE14-AE27-E4BA-6FEE269BE9B1}"/>
                </a:ext>
              </a:extLst>
            </p:cNvPr>
            <p:cNvSpPr txBox="1">
              <a:spLocks noChangeArrowheads="1"/>
            </p:cNvSpPr>
            <p:nvPr/>
          </p:nvSpPr>
          <p:spPr bwMode="auto">
            <a:xfrm>
              <a:off x="1951" y="2758"/>
              <a:ext cx="461"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20000"/>
                </a:spcBef>
              </a:pPr>
              <a:r>
                <a:rPr lang="en-US" altLang="en-US" sz="2000">
                  <a:solidFill>
                    <a:srgbClr val="FF0000"/>
                  </a:solidFill>
                  <a:latin typeface="Times New Roman" panose="02020603050405020304" pitchFamily="18" charset="0"/>
                </a:rPr>
                <a:t>PAR:</a:t>
              </a:r>
              <a:r>
                <a:rPr lang="en-US" altLang="en-US" sz="2800">
                  <a:solidFill>
                    <a:srgbClr val="FF0000"/>
                  </a:solidFill>
                  <a:latin typeface="Times New Roman" panose="02020603050405020304" pitchFamily="18" charset="0"/>
                </a:rPr>
                <a:t> </a:t>
              </a:r>
            </a:p>
          </p:txBody>
        </p:sp>
      </p:grpSp>
      <p:grpSp>
        <p:nvGrpSpPr>
          <p:cNvPr id="46087" name="Group 16">
            <a:extLst>
              <a:ext uri="{FF2B5EF4-FFF2-40B4-BE49-F238E27FC236}">
                <a16:creationId xmlns:a16="http://schemas.microsoft.com/office/drawing/2014/main" id="{B57C283B-F7D6-B46F-4DC2-5F9ECBB6731B}"/>
              </a:ext>
            </a:extLst>
          </p:cNvPr>
          <p:cNvGrpSpPr>
            <a:grpSpLocks/>
          </p:cNvGrpSpPr>
          <p:nvPr/>
        </p:nvGrpSpPr>
        <p:grpSpPr bwMode="auto">
          <a:xfrm>
            <a:off x="4141788" y="3667125"/>
            <a:ext cx="3113087" cy="801688"/>
            <a:chOff x="2694" y="2458"/>
            <a:chExt cx="1961" cy="505"/>
          </a:xfrm>
        </p:grpSpPr>
        <p:sp>
          <p:nvSpPr>
            <p:cNvPr id="46097" name="Line 17">
              <a:extLst>
                <a:ext uri="{FF2B5EF4-FFF2-40B4-BE49-F238E27FC236}">
                  <a16:creationId xmlns:a16="http://schemas.microsoft.com/office/drawing/2014/main" id="{AEFF564A-07E3-44E9-7196-D2D553D33E98}"/>
                </a:ext>
              </a:extLst>
            </p:cNvPr>
            <p:cNvSpPr>
              <a:spLocks noChangeShapeType="1"/>
            </p:cNvSpPr>
            <p:nvPr/>
          </p:nvSpPr>
          <p:spPr bwMode="auto">
            <a:xfrm>
              <a:off x="3237" y="2692"/>
              <a:ext cx="141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46098" name="Group 18">
              <a:extLst>
                <a:ext uri="{FF2B5EF4-FFF2-40B4-BE49-F238E27FC236}">
                  <a16:creationId xmlns:a16="http://schemas.microsoft.com/office/drawing/2014/main" id="{36E4732F-FAB6-A8CF-338D-2812E7FBCE8D}"/>
                </a:ext>
              </a:extLst>
            </p:cNvPr>
            <p:cNvGrpSpPr>
              <a:grpSpLocks/>
            </p:cNvGrpSpPr>
            <p:nvPr/>
          </p:nvGrpSpPr>
          <p:grpSpPr bwMode="auto">
            <a:xfrm>
              <a:off x="3678" y="2458"/>
              <a:ext cx="506" cy="252"/>
              <a:chOff x="1392" y="2512"/>
              <a:chExt cx="506" cy="244"/>
            </a:xfrm>
          </p:grpSpPr>
          <p:sp>
            <p:nvSpPr>
              <p:cNvPr id="46103" name="Line 19">
                <a:extLst>
                  <a:ext uri="{FF2B5EF4-FFF2-40B4-BE49-F238E27FC236}">
                    <a16:creationId xmlns:a16="http://schemas.microsoft.com/office/drawing/2014/main" id="{C082AF94-64EB-2F3F-D112-3EC530657D02}"/>
                  </a:ext>
                </a:extLst>
              </p:cNvPr>
              <p:cNvSpPr>
                <a:spLocks noChangeShapeType="1"/>
              </p:cNvSpPr>
              <p:nvPr/>
            </p:nvSpPr>
            <p:spPr bwMode="auto">
              <a:xfrm>
                <a:off x="1555" y="2638"/>
                <a:ext cx="15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6104" name="Text Box 20">
                <a:extLst>
                  <a:ext uri="{FF2B5EF4-FFF2-40B4-BE49-F238E27FC236}">
                    <a16:creationId xmlns:a16="http://schemas.microsoft.com/office/drawing/2014/main" id="{6D40779E-AACC-3E8C-6901-1E0D053466A0}"/>
                  </a:ext>
                </a:extLst>
              </p:cNvPr>
              <p:cNvSpPr txBox="1">
                <a:spLocks noChangeArrowheads="1"/>
              </p:cNvSpPr>
              <p:nvPr/>
            </p:nvSpPr>
            <p:spPr bwMode="auto">
              <a:xfrm>
                <a:off x="1392" y="2512"/>
                <a:ext cx="506"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20000"/>
                  </a:spcBef>
                </a:pPr>
                <a:r>
                  <a:rPr lang="en-US" altLang="en-US" sz="2000">
                    <a:solidFill>
                      <a:srgbClr val="FF6600"/>
                    </a:solidFill>
                    <a:latin typeface="Calibri" panose="020F0502020204030204" pitchFamily="34" charset="0"/>
                  </a:rPr>
                  <a:t>P     P’</a:t>
                </a:r>
              </a:p>
            </p:txBody>
          </p:sp>
        </p:grpSp>
        <p:grpSp>
          <p:nvGrpSpPr>
            <p:cNvPr id="46099" name="Group 21">
              <a:extLst>
                <a:ext uri="{FF2B5EF4-FFF2-40B4-BE49-F238E27FC236}">
                  <a16:creationId xmlns:a16="http://schemas.microsoft.com/office/drawing/2014/main" id="{5D3DC64D-74B3-3A84-3AF5-BFC20C4B769C}"/>
                </a:ext>
              </a:extLst>
            </p:cNvPr>
            <p:cNvGrpSpPr>
              <a:grpSpLocks/>
            </p:cNvGrpSpPr>
            <p:nvPr/>
          </p:nvGrpSpPr>
          <p:grpSpPr bwMode="auto">
            <a:xfrm>
              <a:off x="3220" y="2711"/>
              <a:ext cx="1304" cy="252"/>
              <a:chOff x="3236" y="3218"/>
              <a:chExt cx="1304" cy="252"/>
            </a:xfrm>
          </p:grpSpPr>
          <p:sp>
            <p:nvSpPr>
              <p:cNvPr id="46101" name="Line 22">
                <a:extLst>
                  <a:ext uri="{FF2B5EF4-FFF2-40B4-BE49-F238E27FC236}">
                    <a16:creationId xmlns:a16="http://schemas.microsoft.com/office/drawing/2014/main" id="{9CBF4A6C-5C19-960F-0C66-708004214816}"/>
                  </a:ext>
                </a:extLst>
              </p:cNvPr>
              <p:cNvSpPr>
                <a:spLocks noChangeShapeType="1"/>
              </p:cNvSpPr>
              <p:nvPr/>
            </p:nvSpPr>
            <p:spPr bwMode="auto">
              <a:xfrm>
                <a:off x="3850" y="3348"/>
                <a:ext cx="15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6102" name="Text Box 23">
                <a:extLst>
                  <a:ext uri="{FF2B5EF4-FFF2-40B4-BE49-F238E27FC236}">
                    <a16:creationId xmlns:a16="http://schemas.microsoft.com/office/drawing/2014/main" id="{EC8E579C-1D1C-6058-7A25-435E5F934A4B}"/>
                  </a:ext>
                </a:extLst>
              </p:cNvPr>
              <p:cNvSpPr txBox="1">
                <a:spLocks noChangeArrowheads="1"/>
              </p:cNvSpPr>
              <p:nvPr/>
            </p:nvSpPr>
            <p:spPr bwMode="auto">
              <a:xfrm>
                <a:off x="3236" y="3218"/>
                <a:ext cx="130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20000"/>
                  </a:spcBef>
                </a:pPr>
                <a:r>
                  <a:rPr lang="en-US" altLang="en-US" sz="2000">
                    <a:solidFill>
                      <a:srgbClr val="FF6600"/>
                    </a:solidFill>
                    <a:latin typeface="Calibri" panose="020F0502020204030204" pitchFamily="34" charset="0"/>
                  </a:rPr>
                  <a:t> (</a:t>
                </a:r>
                <a:r>
                  <a:rPr lang="en-US" altLang="en-US" sz="2000">
                    <a:solidFill>
                      <a:srgbClr val="FF6600"/>
                    </a:solidFill>
                    <a:latin typeface="Symbol" pitchFamily="2" charset="2"/>
                  </a:rPr>
                  <a:t>n</a:t>
                </a:r>
                <a:r>
                  <a:rPr lang="en-US" altLang="en-US" sz="2000">
                    <a:solidFill>
                      <a:srgbClr val="FF6600"/>
                    </a:solidFill>
                    <a:latin typeface="Calibri" panose="020F0502020204030204" pitchFamily="34" charset="0"/>
                  </a:rPr>
                  <a:t> x) P        (</a:t>
                </a:r>
                <a:r>
                  <a:rPr lang="en-US" altLang="en-US" sz="2000">
                    <a:solidFill>
                      <a:srgbClr val="FF6600"/>
                    </a:solidFill>
                    <a:latin typeface="Symbol" pitchFamily="2" charset="2"/>
                  </a:rPr>
                  <a:t>n</a:t>
                </a:r>
                <a:r>
                  <a:rPr lang="en-US" altLang="en-US" sz="2000">
                    <a:solidFill>
                      <a:srgbClr val="FF6600"/>
                    </a:solidFill>
                    <a:latin typeface="Calibri" panose="020F0502020204030204" pitchFamily="34" charset="0"/>
                  </a:rPr>
                  <a:t> x) P’</a:t>
                </a:r>
              </a:p>
            </p:txBody>
          </p:sp>
        </p:grpSp>
        <p:sp>
          <p:nvSpPr>
            <p:cNvPr id="207896" name="Text Box 24">
              <a:extLst>
                <a:ext uri="{FF2B5EF4-FFF2-40B4-BE49-F238E27FC236}">
                  <a16:creationId xmlns:a16="http://schemas.microsoft.com/office/drawing/2014/main" id="{A73E67F0-FB64-A412-61C1-C152EF3E378C}"/>
                </a:ext>
              </a:extLst>
            </p:cNvPr>
            <p:cNvSpPr txBox="1">
              <a:spLocks noChangeArrowheads="1"/>
            </p:cNvSpPr>
            <p:nvPr/>
          </p:nvSpPr>
          <p:spPr bwMode="auto">
            <a:xfrm>
              <a:off x="2694" y="2527"/>
              <a:ext cx="400" cy="330"/>
            </a:xfrm>
            <a:prstGeom prst="rect">
              <a:avLst/>
            </a:prstGeom>
            <a:noFill/>
            <a:ln w="9525">
              <a:noFill/>
              <a:miter lim="800000"/>
              <a:headEnd/>
              <a:tailEnd/>
            </a:ln>
            <a:effectLst/>
          </p:spPr>
          <p:txBody>
            <a:bodyPr wrap="none" anchor="ctr">
              <a:spAutoFit/>
            </a:bodyPr>
            <a:lstStyle/>
            <a:p>
              <a:pPr>
                <a:spcBef>
                  <a:spcPct val="20000"/>
                </a:spcBef>
                <a:defRPr/>
              </a:pPr>
              <a:r>
                <a:rPr lang="en-US" sz="2000" dirty="0">
                  <a:solidFill>
                    <a:srgbClr val="FF0000"/>
                  </a:solidFill>
                  <a:latin typeface="+mn-lt"/>
                  <a:ea typeface="ＭＳ Ｐゴシック" charset="0"/>
                  <a:cs typeface="ＭＳ Ｐゴシック" charset="0"/>
                </a:rPr>
                <a:t>RES:</a:t>
              </a:r>
              <a:r>
                <a:rPr lang="en-US" sz="2800" dirty="0">
                  <a:latin typeface="Times New Roman" pitchFamily="18" charset="0"/>
                  <a:ea typeface="ＭＳ Ｐゴシック" charset="0"/>
                  <a:cs typeface="ＭＳ Ｐゴシック" charset="0"/>
                </a:rPr>
                <a:t> </a:t>
              </a:r>
            </a:p>
          </p:txBody>
        </p:sp>
      </p:grpSp>
      <p:grpSp>
        <p:nvGrpSpPr>
          <p:cNvPr id="46088" name="Group 25">
            <a:extLst>
              <a:ext uri="{FF2B5EF4-FFF2-40B4-BE49-F238E27FC236}">
                <a16:creationId xmlns:a16="http://schemas.microsoft.com/office/drawing/2014/main" id="{D32C998A-0EC7-37BE-9E6F-BF3B607A772A}"/>
              </a:ext>
            </a:extLst>
          </p:cNvPr>
          <p:cNvGrpSpPr>
            <a:grpSpLocks/>
          </p:cNvGrpSpPr>
          <p:nvPr/>
        </p:nvGrpSpPr>
        <p:grpSpPr bwMode="auto">
          <a:xfrm>
            <a:off x="984250" y="4913313"/>
            <a:ext cx="3565525" cy="814387"/>
            <a:chOff x="620" y="3095"/>
            <a:chExt cx="2246" cy="513"/>
          </a:xfrm>
        </p:grpSpPr>
        <p:sp>
          <p:nvSpPr>
            <p:cNvPr id="46089" name="Line 26">
              <a:extLst>
                <a:ext uri="{FF2B5EF4-FFF2-40B4-BE49-F238E27FC236}">
                  <a16:creationId xmlns:a16="http://schemas.microsoft.com/office/drawing/2014/main" id="{A2B492A8-817A-58FC-3788-5307DE6EB5AC}"/>
                </a:ext>
              </a:extLst>
            </p:cNvPr>
            <p:cNvSpPr>
              <a:spLocks noChangeShapeType="1"/>
            </p:cNvSpPr>
            <p:nvPr/>
          </p:nvSpPr>
          <p:spPr bwMode="auto">
            <a:xfrm>
              <a:off x="1467" y="3347"/>
              <a:ext cx="139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46090" name="Group 27">
              <a:extLst>
                <a:ext uri="{FF2B5EF4-FFF2-40B4-BE49-F238E27FC236}">
                  <a16:creationId xmlns:a16="http://schemas.microsoft.com/office/drawing/2014/main" id="{FAD5D359-A779-EC24-7853-B7BCB62B5DCC}"/>
                </a:ext>
              </a:extLst>
            </p:cNvPr>
            <p:cNvGrpSpPr>
              <a:grpSpLocks/>
            </p:cNvGrpSpPr>
            <p:nvPr/>
          </p:nvGrpSpPr>
          <p:grpSpPr bwMode="auto">
            <a:xfrm>
              <a:off x="1432" y="3095"/>
              <a:ext cx="1424" cy="252"/>
              <a:chOff x="3208" y="3119"/>
              <a:chExt cx="1424" cy="252"/>
            </a:xfrm>
          </p:grpSpPr>
          <p:sp>
            <p:nvSpPr>
              <p:cNvPr id="46095" name="Line 28">
                <a:extLst>
                  <a:ext uri="{FF2B5EF4-FFF2-40B4-BE49-F238E27FC236}">
                    <a16:creationId xmlns:a16="http://schemas.microsoft.com/office/drawing/2014/main" id="{0BA56CFD-96A2-417B-84CC-98BC752B2681}"/>
                  </a:ext>
                </a:extLst>
              </p:cNvPr>
              <p:cNvSpPr>
                <a:spLocks noChangeShapeType="1"/>
              </p:cNvSpPr>
              <p:nvPr/>
            </p:nvSpPr>
            <p:spPr bwMode="auto">
              <a:xfrm>
                <a:off x="3803" y="3243"/>
                <a:ext cx="15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6096" name="Text Box 29">
                <a:extLst>
                  <a:ext uri="{FF2B5EF4-FFF2-40B4-BE49-F238E27FC236}">
                    <a16:creationId xmlns:a16="http://schemas.microsoft.com/office/drawing/2014/main" id="{5BBC63DC-11A6-738B-1F87-274B04D4B4CA}"/>
                  </a:ext>
                </a:extLst>
              </p:cNvPr>
              <p:cNvSpPr txBox="1">
                <a:spLocks noChangeArrowheads="1"/>
              </p:cNvSpPr>
              <p:nvPr/>
            </p:nvSpPr>
            <p:spPr bwMode="auto">
              <a:xfrm>
                <a:off x="3208" y="3119"/>
                <a:ext cx="142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20000"/>
                  </a:spcBef>
                </a:pPr>
                <a:r>
                  <a:rPr lang="en-US" altLang="en-US" sz="2000">
                    <a:solidFill>
                      <a:srgbClr val="FF6600"/>
                    </a:solidFill>
                    <a:latin typeface="Calibri" panose="020F0502020204030204" pitchFamily="34" charset="0"/>
                  </a:rPr>
                  <a:t>Q=P   P       P’   P’=Q’</a:t>
                </a:r>
              </a:p>
            </p:txBody>
          </p:sp>
        </p:grpSp>
        <p:grpSp>
          <p:nvGrpSpPr>
            <p:cNvPr id="46091" name="Group 30">
              <a:extLst>
                <a:ext uri="{FF2B5EF4-FFF2-40B4-BE49-F238E27FC236}">
                  <a16:creationId xmlns:a16="http://schemas.microsoft.com/office/drawing/2014/main" id="{5B26746F-1A1F-FC3F-D1BC-FC9BCAFD8A6E}"/>
                </a:ext>
              </a:extLst>
            </p:cNvPr>
            <p:cNvGrpSpPr>
              <a:grpSpLocks/>
            </p:cNvGrpSpPr>
            <p:nvPr/>
          </p:nvGrpSpPr>
          <p:grpSpPr bwMode="auto">
            <a:xfrm>
              <a:off x="1745" y="3356"/>
              <a:ext cx="557" cy="252"/>
              <a:chOff x="3032" y="3491"/>
              <a:chExt cx="557" cy="252"/>
            </a:xfrm>
          </p:grpSpPr>
          <p:sp>
            <p:nvSpPr>
              <p:cNvPr id="46093" name="Line 31">
                <a:extLst>
                  <a:ext uri="{FF2B5EF4-FFF2-40B4-BE49-F238E27FC236}">
                    <a16:creationId xmlns:a16="http://schemas.microsoft.com/office/drawing/2014/main" id="{97CAECDD-5B02-55BF-BE28-8FAF3AA9372D}"/>
                  </a:ext>
                </a:extLst>
              </p:cNvPr>
              <p:cNvSpPr>
                <a:spLocks noChangeShapeType="1"/>
              </p:cNvSpPr>
              <p:nvPr/>
            </p:nvSpPr>
            <p:spPr bwMode="auto">
              <a:xfrm>
                <a:off x="3218" y="3606"/>
                <a:ext cx="15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6094" name="Text Box 32">
                <a:extLst>
                  <a:ext uri="{FF2B5EF4-FFF2-40B4-BE49-F238E27FC236}">
                    <a16:creationId xmlns:a16="http://schemas.microsoft.com/office/drawing/2014/main" id="{C3CB4F9E-C293-7D0E-A23B-B21DC7E14D5A}"/>
                  </a:ext>
                </a:extLst>
              </p:cNvPr>
              <p:cNvSpPr txBox="1">
                <a:spLocks noChangeArrowheads="1"/>
              </p:cNvSpPr>
              <p:nvPr/>
            </p:nvSpPr>
            <p:spPr bwMode="auto">
              <a:xfrm>
                <a:off x="3032" y="3491"/>
                <a:ext cx="55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20000"/>
                  </a:spcBef>
                </a:pPr>
                <a:r>
                  <a:rPr lang="en-US" altLang="en-US" sz="2000">
                    <a:solidFill>
                      <a:srgbClr val="FF6600"/>
                    </a:solidFill>
                    <a:latin typeface="Calibri" panose="020F0502020204030204" pitchFamily="34" charset="0"/>
                  </a:rPr>
                  <a:t>Q     Q’</a:t>
                </a:r>
              </a:p>
            </p:txBody>
          </p:sp>
        </p:grpSp>
        <p:sp>
          <p:nvSpPr>
            <p:cNvPr id="207905" name="Text Box 33">
              <a:extLst>
                <a:ext uri="{FF2B5EF4-FFF2-40B4-BE49-F238E27FC236}">
                  <a16:creationId xmlns:a16="http://schemas.microsoft.com/office/drawing/2014/main" id="{FA43C098-41BD-8189-F056-1F4136BE253D}"/>
                </a:ext>
              </a:extLst>
            </p:cNvPr>
            <p:cNvSpPr txBox="1">
              <a:spLocks noChangeArrowheads="1"/>
            </p:cNvSpPr>
            <p:nvPr/>
          </p:nvSpPr>
          <p:spPr bwMode="auto">
            <a:xfrm>
              <a:off x="620" y="3158"/>
              <a:ext cx="669" cy="330"/>
            </a:xfrm>
            <a:prstGeom prst="rect">
              <a:avLst/>
            </a:prstGeom>
            <a:noFill/>
            <a:ln w="9525">
              <a:noFill/>
              <a:miter lim="800000"/>
              <a:headEnd/>
              <a:tailEnd/>
            </a:ln>
            <a:effectLst/>
          </p:spPr>
          <p:txBody>
            <a:bodyPr wrap="none" anchor="ctr">
              <a:spAutoFit/>
            </a:bodyPr>
            <a:lstStyle/>
            <a:p>
              <a:pPr>
                <a:spcBef>
                  <a:spcPct val="20000"/>
                </a:spcBef>
                <a:defRPr/>
              </a:pPr>
              <a:r>
                <a:rPr lang="en-US" sz="2000" dirty="0">
                  <a:solidFill>
                    <a:srgbClr val="FF0000"/>
                  </a:solidFill>
                  <a:latin typeface="+mn-lt"/>
                  <a:ea typeface="ＭＳ Ｐゴシック" charset="0"/>
                  <a:cs typeface="ＭＳ Ｐゴシック" charset="0"/>
                </a:rPr>
                <a:t>STRUCT:</a:t>
              </a:r>
              <a:r>
                <a:rPr lang="en-US" sz="2800" dirty="0">
                  <a:solidFill>
                    <a:srgbClr val="FF0000"/>
                  </a:solidFill>
                  <a:latin typeface="+mn-lt"/>
                  <a:ea typeface="ＭＳ Ｐゴシック" charset="0"/>
                  <a:cs typeface="ＭＳ Ｐゴシック" charset="0"/>
                </a:rPr>
                <a:t> </a:t>
              </a:r>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Footer Placeholder 2">
            <a:extLst>
              <a:ext uri="{FF2B5EF4-FFF2-40B4-BE49-F238E27FC236}">
                <a16:creationId xmlns:a16="http://schemas.microsoft.com/office/drawing/2014/main" id="{A1F43DC5-4CA4-2BC4-E88F-996122C92166}"/>
              </a:ext>
            </a:extLst>
          </p:cNvPr>
          <p:cNvSpPr>
            <a:spLocks noGrp="1"/>
          </p:cNvSpPr>
          <p:nvPr>
            <p:ph type="ftr" sz="quarter" idx="11"/>
          </p:nvPr>
        </p:nvSpPr>
        <p:spPr bwMode="auto">
          <a:xfrm>
            <a:off x="457200" y="635635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l" eaLnBrk="1" hangingPunct="1"/>
            <a:r>
              <a:rPr lang="en-US" altLang="en-US" sz="1200">
                <a:solidFill>
                  <a:srgbClr val="898989"/>
                </a:solidFill>
              </a:rPr>
              <a:t>Introduction to Pi-Calculus</a:t>
            </a:r>
          </a:p>
        </p:txBody>
      </p:sp>
      <p:sp>
        <p:nvSpPr>
          <p:cNvPr id="47106" name="Slide Number Placeholder 3">
            <a:extLst>
              <a:ext uri="{FF2B5EF4-FFF2-40B4-BE49-F238E27FC236}">
                <a16:creationId xmlns:a16="http://schemas.microsoft.com/office/drawing/2014/main" id="{84B1F223-35AF-430B-FF5F-95C3E2B106D2}"/>
              </a:ext>
            </a:extLst>
          </p:cNvPr>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fld id="{F369C8F5-3586-AE47-A40F-353110EBA8CC}" type="slidenum">
              <a:rPr lang="en-US" altLang="en-US" sz="1200">
                <a:solidFill>
                  <a:srgbClr val="898989"/>
                </a:solidFill>
              </a:rPr>
              <a:pPr algn="ctr" eaLnBrk="1" hangingPunct="1"/>
              <a:t>31</a:t>
            </a:fld>
            <a:endParaRPr lang="en-US" altLang="en-US" sz="1200">
              <a:solidFill>
                <a:srgbClr val="898989"/>
              </a:solidFill>
            </a:endParaRPr>
          </a:p>
        </p:txBody>
      </p:sp>
      <p:sp>
        <p:nvSpPr>
          <p:cNvPr id="47107" name="Rectangle 2">
            <a:extLst>
              <a:ext uri="{FF2B5EF4-FFF2-40B4-BE49-F238E27FC236}">
                <a16:creationId xmlns:a16="http://schemas.microsoft.com/office/drawing/2014/main" id="{AAC5DD1B-22EA-E0AB-80DF-F47EEC2E3453}"/>
              </a:ext>
            </a:extLst>
          </p:cNvPr>
          <p:cNvSpPr>
            <a:spLocks noGrp="1" noChangeArrowheads="1"/>
          </p:cNvSpPr>
          <p:nvPr>
            <p:ph type="title"/>
          </p:nvPr>
        </p:nvSpPr>
        <p:spPr/>
        <p:txBody>
          <a:bodyPr/>
          <a:lstStyle/>
          <a:p>
            <a:pPr eaLnBrk="1" hangingPunct="1"/>
            <a:r>
              <a:rPr lang="en-US" altLang="en-US">
                <a:solidFill>
                  <a:srgbClr val="0000FF"/>
                </a:solidFill>
                <a:ea typeface="ＭＳ Ｐゴシック" panose="020B0600070205080204" pitchFamily="34" charset="-128"/>
              </a:rPr>
              <a:t>Reaction Rules</a:t>
            </a:r>
          </a:p>
        </p:txBody>
      </p:sp>
      <p:sp>
        <p:nvSpPr>
          <p:cNvPr id="47108" name="Rectangle 5">
            <a:extLst>
              <a:ext uri="{FF2B5EF4-FFF2-40B4-BE49-F238E27FC236}">
                <a16:creationId xmlns:a16="http://schemas.microsoft.com/office/drawing/2014/main" id="{18168B6A-3803-9A96-BB6C-D926329C4BA1}"/>
              </a:ext>
            </a:extLst>
          </p:cNvPr>
          <p:cNvSpPr>
            <a:spLocks noChangeArrowheads="1"/>
          </p:cNvSpPr>
          <p:nvPr/>
        </p:nvSpPr>
        <p:spPr bwMode="auto">
          <a:xfrm>
            <a:off x="627063" y="1452563"/>
            <a:ext cx="7942262" cy="152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11430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20000"/>
              </a:spcBef>
              <a:buClr>
                <a:schemeClr val="accent1"/>
              </a:buClr>
              <a:buSzPct val="75000"/>
              <a:buFont typeface="Wingdings" pitchFamily="2" charset="2"/>
              <a:buNone/>
            </a:pPr>
            <a:endParaRPr lang="en-US" altLang="en-US" sz="2100">
              <a:latin typeface="Times New Roman" panose="02020603050405020304" pitchFamily="18" charset="0"/>
            </a:endParaRPr>
          </a:p>
          <a:p>
            <a:pPr lvl="1" eaLnBrk="1" hangingPunct="1">
              <a:spcBef>
                <a:spcPct val="20000"/>
              </a:spcBef>
              <a:buClr>
                <a:schemeClr val="accent2"/>
              </a:buClr>
              <a:buSzPct val="80000"/>
              <a:buFont typeface="Wingdings" pitchFamily="2" charset="2"/>
              <a:buNone/>
            </a:pPr>
            <a:r>
              <a:rPr lang="en-US" altLang="en-US" sz="2000">
                <a:solidFill>
                  <a:srgbClr val="FF0000"/>
                </a:solidFill>
                <a:latin typeface="Times New Roman" panose="02020603050405020304" pitchFamily="18" charset="0"/>
              </a:rPr>
              <a:t>Processes: </a:t>
            </a:r>
            <a:r>
              <a:rPr lang="en-US" altLang="en-US" sz="2000">
                <a:latin typeface="Times New Roman" panose="02020603050405020304" pitchFamily="18" charset="0"/>
              </a:rPr>
              <a:t>	</a:t>
            </a:r>
            <a:r>
              <a:rPr lang="en-US" altLang="en-US" sz="2000">
                <a:solidFill>
                  <a:srgbClr val="FF6600"/>
                </a:solidFill>
                <a:latin typeface="Times New Roman" panose="02020603050405020304" pitchFamily="18" charset="0"/>
              </a:rPr>
              <a:t>A(a,c)  = a.A'(a,c)       B(c,b) = c.B'(c,b)</a:t>
            </a:r>
          </a:p>
          <a:p>
            <a:pPr lvl="1" eaLnBrk="1" hangingPunct="1">
              <a:spcBef>
                <a:spcPct val="20000"/>
              </a:spcBef>
              <a:buClr>
                <a:schemeClr val="accent2"/>
              </a:buClr>
              <a:buSzPct val="80000"/>
              <a:buFont typeface="Wingdings" pitchFamily="2" charset="2"/>
              <a:buNone/>
            </a:pPr>
            <a:r>
              <a:rPr lang="en-US" altLang="en-US" sz="2000">
                <a:solidFill>
                  <a:srgbClr val="FF6600"/>
                </a:solidFill>
                <a:latin typeface="Times New Roman" panose="02020603050405020304" pitchFamily="18" charset="0"/>
              </a:rPr>
              <a:t>	               A’(a,c) = c.A(a,c)		B'(c,b) = b.B(c,b)</a:t>
            </a:r>
          </a:p>
          <a:p>
            <a:pPr eaLnBrk="1" hangingPunct="1">
              <a:spcBef>
                <a:spcPct val="20000"/>
              </a:spcBef>
              <a:buClr>
                <a:schemeClr val="accent1"/>
              </a:buClr>
              <a:buSzPct val="75000"/>
              <a:buFont typeface="Wingdings" pitchFamily="2" charset="2"/>
              <a:buNone/>
            </a:pPr>
            <a:r>
              <a:rPr lang="en-US" altLang="en-US" sz="2000">
                <a:solidFill>
                  <a:srgbClr val="FF0000"/>
                </a:solidFill>
                <a:latin typeface="Times New Roman" panose="02020603050405020304" pitchFamily="18" charset="0"/>
              </a:rPr>
              <a:t> </a:t>
            </a:r>
            <a:r>
              <a:rPr lang="en-US" altLang="en-US" sz="2000">
                <a:solidFill>
                  <a:srgbClr val="FF0000"/>
                </a:solidFill>
                <a:latin typeface="Calibri" panose="020F0502020204030204" pitchFamily="34" charset="0"/>
              </a:rPr>
              <a:t>A system:           </a:t>
            </a:r>
            <a:r>
              <a:rPr lang="en-US" altLang="en-US" sz="2000">
                <a:solidFill>
                  <a:srgbClr val="FF6600"/>
                </a:solidFill>
                <a:latin typeface="Calibri" panose="020F0502020204030204" pitchFamily="34" charset="0"/>
              </a:rPr>
              <a:t>System = </a:t>
            </a:r>
            <a:r>
              <a:rPr lang="en-US" altLang="en-US" sz="2000">
                <a:solidFill>
                  <a:srgbClr val="FF6600"/>
                </a:solidFill>
                <a:latin typeface="Symbol" pitchFamily="2" charset="2"/>
              </a:rPr>
              <a:t>n</a:t>
            </a:r>
            <a:r>
              <a:rPr lang="en-US" altLang="en-US" sz="2000">
                <a:solidFill>
                  <a:srgbClr val="FF6600"/>
                </a:solidFill>
                <a:latin typeface="Times New Roman" panose="02020603050405020304" pitchFamily="18" charset="0"/>
              </a:rPr>
              <a:t> </a:t>
            </a:r>
            <a:r>
              <a:rPr lang="en-US" altLang="en-US" sz="2000">
                <a:solidFill>
                  <a:srgbClr val="FF6600"/>
                </a:solidFill>
                <a:latin typeface="Calibri" panose="020F0502020204030204" pitchFamily="34" charset="0"/>
              </a:rPr>
              <a:t>c (A | B )</a:t>
            </a:r>
          </a:p>
          <a:p>
            <a:pPr eaLnBrk="1" hangingPunct="1">
              <a:spcBef>
                <a:spcPct val="20000"/>
              </a:spcBef>
              <a:buClr>
                <a:schemeClr val="accent1"/>
              </a:buClr>
              <a:buSzPct val="75000"/>
              <a:buFont typeface="Wingdings" pitchFamily="2" charset="2"/>
              <a:buNone/>
            </a:pPr>
            <a:endParaRPr lang="en-US" altLang="en-US" sz="2000">
              <a:latin typeface="Times New Roman" panose="02020603050405020304" pitchFamily="18" charset="0"/>
            </a:endParaRPr>
          </a:p>
        </p:txBody>
      </p:sp>
      <p:sp>
        <p:nvSpPr>
          <p:cNvPr id="47109" name="Line 6">
            <a:extLst>
              <a:ext uri="{FF2B5EF4-FFF2-40B4-BE49-F238E27FC236}">
                <a16:creationId xmlns:a16="http://schemas.microsoft.com/office/drawing/2014/main" id="{652664B4-6B8D-BB58-3F95-241127A7EE3D}"/>
              </a:ext>
            </a:extLst>
          </p:cNvPr>
          <p:cNvSpPr>
            <a:spLocks noChangeShapeType="1"/>
          </p:cNvSpPr>
          <p:nvPr/>
        </p:nvSpPr>
        <p:spPr bwMode="auto">
          <a:xfrm>
            <a:off x="3132138" y="2312988"/>
            <a:ext cx="13017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7110" name="Line 7">
            <a:extLst>
              <a:ext uri="{FF2B5EF4-FFF2-40B4-BE49-F238E27FC236}">
                <a16:creationId xmlns:a16="http://schemas.microsoft.com/office/drawing/2014/main" id="{1C3C0CAB-3D48-47EC-0AF8-C2557C20AE1E}"/>
              </a:ext>
            </a:extLst>
          </p:cNvPr>
          <p:cNvSpPr>
            <a:spLocks noChangeShapeType="1"/>
          </p:cNvSpPr>
          <p:nvPr/>
        </p:nvSpPr>
        <p:spPr bwMode="auto">
          <a:xfrm>
            <a:off x="5272088" y="2312988"/>
            <a:ext cx="26828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8905" name="Text Box 9">
            <a:extLst>
              <a:ext uri="{FF2B5EF4-FFF2-40B4-BE49-F238E27FC236}">
                <a16:creationId xmlns:a16="http://schemas.microsoft.com/office/drawing/2014/main" id="{B735D042-C832-8C9A-95D9-7360F115B02B}"/>
              </a:ext>
            </a:extLst>
          </p:cNvPr>
          <p:cNvSpPr txBox="1">
            <a:spLocks noChangeArrowheads="1"/>
          </p:cNvSpPr>
          <p:nvPr/>
        </p:nvSpPr>
        <p:spPr bwMode="auto">
          <a:xfrm>
            <a:off x="1563688" y="2987675"/>
            <a:ext cx="6056312" cy="2616200"/>
          </a:xfrm>
          <a:prstGeom prst="rect">
            <a:avLst/>
          </a:prstGeom>
          <a:noFill/>
          <a:ln w="9525">
            <a:noFill/>
            <a:miter lim="800000"/>
            <a:headEnd/>
            <a:tailEnd/>
          </a:ln>
          <a:effectLst/>
        </p:spPr>
        <p:txBody>
          <a:bodyPr anchor="ctr">
            <a:spAutoFit/>
          </a:bodyPr>
          <a:lstStyle/>
          <a:p>
            <a:pPr>
              <a:spcBef>
                <a:spcPct val="20000"/>
              </a:spcBef>
              <a:defRPr/>
            </a:pPr>
            <a:r>
              <a:rPr lang="en-US" sz="2000" dirty="0">
                <a:solidFill>
                  <a:srgbClr val="0000FF"/>
                </a:solidFill>
                <a:latin typeface="+mn-lt"/>
                <a:ea typeface="ＭＳ Ｐゴシック" charset="0"/>
                <a:cs typeface="ＭＳ Ｐゴシック" charset="0"/>
              </a:rPr>
              <a:t>Show:   </a:t>
            </a:r>
            <a:r>
              <a:rPr lang="en-US" sz="2000" dirty="0">
                <a:solidFill>
                  <a:srgbClr val="FF0000"/>
                </a:solidFill>
                <a:latin typeface="+mn-lt"/>
                <a:ea typeface="ＭＳ Ｐゴシック" charset="0"/>
                <a:cs typeface="ＭＳ Ｐゴシック" charset="0"/>
              </a:rPr>
              <a:t>			</a:t>
            </a:r>
            <a:r>
              <a:rPr lang="en-US" sz="2000" dirty="0">
                <a:solidFill>
                  <a:srgbClr val="FF6600"/>
                </a:solidFill>
                <a:latin typeface="Symbol" pitchFamily="18" charset="2"/>
                <a:ea typeface="ＭＳ Ｐゴシック" charset="0"/>
                <a:cs typeface="ＭＳ Ｐゴシック" charset="0"/>
              </a:rPr>
              <a:t>n</a:t>
            </a:r>
            <a:r>
              <a:rPr lang="en-US" sz="2000" dirty="0">
                <a:solidFill>
                  <a:srgbClr val="FF6600"/>
                </a:solidFill>
                <a:latin typeface="Times New Roman" pitchFamily="18" charset="0"/>
                <a:ea typeface="ＭＳ Ｐゴシック" charset="0"/>
                <a:cs typeface="ＭＳ Ｐゴシック" charset="0"/>
              </a:rPr>
              <a:t> </a:t>
            </a:r>
            <a:r>
              <a:rPr lang="en-US" sz="2000" dirty="0">
                <a:solidFill>
                  <a:srgbClr val="FF6600"/>
                </a:solidFill>
                <a:latin typeface="+mn-lt"/>
                <a:ea typeface="ＭＳ Ｐゴシック" charset="0"/>
                <a:cs typeface="ＭＳ Ｐゴシック" charset="0"/>
              </a:rPr>
              <a:t>c (A' | B)             </a:t>
            </a:r>
            <a:r>
              <a:rPr lang="en-US" sz="2000" dirty="0">
                <a:solidFill>
                  <a:srgbClr val="FF6600"/>
                </a:solidFill>
                <a:latin typeface="Symbol" pitchFamily="18" charset="2"/>
                <a:ea typeface="ＭＳ Ｐゴシック" charset="0"/>
                <a:cs typeface="ＭＳ Ｐゴシック" charset="0"/>
              </a:rPr>
              <a:t>n</a:t>
            </a:r>
            <a:r>
              <a:rPr lang="en-US" sz="2000" dirty="0">
                <a:solidFill>
                  <a:srgbClr val="FF6600"/>
                </a:solidFill>
                <a:latin typeface="Times New Roman" pitchFamily="18" charset="0"/>
                <a:ea typeface="ＭＳ Ｐゴシック" charset="0"/>
                <a:cs typeface="ＭＳ Ｐゴシック" charset="0"/>
              </a:rPr>
              <a:t> </a:t>
            </a:r>
            <a:r>
              <a:rPr lang="en-US" sz="2000" dirty="0">
                <a:solidFill>
                  <a:srgbClr val="FF6600"/>
                </a:solidFill>
                <a:latin typeface="+mn-lt"/>
                <a:ea typeface="ＭＳ Ｐゴシック" charset="0"/>
                <a:cs typeface="ＭＳ Ｐゴシック" charset="0"/>
              </a:rPr>
              <a:t>c (A | B')</a:t>
            </a:r>
          </a:p>
          <a:p>
            <a:pPr>
              <a:spcBef>
                <a:spcPct val="20000"/>
              </a:spcBef>
              <a:defRPr/>
            </a:pPr>
            <a:endParaRPr lang="en-US" sz="2000" dirty="0">
              <a:latin typeface="Times New Roman" pitchFamily="18" charset="0"/>
              <a:ea typeface="ＭＳ Ｐゴシック" charset="0"/>
              <a:cs typeface="ＭＳ Ｐゴシック" charset="0"/>
            </a:endParaRPr>
          </a:p>
          <a:p>
            <a:pPr>
              <a:spcBef>
                <a:spcPct val="20000"/>
              </a:spcBef>
              <a:defRPr/>
            </a:pPr>
            <a:r>
              <a:rPr lang="en-US" sz="2000" dirty="0">
                <a:solidFill>
                  <a:srgbClr val="0000FF"/>
                </a:solidFill>
                <a:latin typeface="+mn-lt"/>
                <a:ea typeface="ＭＳ Ｐゴシック" charset="0"/>
                <a:cs typeface="ＭＳ Ｐゴシック" charset="0"/>
              </a:rPr>
              <a:t>by REACT:   </a:t>
            </a:r>
            <a:r>
              <a:rPr lang="en-US" sz="2000" dirty="0">
                <a:solidFill>
                  <a:srgbClr val="FF0000"/>
                </a:solidFill>
                <a:latin typeface="+mn-lt"/>
                <a:ea typeface="ＭＳ Ｐゴシック" charset="0"/>
                <a:cs typeface="ＭＳ Ｐゴシック" charset="0"/>
              </a:rPr>
              <a:t>		</a:t>
            </a:r>
            <a:r>
              <a:rPr lang="en-US" sz="2000" dirty="0" err="1">
                <a:solidFill>
                  <a:srgbClr val="FF6600"/>
                </a:solidFill>
                <a:latin typeface="+mn-lt"/>
                <a:ea typeface="ＭＳ Ｐゴシック" charset="0"/>
                <a:cs typeface="ＭＳ Ｐゴシック" charset="0"/>
              </a:rPr>
              <a:t>c.A</a:t>
            </a:r>
            <a:r>
              <a:rPr lang="en-US" sz="2000" dirty="0">
                <a:solidFill>
                  <a:srgbClr val="FF6600"/>
                </a:solidFill>
                <a:latin typeface="+mn-lt"/>
                <a:ea typeface="ＭＳ Ｐゴシック" charset="0"/>
                <a:cs typeface="ＭＳ Ｐゴシック" charset="0"/>
              </a:rPr>
              <a:t> | </a:t>
            </a:r>
            <a:r>
              <a:rPr lang="en-US" sz="2000" dirty="0" err="1">
                <a:solidFill>
                  <a:srgbClr val="FF6600"/>
                </a:solidFill>
                <a:latin typeface="+mn-lt"/>
                <a:ea typeface="ＭＳ Ｐゴシック" charset="0"/>
                <a:cs typeface="ＭＳ Ｐゴシック" charset="0"/>
              </a:rPr>
              <a:t>c.B</a:t>
            </a:r>
            <a:r>
              <a:rPr lang="en-US" sz="2000" dirty="0">
                <a:solidFill>
                  <a:srgbClr val="FF6600"/>
                </a:solidFill>
                <a:latin typeface="+mn-lt"/>
                <a:ea typeface="ＭＳ Ｐゴシック" charset="0"/>
                <a:cs typeface="ＭＳ Ｐゴシック" charset="0"/>
              </a:rPr>
              <a:t>'           A | B'</a:t>
            </a:r>
          </a:p>
          <a:p>
            <a:pPr>
              <a:spcBef>
                <a:spcPct val="20000"/>
              </a:spcBef>
              <a:defRPr/>
            </a:pPr>
            <a:endParaRPr lang="en-US" sz="2000" dirty="0">
              <a:latin typeface="Times New Roman" pitchFamily="18" charset="0"/>
              <a:ea typeface="ＭＳ Ｐゴシック" charset="0"/>
              <a:cs typeface="ＭＳ Ｐゴシック" charset="0"/>
            </a:endParaRPr>
          </a:p>
          <a:p>
            <a:pPr>
              <a:spcBef>
                <a:spcPct val="20000"/>
              </a:spcBef>
              <a:defRPr/>
            </a:pPr>
            <a:r>
              <a:rPr lang="en-US" sz="2000" dirty="0">
                <a:solidFill>
                  <a:srgbClr val="0000FF"/>
                </a:solidFill>
                <a:latin typeface="+mn-lt"/>
                <a:ea typeface="ＭＳ Ｐゴシック" charset="0"/>
                <a:cs typeface="ＭＳ Ｐゴシック" charset="0"/>
              </a:rPr>
              <a:t>by RES:            </a:t>
            </a:r>
            <a:r>
              <a:rPr lang="en-US" sz="2000" dirty="0">
                <a:solidFill>
                  <a:srgbClr val="FF0000"/>
                </a:solidFill>
                <a:latin typeface="+mn-lt"/>
                <a:ea typeface="ＭＳ Ｐゴシック" charset="0"/>
                <a:cs typeface="ＭＳ Ｐゴシック" charset="0"/>
              </a:rPr>
              <a:t>	</a:t>
            </a:r>
            <a:r>
              <a:rPr lang="en-US" sz="2000" dirty="0">
                <a:solidFill>
                  <a:srgbClr val="FF6600"/>
                </a:solidFill>
                <a:latin typeface="Symbol" pitchFamily="18" charset="2"/>
                <a:ea typeface="ＭＳ Ｐゴシック" charset="0"/>
                <a:cs typeface="ＭＳ Ｐゴシック" charset="0"/>
              </a:rPr>
              <a:t>n</a:t>
            </a:r>
            <a:r>
              <a:rPr lang="en-US" sz="2000" dirty="0">
                <a:solidFill>
                  <a:srgbClr val="FF6600"/>
                </a:solidFill>
                <a:latin typeface="Times New Roman" pitchFamily="18" charset="0"/>
                <a:ea typeface="ＭＳ Ｐゴシック" charset="0"/>
                <a:cs typeface="ＭＳ Ｐゴシック" charset="0"/>
              </a:rPr>
              <a:t> </a:t>
            </a:r>
            <a:r>
              <a:rPr lang="en-US" sz="2000" dirty="0">
                <a:solidFill>
                  <a:srgbClr val="FF6600"/>
                </a:solidFill>
                <a:latin typeface="+mn-lt"/>
                <a:ea typeface="ＭＳ Ｐゴシック" charset="0"/>
                <a:cs typeface="ＭＳ Ｐゴシック" charset="0"/>
              </a:rPr>
              <a:t>c(</a:t>
            </a:r>
            <a:r>
              <a:rPr lang="en-US" sz="2000" dirty="0" err="1">
                <a:solidFill>
                  <a:srgbClr val="FF6600"/>
                </a:solidFill>
                <a:latin typeface="+mn-lt"/>
                <a:ea typeface="ＭＳ Ｐゴシック" charset="0"/>
                <a:cs typeface="ＭＳ Ｐゴシック" charset="0"/>
              </a:rPr>
              <a:t>c.A</a:t>
            </a:r>
            <a:r>
              <a:rPr lang="en-US" sz="2000" dirty="0">
                <a:solidFill>
                  <a:srgbClr val="FF6600"/>
                </a:solidFill>
                <a:latin typeface="+mn-lt"/>
                <a:ea typeface="ＭＳ Ｐゴシック" charset="0"/>
                <a:cs typeface="ＭＳ Ｐゴシック" charset="0"/>
              </a:rPr>
              <a:t> | </a:t>
            </a:r>
            <a:r>
              <a:rPr lang="en-US" sz="2000" dirty="0" err="1">
                <a:solidFill>
                  <a:srgbClr val="FF6600"/>
                </a:solidFill>
                <a:latin typeface="+mn-lt"/>
                <a:ea typeface="ＭＳ Ｐゴシック" charset="0"/>
                <a:cs typeface="ＭＳ Ｐゴシック" charset="0"/>
              </a:rPr>
              <a:t>c.B</a:t>
            </a:r>
            <a:r>
              <a:rPr lang="en-US" sz="2000" dirty="0">
                <a:solidFill>
                  <a:srgbClr val="FF6600"/>
                </a:solidFill>
                <a:latin typeface="+mn-lt"/>
                <a:ea typeface="ＭＳ Ｐゴシック" charset="0"/>
                <a:cs typeface="ＭＳ Ｐゴシック" charset="0"/>
              </a:rPr>
              <a:t>' ) </a:t>
            </a:r>
            <a:r>
              <a:rPr lang="en-US" sz="2000" dirty="0">
                <a:solidFill>
                  <a:srgbClr val="FF6600"/>
                </a:solidFill>
                <a:latin typeface="Times New Roman" pitchFamily="18" charset="0"/>
                <a:ea typeface="ＭＳ Ｐゴシック" charset="0"/>
                <a:cs typeface="ＭＳ Ｐゴシック" charset="0"/>
              </a:rPr>
              <a:t>           </a:t>
            </a:r>
            <a:r>
              <a:rPr lang="en-US" sz="2000" dirty="0">
                <a:solidFill>
                  <a:srgbClr val="FF6600"/>
                </a:solidFill>
                <a:latin typeface="Symbol" pitchFamily="18" charset="2"/>
                <a:ea typeface="ＭＳ Ｐゴシック" charset="0"/>
                <a:cs typeface="ＭＳ Ｐゴシック" charset="0"/>
              </a:rPr>
              <a:t>n</a:t>
            </a:r>
            <a:r>
              <a:rPr lang="en-US" sz="2000" dirty="0">
                <a:solidFill>
                  <a:srgbClr val="FF6600"/>
                </a:solidFill>
                <a:latin typeface="Times New Roman" pitchFamily="18" charset="0"/>
                <a:ea typeface="ＭＳ Ｐゴシック" charset="0"/>
                <a:cs typeface="ＭＳ Ｐゴシック" charset="0"/>
              </a:rPr>
              <a:t> </a:t>
            </a:r>
            <a:r>
              <a:rPr lang="en-US" sz="2000" dirty="0">
                <a:solidFill>
                  <a:srgbClr val="FF6600"/>
                </a:solidFill>
                <a:latin typeface="+mn-lt"/>
                <a:ea typeface="ＭＳ Ｐゴシック" charset="0"/>
                <a:cs typeface="ＭＳ Ｐゴシック" charset="0"/>
              </a:rPr>
              <a:t>c (A | B')</a:t>
            </a:r>
          </a:p>
          <a:p>
            <a:pPr>
              <a:spcBef>
                <a:spcPct val="20000"/>
              </a:spcBef>
              <a:defRPr/>
            </a:pPr>
            <a:endParaRPr lang="en-US" sz="2000" dirty="0">
              <a:latin typeface="Times New Roman" pitchFamily="18" charset="0"/>
              <a:ea typeface="ＭＳ Ｐゴシック" charset="0"/>
              <a:cs typeface="ＭＳ Ｐゴシック" charset="0"/>
            </a:endParaRPr>
          </a:p>
          <a:p>
            <a:pPr>
              <a:spcBef>
                <a:spcPct val="20000"/>
              </a:spcBef>
              <a:defRPr/>
            </a:pPr>
            <a:r>
              <a:rPr lang="en-US" sz="2000" dirty="0">
                <a:solidFill>
                  <a:srgbClr val="0000FF"/>
                </a:solidFill>
                <a:latin typeface="+mn-lt"/>
                <a:ea typeface="ＭＳ Ｐゴシック" charset="0"/>
                <a:cs typeface="ＭＳ Ｐゴシック" charset="0"/>
              </a:rPr>
              <a:t>by Definition:    </a:t>
            </a:r>
            <a:r>
              <a:rPr lang="en-US" sz="2000" dirty="0">
                <a:solidFill>
                  <a:srgbClr val="FF0000"/>
                </a:solidFill>
                <a:latin typeface="+mn-lt"/>
                <a:ea typeface="ＭＳ Ｐゴシック" charset="0"/>
                <a:cs typeface="ＭＳ Ｐゴシック" charset="0"/>
              </a:rPr>
              <a:t>	</a:t>
            </a:r>
            <a:r>
              <a:rPr lang="en-US" sz="2000" dirty="0">
                <a:solidFill>
                  <a:srgbClr val="FF6600"/>
                </a:solidFill>
                <a:latin typeface="Symbol" pitchFamily="18" charset="2"/>
                <a:ea typeface="ＭＳ Ｐゴシック" charset="0"/>
                <a:cs typeface="ＭＳ Ｐゴシック" charset="0"/>
              </a:rPr>
              <a:t>n</a:t>
            </a:r>
            <a:r>
              <a:rPr lang="en-US" sz="2000" dirty="0">
                <a:solidFill>
                  <a:srgbClr val="FF6600"/>
                </a:solidFill>
                <a:latin typeface="Times New Roman" pitchFamily="18" charset="0"/>
                <a:ea typeface="ＭＳ Ｐゴシック" charset="0"/>
                <a:cs typeface="ＭＳ Ｐゴシック" charset="0"/>
              </a:rPr>
              <a:t> </a:t>
            </a:r>
            <a:r>
              <a:rPr lang="en-US" sz="2000" dirty="0">
                <a:solidFill>
                  <a:srgbClr val="FF6600"/>
                </a:solidFill>
                <a:latin typeface="+mn-lt"/>
                <a:ea typeface="ＭＳ Ｐゴシック" charset="0"/>
                <a:cs typeface="ＭＳ Ｐゴシック" charset="0"/>
              </a:rPr>
              <a:t>c (A' | B)  	           </a:t>
            </a:r>
            <a:r>
              <a:rPr lang="en-US" sz="2000" dirty="0">
                <a:solidFill>
                  <a:srgbClr val="FF6600"/>
                </a:solidFill>
                <a:latin typeface="Symbol" pitchFamily="18" charset="2"/>
                <a:ea typeface="ＭＳ Ｐゴシック" charset="0"/>
                <a:cs typeface="ＭＳ Ｐゴシック" charset="0"/>
              </a:rPr>
              <a:t>n </a:t>
            </a:r>
            <a:r>
              <a:rPr lang="en-US" sz="2000" dirty="0">
                <a:solidFill>
                  <a:srgbClr val="FF6600"/>
                </a:solidFill>
                <a:latin typeface="+mn-lt"/>
                <a:ea typeface="ＭＳ Ｐゴシック" charset="0"/>
                <a:cs typeface="ＭＳ Ｐゴシック" charset="0"/>
              </a:rPr>
              <a:t>c(A | B')</a:t>
            </a:r>
          </a:p>
        </p:txBody>
      </p:sp>
      <p:sp>
        <p:nvSpPr>
          <p:cNvPr id="47112" name="Line 10">
            <a:extLst>
              <a:ext uri="{FF2B5EF4-FFF2-40B4-BE49-F238E27FC236}">
                <a16:creationId xmlns:a16="http://schemas.microsoft.com/office/drawing/2014/main" id="{2186EF19-D8EA-45E3-B5FA-13FB9C5536A4}"/>
              </a:ext>
            </a:extLst>
          </p:cNvPr>
          <p:cNvSpPr>
            <a:spLocks noChangeShapeType="1"/>
          </p:cNvSpPr>
          <p:nvPr/>
        </p:nvSpPr>
        <p:spPr bwMode="auto">
          <a:xfrm>
            <a:off x="3467100" y="3830638"/>
            <a:ext cx="1682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7113" name="Line 11">
            <a:extLst>
              <a:ext uri="{FF2B5EF4-FFF2-40B4-BE49-F238E27FC236}">
                <a16:creationId xmlns:a16="http://schemas.microsoft.com/office/drawing/2014/main" id="{C98EE31F-48E4-AF29-C8DF-E258C9FA549B}"/>
              </a:ext>
            </a:extLst>
          </p:cNvPr>
          <p:cNvSpPr>
            <a:spLocks noChangeShapeType="1"/>
          </p:cNvSpPr>
          <p:nvPr/>
        </p:nvSpPr>
        <p:spPr bwMode="auto">
          <a:xfrm>
            <a:off x="3886200" y="4562475"/>
            <a:ext cx="14763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7114" name="Line 12">
            <a:extLst>
              <a:ext uri="{FF2B5EF4-FFF2-40B4-BE49-F238E27FC236}">
                <a16:creationId xmlns:a16="http://schemas.microsoft.com/office/drawing/2014/main" id="{313F0945-40E9-A2B5-1AAB-DE16F19F7344}"/>
              </a:ext>
            </a:extLst>
          </p:cNvPr>
          <p:cNvSpPr>
            <a:spLocks noChangeShapeType="1"/>
          </p:cNvSpPr>
          <p:nvPr/>
        </p:nvSpPr>
        <p:spPr bwMode="auto">
          <a:xfrm>
            <a:off x="4865688" y="3221038"/>
            <a:ext cx="406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7115" name="Line 13">
            <a:extLst>
              <a:ext uri="{FF2B5EF4-FFF2-40B4-BE49-F238E27FC236}">
                <a16:creationId xmlns:a16="http://schemas.microsoft.com/office/drawing/2014/main" id="{71FACAA3-FF4B-C3D4-83A8-3407ED0DB6E2}"/>
              </a:ext>
            </a:extLst>
          </p:cNvPr>
          <p:cNvSpPr>
            <a:spLocks noChangeShapeType="1"/>
          </p:cNvSpPr>
          <p:nvPr/>
        </p:nvSpPr>
        <p:spPr bwMode="auto">
          <a:xfrm>
            <a:off x="4586288" y="3938588"/>
            <a:ext cx="40798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7116" name="Line 14">
            <a:extLst>
              <a:ext uri="{FF2B5EF4-FFF2-40B4-BE49-F238E27FC236}">
                <a16:creationId xmlns:a16="http://schemas.microsoft.com/office/drawing/2014/main" id="{FD147DB0-5BB0-F2FE-ACEC-094EA4A7F14B}"/>
              </a:ext>
            </a:extLst>
          </p:cNvPr>
          <p:cNvSpPr>
            <a:spLocks noChangeShapeType="1"/>
          </p:cNvSpPr>
          <p:nvPr/>
        </p:nvSpPr>
        <p:spPr bwMode="auto">
          <a:xfrm>
            <a:off x="4994275" y="4681538"/>
            <a:ext cx="40798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7117" name="Line 15">
            <a:extLst>
              <a:ext uri="{FF2B5EF4-FFF2-40B4-BE49-F238E27FC236}">
                <a16:creationId xmlns:a16="http://schemas.microsoft.com/office/drawing/2014/main" id="{C1041E00-2344-267D-8CF3-41900CF5F63D}"/>
              </a:ext>
            </a:extLst>
          </p:cNvPr>
          <p:cNvSpPr>
            <a:spLocks noChangeShapeType="1"/>
          </p:cNvSpPr>
          <p:nvPr/>
        </p:nvSpPr>
        <p:spPr bwMode="auto">
          <a:xfrm>
            <a:off x="4994275" y="5410200"/>
            <a:ext cx="40798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Footer Placeholder 3">
            <a:extLst>
              <a:ext uri="{FF2B5EF4-FFF2-40B4-BE49-F238E27FC236}">
                <a16:creationId xmlns:a16="http://schemas.microsoft.com/office/drawing/2014/main" id="{0E68CEB0-5E65-C570-1D3C-D714648CD460}"/>
              </a:ext>
            </a:extLst>
          </p:cNvPr>
          <p:cNvSpPr>
            <a:spLocks noGrp="1"/>
          </p:cNvSpPr>
          <p:nvPr>
            <p:ph type="ftr" sz="quarter" idx="11"/>
          </p:nvPr>
        </p:nvSpPr>
        <p:spPr bwMode="auto">
          <a:xfrm>
            <a:off x="457200" y="635635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l" eaLnBrk="1" hangingPunct="1"/>
            <a:r>
              <a:rPr lang="en-US" altLang="en-US" sz="1200">
                <a:solidFill>
                  <a:srgbClr val="898989"/>
                </a:solidFill>
              </a:rPr>
              <a:t>Introduction to Pi-Calculus</a:t>
            </a:r>
          </a:p>
        </p:txBody>
      </p:sp>
      <p:sp>
        <p:nvSpPr>
          <p:cNvPr id="48130" name="Slide Number Placeholder 4">
            <a:extLst>
              <a:ext uri="{FF2B5EF4-FFF2-40B4-BE49-F238E27FC236}">
                <a16:creationId xmlns:a16="http://schemas.microsoft.com/office/drawing/2014/main" id="{8834F61C-E8A0-B051-97BD-295FC95CC872}"/>
              </a:ext>
            </a:extLst>
          </p:cNvPr>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fld id="{7CD99E13-C477-0C4E-AA6B-962EF55250A1}" type="slidenum">
              <a:rPr lang="en-US" altLang="en-US" sz="1200">
                <a:solidFill>
                  <a:srgbClr val="898989"/>
                </a:solidFill>
              </a:rPr>
              <a:pPr algn="ctr" eaLnBrk="1" hangingPunct="1"/>
              <a:t>32</a:t>
            </a:fld>
            <a:endParaRPr lang="en-US" altLang="en-US" sz="1200">
              <a:solidFill>
                <a:srgbClr val="898989"/>
              </a:solidFill>
            </a:endParaRPr>
          </a:p>
        </p:txBody>
      </p:sp>
      <p:sp>
        <p:nvSpPr>
          <p:cNvPr id="48131" name="Rectangle 2">
            <a:extLst>
              <a:ext uri="{FF2B5EF4-FFF2-40B4-BE49-F238E27FC236}">
                <a16:creationId xmlns:a16="http://schemas.microsoft.com/office/drawing/2014/main" id="{95E96428-C4E1-1591-4DC9-416D3C08F86F}"/>
              </a:ext>
            </a:extLst>
          </p:cNvPr>
          <p:cNvSpPr>
            <a:spLocks noGrp="1" noChangeArrowheads="1"/>
          </p:cNvSpPr>
          <p:nvPr>
            <p:ph type="title"/>
          </p:nvPr>
        </p:nvSpPr>
        <p:spPr/>
        <p:txBody>
          <a:bodyPr/>
          <a:lstStyle/>
          <a:p>
            <a:pPr eaLnBrk="1" hangingPunct="1"/>
            <a:r>
              <a:rPr lang="en-US" altLang="en-US">
                <a:solidFill>
                  <a:srgbClr val="0000FF"/>
                </a:solidFill>
                <a:ea typeface="ＭＳ Ｐゴシック" panose="020B0600070205080204" pitchFamily="34" charset="-128"/>
              </a:rPr>
              <a:t>Modeling a Process's Behavior</a:t>
            </a:r>
          </a:p>
        </p:txBody>
      </p:sp>
      <p:grpSp>
        <p:nvGrpSpPr>
          <p:cNvPr id="48132" name="Group 3">
            <a:extLst>
              <a:ext uri="{FF2B5EF4-FFF2-40B4-BE49-F238E27FC236}">
                <a16:creationId xmlns:a16="http://schemas.microsoft.com/office/drawing/2014/main" id="{110B0449-B840-0D75-DE54-E498FCEF1348}"/>
              </a:ext>
            </a:extLst>
          </p:cNvPr>
          <p:cNvGrpSpPr>
            <a:grpSpLocks/>
          </p:cNvGrpSpPr>
          <p:nvPr/>
        </p:nvGrpSpPr>
        <p:grpSpPr bwMode="auto">
          <a:xfrm>
            <a:off x="2590800" y="3222625"/>
            <a:ext cx="3586163" cy="3041650"/>
            <a:chOff x="1714" y="2180"/>
            <a:chExt cx="2259" cy="1916"/>
          </a:xfrm>
        </p:grpSpPr>
        <p:sp>
          <p:nvSpPr>
            <p:cNvPr id="48136" name="Line 4">
              <a:extLst>
                <a:ext uri="{FF2B5EF4-FFF2-40B4-BE49-F238E27FC236}">
                  <a16:creationId xmlns:a16="http://schemas.microsoft.com/office/drawing/2014/main" id="{5BD3E67A-9CDF-11A4-ED9C-A7FB0A729088}"/>
                </a:ext>
              </a:extLst>
            </p:cNvPr>
            <p:cNvSpPr>
              <a:spLocks noChangeShapeType="1"/>
            </p:cNvSpPr>
            <p:nvPr/>
          </p:nvSpPr>
          <p:spPr bwMode="auto">
            <a:xfrm>
              <a:off x="2823" y="2449"/>
              <a:ext cx="0" cy="40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8137" name="Line 5">
              <a:extLst>
                <a:ext uri="{FF2B5EF4-FFF2-40B4-BE49-F238E27FC236}">
                  <a16:creationId xmlns:a16="http://schemas.microsoft.com/office/drawing/2014/main" id="{81C31B46-E54B-8BFB-2D8F-1EA24E6B4570}"/>
                </a:ext>
              </a:extLst>
            </p:cNvPr>
            <p:cNvSpPr>
              <a:spLocks noChangeShapeType="1"/>
            </p:cNvSpPr>
            <p:nvPr/>
          </p:nvSpPr>
          <p:spPr bwMode="auto">
            <a:xfrm>
              <a:off x="2831" y="3115"/>
              <a:ext cx="0" cy="34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8138" name="Freeform 6">
              <a:extLst>
                <a:ext uri="{FF2B5EF4-FFF2-40B4-BE49-F238E27FC236}">
                  <a16:creationId xmlns:a16="http://schemas.microsoft.com/office/drawing/2014/main" id="{68793B84-A952-99FF-20FA-F8C826530FBC}"/>
                </a:ext>
              </a:extLst>
            </p:cNvPr>
            <p:cNvSpPr>
              <a:spLocks/>
            </p:cNvSpPr>
            <p:nvPr/>
          </p:nvSpPr>
          <p:spPr bwMode="auto">
            <a:xfrm>
              <a:off x="2030" y="3731"/>
              <a:ext cx="1627" cy="165"/>
            </a:xfrm>
            <a:custGeom>
              <a:avLst/>
              <a:gdLst>
                <a:gd name="T0" fmla="*/ 0 w 1627"/>
                <a:gd name="T1" fmla="*/ 36 h 239"/>
                <a:gd name="T2" fmla="*/ 789 w 1627"/>
                <a:gd name="T3" fmla="*/ 0 h 239"/>
                <a:gd name="T4" fmla="*/ 1627 w 1627"/>
                <a:gd name="T5" fmla="*/ 38 h 239"/>
                <a:gd name="T6" fmla="*/ 0 60000 65536"/>
                <a:gd name="T7" fmla="*/ 0 60000 65536"/>
                <a:gd name="T8" fmla="*/ 0 60000 65536"/>
              </a:gdLst>
              <a:ahLst/>
              <a:cxnLst>
                <a:cxn ang="T6">
                  <a:pos x="T0" y="T1"/>
                </a:cxn>
                <a:cxn ang="T7">
                  <a:pos x="T2" y="T3"/>
                </a:cxn>
                <a:cxn ang="T8">
                  <a:pos x="T4" y="T5"/>
                </a:cxn>
              </a:cxnLst>
              <a:rect l="0" t="0" r="r" b="b"/>
              <a:pathLst>
                <a:path w="1627" h="239">
                  <a:moveTo>
                    <a:pt x="0" y="230"/>
                  </a:moveTo>
                  <a:lnTo>
                    <a:pt x="789" y="0"/>
                  </a:lnTo>
                  <a:lnTo>
                    <a:pt x="1627" y="239"/>
                  </a:lnTo>
                </a:path>
              </a:pathLst>
            </a:custGeom>
            <a:noFill/>
            <a:ln w="9525" cap="flat" cmpd="sng">
              <a:solidFill>
                <a:schemeClr val="tx1"/>
              </a:solidFill>
              <a:prstDash val="solid"/>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8139" name="Text Box 7">
              <a:extLst>
                <a:ext uri="{FF2B5EF4-FFF2-40B4-BE49-F238E27FC236}">
                  <a16:creationId xmlns:a16="http://schemas.microsoft.com/office/drawing/2014/main" id="{54B43616-945C-881D-B0BE-48616B705588}"/>
                </a:ext>
              </a:extLst>
            </p:cNvPr>
            <p:cNvSpPr txBox="1">
              <a:spLocks noChangeArrowheads="1"/>
            </p:cNvSpPr>
            <p:nvPr/>
          </p:nvSpPr>
          <p:spPr bwMode="auto">
            <a:xfrm>
              <a:off x="2865" y="2520"/>
              <a:ext cx="204"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US" sz="2200" b="1">
                  <a:latin typeface="Times New Roman" panose="02020603050405020304" pitchFamily="18" charset="0"/>
                </a:rPr>
                <a:t>a</a:t>
              </a:r>
            </a:p>
          </p:txBody>
        </p:sp>
        <p:sp>
          <p:nvSpPr>
            <p:cNvPr id="48140" name="Text Box 8">
              <a:extLst>
                <a:ext uri="{FF2B5EF4-FFF2-40B4-BE49-F238E27FC236}">
                  <a16:creationId xmlns:a16="http://schemas.microsoft.com/office/drawing/2014/main" id="{9144A50F-771A-9DFF-7788-8EAD60BC64FA}"/>
                </a:ext>
              </a:extLst>
            </p:cNvPr>
            <p:cNvSpPr txBox="1">
              <a:spLocks noChangeArrowheads="1"/>
            </p:cNvSpPr>
            <p:nvPr/>
          </p:nvSpPr>
          <p:spPr bwMode="auto">
            <a:xfrm>
              <a:off x="2878" y="3152"/>
              <a:ext cx="193"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200" b="1">
                  <a:latin typeface="Times New Roman" panose="02020603050405020304" pitchFamily="18" charset="0"/>
                  <a:sym typeface="Symbol" pitchFamily="2" charset="2"/>
                </a:rPr>
                <a:t></a:t>
              </a:r>
              <a:endParaRPr lang="en-US" altLang="en-US" sz="2200" b="1">
                <a:latin typeface="Times New Roman" panose="02020603050405020304" pitchFamily="18" charset="0"/>
              </a:endParaRPr>
            </a:p>
          </p:txBody>
        </p:sp>
        <p:sp>
          <p:nvSpPr>
            <p:cNvPr id="48141" name="Text Box 9">
              <a:extLst>
                <a:ext uri="{FF2B5EF4-FFF2-40B4-BE49-F238E27FC236}">
                  <a16:creationId xmlns:a16="http://schemas.microsoft.com/office/drawing/2014/main" id="{B0BFA95A-DC63-5C1C-FD6B-5877148AEED8}"/>
                </a:ext>
              </a:extLst>
            </p:cNvPr>
            <p:cNvSpPr txBox="1">
              <a:spLocks noChangeArrowheads="1"/>
            </p:cNvSpPr>
            <p:nvPr/>
          </p:nvSpPr>
          <p:spPr bwMode="auto">
            <a:xfrm>
              <a:off x="3401" y="3578"/>
              <a:ext cx="572"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US" sz="5400">
                  <a:latin typeface="Times New Roman" panose="02020603050405020304" pitchFamily="18" charset="0"/>
                </a:rPr>
                <a:t>...</a:t>
              </a:r>
            </a:p>
          </p:txBody>
        </p:sp>
        <p:sp>
          <p:nvSpPr>
            <p:cNvPr id="48142" name="Rectangle 10">
              <a:extLst>
                <a:ext uri="{FF2B5EF4-FFF2-40B4-BE49-F238E27FC236}">
                  <a16:creationId xmlns:a16="http://schemas.microsoft.com/office/drawing/2014/main" id="{B1337F0F-1F9D-20DE-8AC5-B2F1709DB4FA}"/>
                </a:ext>
              </a:extLst>
            </p:cNvPr>
            <p:cNvSpPr>
              <a:spLocks noChangeArrowheads="1"/>
            </p:cNvSpPr>
            <p:nvPr/>
          </p:nvSpPr>
          <p:spPr bwMode="auto">
            <a:xfrm>
              <a:off x="2579" y="2180"/>
              <a:ext cx="601"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200">
                  <a:latin typeface="Times New Roman" panose="02020603050405020304" pitchFamily="18" charset="0"/>
                </a:rPr>
                <a:t>(A|B)  </a:t>
              </a:r>
            </a:p>
          </p:txBody>
        </p:sp>
        <p:sp>
          <p:nvSpPr>
            <p:cNvPr id="48143" name="Rectangle 11">
              <a:extLst>
                <a:ext uri="{FF2B5EF4-FFF2-40B4-BE49-F238E27FC236}">
                  <a16:creationId xmlns:a16="http://schemas.microsoft.com/office/drawing/2014/main" id="{C0D3D1A6-81BE-0A3F-0BB1-74411D68795D}"/>
                </a:ext>
              </a:extLst>
            </p:cNvPr>
            <p:cNvSpPr>
              <a:spLocks noChangeArrowheads="1"/>
            </p:cNvSpPr>
            <p:nvPr/>
          </p:nvSpPr>
          <p:spPr bwMode="auto">
            <a:xfrm>
              <a:off x="2554" y="2839"/>
              <a:ext cx="633"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200">
                  <a:latin typeface="Times New Roman" panose="02020603050405020304" pitchFamily="18" charset="0"/>
                </a:rPr>
                <a:t>(A'|B)  </a:t>
              </a:r>
            </a:p>
          </p:txBody>
        </p:sp>
        <p:sp>
          <p:nvSpPr>
            <p:cNvPr id="48144" name="Rectangle 12">
              <a:extLst>
                <a:ext uri="{FF2B5EF4-FFF2-40B4-BE49-F238E27FC236}">
                  <a16:creationId xmlns:a16="http://schemas.microsoft.com/office/drawing/2014/main" id="{05B35C4B-F431-E4DA-45B5-EF1796E3E37B}"/>
                </a:ext>
              </a:extLst>
            </p:cNvPr>
            <p:cNvSpPr>
              <a:spLocks noChangeArrowheads="1"/>
            </p:cNvSpPr>
            <p:nvPr/>
          </p:nvSpPr>
          <p:spPr bwMode="auto">
            <a:xfrm>
              <a:off x="2582" y="3439"/>
              <a:ext cx="545"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200">
                  <a:latin typeface="Times New Roman" panose="02020603050405020304" pitchFamily="18" charset="0"/>
                </a:rPr>
                <a:t>(A|B')</a:t>
              </a:r>
            </a:p>
          </p:txBody>
        </p:sp>
        <p:sp>
          <p:nvSpPr>
            <p:cNvPr id="48145" name="Text Box 13">
              <a:extLst>
                <a:ext uri="{FF2B5EF4-FFF2-40B4-BE49-F238E27FC236}">
                  <a16:creationId xmlns:a16="http://schemas.microsoft.com/office/drawing/2014/main" id="{FB9BCA4E-A779-B190-A650-32A6366F3D6E}"/>
                </a:ext>
              </a:extLst>
            </p:cNvPr>
            <p:cNvSpPr txBox="1">
              <a:spLocks noChangeArrowheads="1"/>
            </p:cNvSpPr>
            <p:nvPr/>
          </p:nvSpPr>
          <p:spPr bwMode="auto">
            <a:xfrm>
              <a:off x="1714" y="3576"/>
              <a:ext cx="572"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US" sz="5400">
                  <a:latin typeface="Times New Roman" panose="02020603050405020304" pitchFamily="18" charset="0"/>
                </a:rPr>
                <a:t>...</a:t>
              </a:r>
            </a:p>
          </p:txBody>
        </p:sp>
      </p:grpSp>
      <p:sp>
        <p:nvSpPr>
          <p:cNvPr id="209934" name="Rectangle 14">
            <a:extLst>
              <a:ext uri="{FF2B5EF4-FFF2-40B4-BE49-F238E27FC236}">
                <a16:creationId xmlns:a16="http://schemas.microsoft.com/office/drawing/2014/main" id="{531B3143-2466-2688-E0AB-111026A44A5F}"/>
              </a:ext>
            </a:extLst>
          </p:cNvPr>
          <p:cNvSpPr>
            <a:spLocks noChangeArrowheads="1"/>
          </p:cNvSpPr>
          <p:nvPr/>
        </p:nvSpPr>
        <p:spPr bwMode="auto">
          <a:xfrm>
            <a:off x="790575" y="1231900"/>
            <a:ext cx="7866063" cy="2325688"/>
          </a:xfrm>
          <a:prstGeom prst="rect">
            <a:avLst/>
          </a:prstGeom>
          <a:noFill/>
          <a:ln w="9525">
            <a:noFill/>
            <a:miter lim="800000"/>
            <a:headEnd/>
            <a:tailEnd/>
          </a:ln>
          <a:effectLst/>
        </p:spPr>
        <p:txBody>
          <a:bodyPr/>
          <a:lstStyle/>
          <a:p>
            <a:pPr>
              <a:lnSpc>
                <a:spcPct val="90000"/>
              </a:lnSpc>
              <a:spcBef>
                <a:spcPct val="50000"/>
              </a:spcBef>
              <a:buClr>
                <a:schemeClr val="accent1"/>
              </a:buClr>
              <a:buSzPct val="75000"/>
              <a:buFont typeface="Wingdings" pitchFamily="2" charset="2"/>
              <a:buNone/>
              <a:defRPr/>
            </a:pPr>
            <a:r>
              <a:rPr lang="en-US" sz="2100" dirty="0">
                <a:latin typeface="+mn-lt"/>
                <a:ea typeface="ＭＳ Ｐゴシック" charset="0"/>
                <a:cs typeface="ＭＳ Ｐゴシック" charset="0"/>
              </a:rPr>
              <a:t>Define: </a:t>
            </a:r>
          </a:p>
          <a:p>
            <a:pPr marL="1143000" lvl="2" indent="-228600">
              <a:lnSpc>
                <a:spcPct val="70000"/>
              </a:lnSpc>
              <a:spcBef>
                <a:spcPct val="50000"/>
              </a:spcBef>
              <a:buClr>
                <a:schemeClr val="accent1"/>
              </a:buClr>
              <a:buSzPct val="65000"/>
              <a:buFont typeface="Wingdings" pitchFamily="2" charset="2"/>
              <a:buNone/>
              <a:defRPr/>
            </a:pPr>
            <a:r>
              <a:rPr lang="en-US" sz="2000" dirty="0">
                <a:solidFill>
                  <a:srgbClr val="FF6600"/>
                </a:solidFill>
                <a:latin typeface="+mn-lt"/>
                <a:ea typeface="ＭＳ Ｐゴシック" charset="0"/>
                <a:cs typeface="ＭＳ Ｐゴシック" charset="0"/>
              </a:rPr>
              <a:t>A = </a:t>
            </a:r>
            <a:r>
              <a:rPr lang="en-US" sz="2000" dirty="0" err="1">
                <a:solidFill>
                  <a:srgbClr val="FF6600"/>
                </a:solidFill>
                <a:latin typeface="+mn-lt"/>
                <a:ea typeface="ＭＳ Ｐゴシック" charset="0"/>
                <a:cs typeface="ＭＳ Ｐゴシック" charset="0"/>
              </a:rPr>
              <a:t>a.A</a:t>
            </a:r>
            <a:r>
              <a:rPr lang="en-US" sz="2000" dirty="0">
                <a:solidFill>
                  <a:srgbClr val="FF6600"/>
                </a:solidFill>
                <a:latin typeface="+mn-lt"/>
                <a:ea typeface="ＭＳ Ｐゴシック" charset="0"/>
                <a:cs typeface="ＭＳ Ｐゴシック" charset="0"/>
              </a:rPr>
              <a:t>' 	             B = </a:t>
            </a:r>
            <a:r>
              <a:rPr lang="en-US" sz="2000" dirty="0" err="1">
                <a:solidFill>
                  <a:srgbClr val="FF6600"/>
                </a:solidFill>
                <a:latin typeface="+mn-lt"/>
                <a:ea typeface="ＭＳ Ｐゴシック" charset="0"/>
                <a:cs typeface="ＭＳ Ｐゴシック" charset="0"/>
              </a:rPr>
              <a:t>c.B</a:t>
            </a:r>
            <a:r>
              <a:rPr lang="en-US" sz="2000" dirty="0">
                <a:solidFill>
                  <a:srgbClr val="FF6600"/>
                </a:solidFill>
                <a:latin typeface="+mn-lt"/>
                <a:ea typeface="ＭＳ Ｐゴシック" charset="0"/>
                <a:cs typeface="ＭＳ Ｐゴシック" charset="0"/>
              </a:rPr>
              <a:t>' </a:t>
            </a:r>
          </a:p>
          <a:p>
            <a:pPr marL="1143000" lvl="2" indent="-228600">
              <a:lnSpc>
                <a:spcPct val="70000"/>
              </a:lnSpc>
              <a:spcBef>
                <a:spcPct val="50000"/>
              </a:spcBef>
              <a:buClr>
                <a:schemeClr val="accent1"/>
              </a:buClr>
              <a:buSzPct val="65000"/>
              <a:buFont typeface="Wingdings" pitchFamily="2" charset="2"/>
              <a:buNone/>
              <a:defRPr/>
            </a:pPr>
            <a:r>
              <a:rPr lang="en-US" sz="2000" dirty="0">
                <a:solidFill>
                  <a:srgbClr val="FF6600"/>
                </a:solidFill>
                <a:latin typeface="+mn-lt"/>
                <a:ea typeface="ＭＳ Ｐゴシック" charset="0"/>
                <a:cs typeface="ＭＳ Ｐゴシック" charset="0"/>
              </a:rPr>
              <a:t>A' = </a:t>
            </a:r>
            <a:r>
              <a:rPr lang="en-US" sz="2000" dirty="0" err="1">
                <a:solidFill>
                  <a:srgbClr val="FF6600"/>
                </a:solidFill>
                <a:latin typeface="+mn-lt"/>
                <a:ea typeface="ＭＳ Ｐゴシック" charset="0"/>
                <a:cs typeface="ＭＳ Ｐゴシック" charset="0"/>
              </a:rPr>
              <a:t>c.A</a:t>
            </a:r>
            <a:r>
              <a:rPr lang="en-US" sz="2000" dirty="0">
                <a:solidFill>
                  <a:srgbClr val="FF6600"/>
                </a:solidFill>
                <a:latin typeface="+mn-lt"/>
                <a:ea typeface="ＭＳ Ｐゴシック" charset="0"/>
                <a:cs typeface="ＭＳ Ｐゴシック" charset="0"/>
              </a:rPr>
              <a:t> 	             B' = </a:t>
            </a:r>
            <a:r>
              <a:rPr lang="en-US" sz="2000" dirty="0" err="1">
                <a:solidFill>
                  <a:srgbClr val="FF6600"/>
                </a:solidFill>
                <a:latin typeface="+mn-lt"/>
                <a:ea typeface="ＭＳ Ｐゴシック" charset="0"/>
                <a:cs typeface="ＭＳ Ｐゴシック" charset="0"/>
              </a:rPr>
              <a:t>b.B</a:t>
            </a:r>
            <a:r>
              <a:rPr lang="en-US" sz="2000" dirty="0">
                <a:solidFill>
                  <a:srgbClr val="FF6600"/>
                </a:solidFill>
                <a:latin typeface="+mn-lt"/>
                <a:ea typeface="ＭＳ Ｐゴシック" charset="0"/>
                <a:cs typeface="ＭＳ Ｐゴシック" charset="0"/>
              </a:rPr>
              <a:t> </a:t>
            </a:r>
          </a:p>
          <a:p>
            <a:pPr marL="1143000" lvl="2" indent="-228600">
              <a:lnSpc>
                <a:spcPct val="70000"/>
              </a:lnSpc>
              <a:spcBef>
                <a:spcPct val="50000"/>
              </a:spcBef>
              <a:buClr>
                <a:schemeClr val="accent1"/>
              </a:buClr>
              <a:buSzPct val="65000"/>
              <a:buFont typeface="Wingdings" pitchFamily="2" charset="2"/>
              <a:buNone/>
              <a:defRPr/>
            </a:pPr>
            <a:r>
              <a:rPr lang="en-US" sz="2000" dirty="0">
                <a:solidFill>
                  <a:srgbClr val="FF6600"/>
                </a:solidFill>
                <a:latin typeface="+mn-lt"/>
                <a:ea typeface="ＭＳ Ｐゴシック" charset="0"/>
                <a:cs typeface="ＭＳ Ｐゴシック" charset="0"/>
              </a:rPr>
              <a:t>System = (</a:t>
            </a:r>
            <a:r>
              <a:rPr lang="en-US" sz="2000" dirty="0">
                <a:solidFill>
                  <a:srgbClr val="FF6600"/>
                </a:solidFill>
                <a:latin typeface="Symbol" pitchFamily="18" charset="2"/>
                <a:ea typeface="ＭＳ Ｐゴシック" charset="0"/>
                <a:cs typeface="ＭＳ Ｐゴシック" charset="0"/>
              </a:rPr>
              <a:t>n</a:t>
            </a:r>
            <a:r>
              <a:rPr lang="en-US" sz="2000" dirty="0">
                <a:solidFill>
                  <a:srgbClr val="FF6600"/>
                </a:solidFill>
                <a:latin typeface="Times New Roman" pitchFamily="18" charset="0"/>
                <a:ea typeface="ＭＳ Ｐゴシック" charset="0"/>
                <a:cs typeface="ＭＳ Ｐゴシック" charset="0"/>
              </a:rPr>
              <a:t> </a:t>
            </a:r>
            <a:r>
              <a:rPr lang="en-US" sz="2000" dirty="0">
                <a:solidFill>
                  <a:srgbClr val="FF6600"/>
                </a:solidFill>
                <a:latin typeface="+mn-lt"/>
                <a:ea typeface="ＭＳ Ｐゴシック" charset="0"/>
                <a:cs typeface="ＭＳ Ｐゴシック" charset="0"/>
              </a:rPr>
              <a:t>c) ( A | B ) </a:t>
            </a:r>
          </a:p>
          <a:p>
            <a:pPr>
              <a:lnSpc>
                <a:spcPct val="90000"/>
              </a:lnSpc>
              <a:spcBef>
                <a:spcPct val="50000"/>
              </a:spcBef>
              <a:buClr>
                <a:schemeClr val="accent1"/>
              </a:buClr>
              <a:buSzPct val="75000"/>
              <a:buFont typeface="Wingdings" pitchFamily="2" charset="2"/>
              <a:buNone/>
              <a:defRPr/>
            </a:pPr>
            <a:r>
              <a:rPr lang="en-US" sz="2000" dirty="0">
                <a:latin typeface="+mn-lt"/>
                <a:ea typeface="ＭＳ Ｐゴシック" charset="0"/>
                <a:cs typeface="ＭＳ Ｐゴシック" charset="0"/>
              </a:rPr>
              <a:t>Draw a graph to show all possible sequences of actions. Here is the start: </a:t>
            </a:r>
          </a:p>
        </p:txBody>
      </p:sp>
      <p:sp>
        <p:nvSpPr>
          <p:cNvPr id="48134" name="Line 15">
            <a:extLst>
              <a:ext uri="{FF2B5EF4-FFF2-40B4-BE49-F238E27FC236}">
                <a16:creationId xmlns:a16="http://schemas.microsoft.com/office/drawing/2014/main" id="{60991802-C606-8FD7-5771-F2595AE60E81}"/>
              </a:ext>
            </a:extLst>
          </p:cNvPr>
          <p:cNvSpPr>
            <a:spLocks noChangeShapeType="1"/>
          </p:cNvSpPr>
          <p:nvPr/>
        </p:nvSpPr>
        <p:spPr bwMode="auto">
          <a:xfrm>
            <a:off x="2217738" y="2108200"/>
            <a:ext cx="16986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8135" name="Line 16">
            <a:extLst>
              <a:ext uri="{FF2B5EF4-FFF2-40B4-BE49-F238E27FC236}">
                <a16:creationId xmlns:a16="http://schemas.microsoft.com/office/drawing/2014/main" id="{E27C38E8-21C1-DA42-B5D8-102B6BECB8E8}"/>
              </a:ext>
            </a:extLst>
          </p:cNvPr>
          <p:cNvSpPr>
            <a:spLocks noChangeShapeType="1"/>
          </p:cNvSpPr>
          <p:nvPr/>
        </p:nvSpPr>
        <p:spPr bwMode="auto">
          <a:xfrm flipH="1">
            <a:off x="3873500" y="2032000"/>
            <a:ext cx="1524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Footer Placeholder 2">
            <a:extLst>
              <a:ext uri="{FF2B5EF4-FFF2-40B4-BE49-F238E27FC236}">
                <a16:creationId xmlns:a16="http://schemas.microsoft.com/office/drawing/2014/main" id="{476FA4AF-3562-A01E-E060-069B28DF6404}"/>
              </a:ext>
            </a:extLst>
          </p:cNvPr>
          <p:cNvSpPr>
            <a:spLocks noGrp="1"/>
          </p:cNvSpPr>
          <p:nvPr>
            <p:ph type="ftr" sz="quarter" idx="11"/>
          </p:nvPr>
        </p:nvSpPr>
        <p:spPr bwMode="auto">
          <a:xfrm>
            <a:off x="457200" y="635635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l" eaLnBrk="1" hangingPunct="1"/>
            <a:r>
              <a:rPr lang="en-US" altLang="en-US" sz="1200">
                <a:solidFill>
                  <a:srgbClr val="898989"/>
                </a:solidFill>
              </a:rPr>
              <a:t>Introduction to Pi-Calculus</a:t>
            </a:r>
          </a:p>
        </p:txBody>
      </p:sp>
      <p:sp>
        <p:nvSpPr>
          <p:cNvPr id="49154" name="Slide Number Placeholder 3">
            <a:extLst>
              <a:ext uri="{FF2B5EF4-FFF2-40B4-BE49-F238E27FC236}">
                <a16:creationId xmlns:a16="http://schemas.microsoft.com/office/drawing/2014/main" id="{30839EBE-916D-7E07-F048-596FAD7AE303}"/>
              </a:ext>
            </a:extLst>
          </p:cNvPr>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fld id="{D956E7CB-DE21-2440-8A9D-7FF72EBCFCBD}" type="slidenum">
              <a:rPr lang="en-US" altLang="en-US" sz="1200">
                <a:solidFill>
                  <a:srgbClr val="898989"/>
                </a:solidFill>
              </a:rPr>
              <a:pPr algn="ctr" eaLnBrk="1" hangingPunct="1"/>
              <a:t>33</a:t>
            </a:fld>
            <a:endParaRPr lang="en-US" altLang="en-US" sz="1200">
              <a:solidFill>
                <a:srgbClr val="898989"/>
              </a:solidFill>
            </a:endParaRPr>
          </a:p>
        </p:txBody>
      </p:sp>
      <p:sp>
        <p:nvSpPr>
          <p:cNvPr id="49155" name="Rectangle 2">
            <a:extLst>
              <a:ext uri="{FF2B5EF4-FFF2-40B4-BE49-F238E27FC236}">
                <a16:creationId xmlns:a16="http://schemas.microsoft.com/office/drawing/2014/main" id="{9F2F55EE-54D3-9141-4293-AA9283BDC557}"/>
              </a:ext>
            </a:extLst>
          </p:cNvPr>
          <p:cNvSpPr>
            <a:spLocks noGrp="1" noChangeArrowheads="1"/>
          </p:cNvSpPr>
          <p:nvPr>
            <p:ph type="title"/>
          </p:nvPr>
        </p:nvSpPr>
        <p:spPr>
          <a:xfrm>
            <a:off x="623888" y="355600"/>
            <a:ext cx="7772400" cy="457200"/>
          </a:xfrm>
        </p:spPr>
        <p:txBody>
          <a:bodyPr/>
          <a:lstStyle/>
          <a:p>
            <a:pPr eaLnBrk="1" hangingPunct="1"/>
            <a:r>
              <a:rPr lang="en-US" altLang="en-US">
                <a:solidFill>
                  <a:srgbClr val="0000FF"/>
                </a:solidFill>
                <a:ea typeface="ＭＳ Ｐゴシック" panose="020B0600070205080204" pitchFamily="34" charset="-128"/>
              </a:rPr>
              <a:t>More of the Behavior</a:t>
            </a:r>
          </a:p>
        </p:txBody>
      </p:sp>
      <p:grpSp>
        <p:nvGrpSpPr>
          <p:cNvPr id="49156" name="Group 3">
            <a:extLst>
              <a:ext uri="{FF2B5EF4-FFF2-40B4-BE49-F238E27FC236}">
                <a16:creationId xmlns:a16="http://schemas.microsoft.com/office/drawing/2014/main" id="{E2D6AE44-1079-30EE-4476-CCCE68C49351}"/>
              </a:ext>
            </a:extLst>
          </p:cNvPr>
          <p:cNvGrpSpPr>
            <a:grpSpLocks/>
          </p:cNvGrpSpPr>
          <p:nvPr/>
        </p:nvGrpSpPr>
        <p:grpSpPr bwMode="auto">
          <a:xfrm>
            <a:off x="2389188" y="1036638"/>
            <a:ext cx="3792537" cy="4814887"/>
            <a:chOff x="1505" y="653"/>
            <a:chExt cx="2389" cy="3033"/>
          </a:xfrm>
        </p:grpSpPr>
        <p:sp>
          <p:nvSpPr>
            <p:cNvPr id="49157" name="Line 4">
              <a:extLst>
                <a:ext uri="{FF2B5EF4-FFF2-40B4-BE49-F238E27FC236}">
                  <a16:creationId xmlns:a16="http://schemas.microsoft.com/office/drawing/2014/main" id="{25628FB5-8AAC-A5C3-9D6F-76541A2796A1}"/>
                </a:ext>
              </a:extLst>
            </p:cNvPr>
            <p:cNvSpPr>
              <a:spLocks noChangeShapeType="1"/>
            </p:cNvSpPr>
            <p:nvPr/>
          </p:nvSpPr>
          <p:spPr bwMode="auto">
            <a:xfrm>
              <a:off x="2667" y="922"/>
              <a:ext cx="0" cy="40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9158" name="Line 5">
              <a:extLst>
                <a:ext uri="{FF2B5EF4-FFF2-40B4-BE49-F238E27FC236}">
                  <a16:creationId xmlns:a16="http://schemas.microsoft.com/office/drawing/2014/main" id="{D5AA78E2-DD92-4B37-D1DC-A297F252793F}"/>
                </a:ext>
              </a:extLst>
            </p:cNvPr>
            <p:cNvSpPr>
              <a:spLocks noChangeShapeType="1"/>
            </p:cNvSpPr>
            <p:nvPr/>
          </p:nvSpPr>
          <p:spPr bwMode="auto">
            <a:xfrm>
              <a:off x="2675" y="1588"/>
              <a:ext cx="0" cy="34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9159" name="Freeform 6">
              <a:extLst>
                <a:ext uri="{FF2B5EF4-FFF2-40B4-BE49-F238E27FC236}">
                  <a16:creationId xmlns:a16="http://schemas.microsoft.com/office/drawing/2014/main" id="{4364A9BB-1BB3-C7E6-E66E-C31088F57617}"/>
                </a:ext>
              </a:extLst>
            </p:cNvPr>
            <p:cNvSpPr>
              <a:spLocks/>
            </p:cNvSpPr>
            <p:nvPr/>
          </p:nvSpPr>
          <p:spPr bwMode="auto">
            <a:xfrm>
              <a:off x="1874" y="2204"/>
              <a:ext cx="1627" cy="165"/>
            </a:xfrm>
            <a:custGeom>
              <a:avLst/>
              <a:gdLst>
                <a:gd name="T0" fmla="*/ 0 w 1627"/>
                <a:gd name="T1" fmla="*/ 36 h 239"/>
                <a:gd name="T2" fmla="*/ 789 w 1627"/>
                <a:gd name="T3" fmla="*/ 0 h 239"/>
                <a:gd name="T4" fmla="*/ 1627 w 1627"/>
                <a:gd name="T5" fmla="*/ 38 h 239"/>
                <a:gd name="T6" fmla="*/ 0 60000 65536"/>
                <a:gd name="T7" fmla="*/ 0 60000 65536"/>
                <a:gd name="T8" fmla="*/ 0 60000 65536"/>
              </a:gdLst>
              <a:ahLst/>
              <a:cxnLst>
                <a:cxn ang="T6">
                  <a:pos x="T0" y="T1"/>
                </a:cxn>
                <a:cxn ang="T7">
                  <a:pos x="T2" y="T3"/>
                </a:cxn>
                <a:cxn ang="T8">
                  <a:pos x="T4" y="T5"/>
                </a:cxn>
              </a:cxnLst>
              <a:rect l="0" t="0" r="r" b="b"/>
              <a:pathLst>
                <a:path w="1627" h="239">
                  <a:moveTo>
                    <a:pt x="0" y="230"/>
                  </a:moveTo>
                  <a:lnTo>
                    <a:pt x="789" y="0"/>
                  </a:lnTo>
                  <a:lnTo>
                    <a:pt x="1627" y="239"/>
                  </a:lnTo>
                </a:path>
              </a:pathLst>
            </a:custGeom>
            <a:noFill/>
            <a:ln w="9525" cap="flat" cmpd="sng">
              <a:solidFill>
                <a:schemeClr val="tx1"/>
              </a:solidFill>
              <a:prstDash val="solid"/>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9160" name="Text Box 7">
              <a:extLst>
                <a:ext uri="{FF2B5EF4-FFF2-40B4-BE49-F238E27FC236}">
                  <a16:creationId xmlns:a16="http://schemas.microsoft.com/office/drawing/2014/main" id="{54A08AFB-0C48-E66E-7DC2-5D082AA98D76}"/>
                </a:ext>
              </a:extLst>
            </p:cNvPr>
            <p:cNvSpPr txBox="1">
              <a:spLocks noChangeArrowheads="1"/>
            </p:cNvSpPr>
            <p:nvPr/>
          </p:nvSpPr>
          <p:spPr bwMode="auto">
            <a:xfrm>
              <a:off x="2713" y="1002"/>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US" sz="2000" b="1">
                  <a:latin typeface="Times New Roman" panose="02020603050405020304" pitchFamily="18" charset="0"/>
                </a:rPr>
                <a:t>a</a:t>
              </a:r>
              <a:endParaRPr lang="en-US" altLang="en-US" sz="2200" b="1">
                <a:latin typeface="Times New Roman" panose="02020603050405020304" pitchFamily="18" charset="0"/>
              </a:endParaRPr>
            </a:p>
          </p:txBody>
        </p:sp>
        <p:sp>
          <p:nvSpPr>
            <p:cNvPr id="49161" name="Text Box 8">
              <a:extLst>
                <a:ext uri="{FF2B5EF4-FFF2-40B4-BE49-F238E27FC236}">
                  <a16:creationId xmlns:a16="http://schemas.microsoft.com/office/drawing/2014/main" id="{472BDABE-DB2F-8860-17D8-A67A15D2FDA7}"/>
                </a:ext>
              </a:extLst>
            </p:cNvPr>
            <p:cNvSpPr txBox="1">
              <a:spLocks noChangeArrowheads="1"/>
            </p:cNvSpPr>
            <p:nvPr/>
          </p:nvSpPr>
          <p:spPr bwMode="auto">
            <a:xfrm>
              <a:off x="2725" y="1634"/>
              <a:ext cx="18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000" b="1">
                  <a:latin typeface="Times New Roman" panose="02020603050405020304" pitchFamily="18" charset="0"/>
                  <a:sym typeface="Symbol" pitchFamily="2" charset="2"/>
                </a:rPr>
                <a:t></a:t>
              </a:r>
              <a:endParaRPr lang="en-US" altLang="en-US" sz="2200" b="1">
                <a:latin typeface="Times New Roman" panose="02020603050405020304" pitchFamily="18" charset="0"/>
              </a:endParaRPr>
            </a:p>
          </p:txBody>
        </p:sp>
        <p:sp>
          <p:nvSpPr>
            <p:cNvPr id="49162" name="Rectangle 9">
              <a:extLst>
                <a:ext uri="{FF2B5EF4-FFF2-40B4-BE49-F238E27FC236}">
                  <a16:creationId xmlns:a16="http://schemas.microsoft.com/office/drawing/2014/main" id="{77B028F6-C674-0791-D4D6-2C73FCC2D188}"/>
                </a:ext>
              </a:extLst>
            </p:cNvPr>
            <p:cNvSpPr>
              <a:spLocks noChangeArrowheads="1"/>
            </p:cNvSpPr>
            <p:nvPr/>
          </p:nvSpPr>
          <p:spPr bwMode="auto">
            <a:xfrm>
              <a:off x="2423" y="653"/>
              <a:ext cx="601"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200">
                  <a:latin typeface="Times New Roman" panose="02020603050405020304" pitchFamily="18" charset="0"/>
                </a:rPr>
                <a:t>(A|B)  </a:t>
              </a:r>
            </a:p>
          </p:txBody>
        </p:sp>
        <p:sp>
          <p:nvSpPr>
            <p:cNvPr id="49163" name="Rectangle 10">
              <a:extLst>
                <a:ext uri="{FF2B5EF4-FFF2-40B4-BE49-F238E27FC236}">
                  <a16:creationId xmlns:a16="http://schemas.microsoft.com/office/drawing/2014/main" id="{3731EBED-E226-2219-56DA-A5B334A6FB29}"/>
                </a:ext>
              </a:extLst>
            </p:cNvPr>
            <p:cNvSpPr>
              <a:spLocks noChangeArrowheads="1"/>
            </p:cNvSpPr>
            <p:nvPr/>
          </p:nvSpPr>
          <p:spPr bwMode="auto">
            <a:xfrm>
              <a:off x="2398" y="1312"/>
              <a:ext cx="633"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200">
                  <a:latin typeface="Times New Roman" panose="02020603050405020304" pitchFamily="18" charset="0"/>
                </a:rPr>
                <a:t>(A'|B)  </a:t>
              </a:r>
            </a:p>
          </p:txBody>
        </p:sp>
        <p:sp>
          <p:nvSpPr>
            <p:cNvPr id="49164" name="Rectangle 11">
              <a:extLst>
                <a:ext uri="{FF2B5EF4-FFF2-40B4-BE49-F238E27FC236}">
                  <a16:creationId xmlns:a16="http://schemas.microsoft.com/office/drawing/2014/main" id="{048B766A-2699-284C-7491-D7FE400899D3}"/>
                </a:ext>
              </a:extLst>
            </p:cNvPr>
            <p:cNvSpPr>
              <a:spLocks noChangeArrowheads="1"/>
            </p:cNvSpPr>
            <p:nvPr/>
          </p:nvSpPr>
          <p:spPr bwMode="auto">
            <a:xfrm>
              <a:off x="2426" y="1912"/>
              <a:ext cx="545"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200">
                  <a:latin typeface="Times New Roman" panose="02020603050405020304" pitchFamily="18" charset="0"/>
                </a:rPr>
                <a:t>(A|B')</a:t>
              </a:r>
            </a:p>
          </p:txBody>
        </p:sp>
        <p:sp>
          <p:nvSpPr>
            <p:cNvPr id="49165" name="Rectangle 12">
              <a:extLst>
                <a:ext uri="{FF2B5EF4-FFF2-40B4-BE49-F238E27FC236}">
                  <a16:creationId xmlns:a16="http://schemas.microsoft.com/office/drawing/2014/main" id="{75459C86-C68F-05D8-ECA9-BEEA93858CF8}"/>
                </a:ext>
              </a:extLst>
            </p:cNvPr>
            <p:cNvSpPr>
              <a:spLocks noChangeArrowheads="1"/>
            </p:cNvSpPr>
            <p:nvPr/>
          </p:nvSpPr>
          <p:spPr bwMode="auto">
            <a:xfrm>
              <a:off x="1514" y="2440"/>
              <a:ext cx="601"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200">
                  <a:latin typeface="Times New Roman" panose="02020603050405020304" pitchFamily="18" charset="0"/>
                </a:rPr>
                <a:t>(A|B)  </a:t>
              </a:r>
            </a:p>
          </p:txBody>
        </p:sp>
        <p:sp>
          <p:nvSpPr>
            <p:cNvPr id="49166" name="Rectangle 13">
              <a:extLst>
                <a:ext uri="{FF2B5EF4-FFF2-40B4-BE49-F238E27FC236}">
                  <a16:creationId xmlns:a16="http://schemas.microsoft.com/office/drawing/2014/main" id="{C67ACEF8-C1CF-FD50-72DF-6A92E992D629}"/>
                </a:ext>
              </a:extLst>
            </p:cNvPr>
            <p:cNvSpPr>
              <a:spLocks noChangeArrowheads="1"/>
            </p:cNvSpPr>
            <p:nvPr/>
          </p:nvSpPr>
          <p:spPr bwMode="auto">
            <a:xfrm>
              <a:off x="3239" y="2453"/>
              <a:ext cx="577"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200">
                  <a:latin typeface="Times New Roman" panose="02020603050405020304" pitchFamily="18" charset="0"/>
                </a:rPr>
                <a:t>(A'|B')</a:t>
              </a:r>
            </a:p>
          </p:txBody>
        </p:sp>
        <p:sp>
          <p:nvSpPr>
            <p:cNvPr id="49167" name="Text Box 14">
              <a:extLst>
                <a:ext uri="{FF2B5EF4-FFF2-40B4-BE49-F238E27FC236}">
                  <a16:creationId xmlns:a16="http://schemas.microsoft.com/office/drawing/2014/main" id="{69D268B4-5957-2763-A23A-0212CDDDD21E}"/>
                </a:ext>
              </a:extLst>
            </p:cNvPr>
            <p:cNvSpPr txBox="1">
              <a:spLocks noChangeArrowheads="1"/>
            </p:cNvSpPr>
            <p:nvPr/>
          </p:nvSpPr>
          <p:spPr bwMode="auto">
            <a:xfrm>
              <a:off x="3156" y="2113"/>
              <a:ext cx="18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000">
                  <a:latin typeface="Times New Roman" panose="02020603050405020304" pitchFamily="18" charset="0"/>
                </a:rPr>
                <a:t>a</a:t>
              </a:r>
              <a:endParaRPr lang="en-US" altLang="en-US" sz="2800">
                <a:latin typeface="Times New Roman" panose="02020603050405020304" pitchFamily="18" charset="0"/>
              </a:endParaRPr>
            </a:p>
          </p:txBody>
        </p:sp>
        <p:grpSp>
          <p:nvGrpSpPr>
            <p:cNvPr id="49168" name="Group 15">
              <a:extLst>
                <a:ext uri="{FF2B5EF4-FFF2-40B4-BE49-F238E27FC236}">
                  <a16:creationId xmlns:a16="http://schemas.microsoft.com/office/drawing/2014/main" id="{456DF48F-D611-0ADE-727B-B671F8CEBCC4}"/>
                </a:ext>
              </a:extLst>
            </p:cNvPr>
            <p:cNvGrpSpPr>
              <a:grpSpLocks/>
            </p:cNvGrpSpPr>
            <p:nvPr/>
          </p:nvGrpSpPr>
          <p:grpSpPr bwMode="auto">
            <a:xfrm>
              <a:off x="2153" y="2088"/>
              <a:ext cx="196" cy="250"/>
              <a:chOff x="510" y="1543"/>
              <a:chExt cx="196" cy="250"/>
            </a:xfrm>
          </p:grpSpPr>
          <p:sp>
            <p:nvSpPr>
              <p:cNvPr id="49179" name="Text Box 16">
                <a:extLst>
                  <a:ext uri="{FF2B5EF4-FFF2-40B4-BE49-F238E27FC236}">
                    <a16:creationId xmlns:a16="http://schemas.microsoft.com/office/drawing/2014/main" id="{344C2D90-6EB0-D8DA-5E49-5604355D9B70}"/>
                  </a:ext>
                </a:extLst>
              </p:cNvPr>
              <p:cNvSpPr txBox="1">
                <a:spLocks noChangeArrowheads="1"/>
              </p:cNvSpPr>
              <p:nvPr/>
            </p:nvSpPr>
            <p:spPr bwMode="auto">
              <a:xfrm>
                <a:off x="510" y="1543"/>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000">
                    <a:latin typeface="Times New Roman" panose="02020603050405020304" pitchFamily="18" charset="0"/>
                  </a:rPr>
                  <a:t>b</a:t>
                </a:r>
              </a:p>
            </p:txBody>
          </p:sp>
          <p:sp>
            <p:nvSpPr>
              <p:cNvPr id="49180" name="Line 17">
                <a:extLst>
                  <a:ext uri="{FF2B5EF4-FFF2-40B4-BE49-F238E27FC236}">
                    <a16:creationId xmlns:a16="http://schemas.microsoft.com/office/drawing/2014/main" id="{0EDB1C73-9EC9-F82C-118C-91308748398A}"/>
                  </a:ext>
                </a:extLst>
              </p:cNvPr>
              <p:cNvSpPr>
                <a:spLocks noChangeShapeType="1"/>
              </p:cNvSpPr>
              <p:nvPr/>
            </p:nvSpPr>
            <p:spPr bwMode="auto">
              <a:xfrm>
                <a:off x="553" y="1566"/>
                <a:ext cx="10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49169" name="Line 18">
              <a:extLst>
                <a:ext uri="{FF2B5EF4-FFF2-40B4-BE49-F238E27FC236}">
                  <a16:creationId xmlns:a16="http://schemas.microsoft.com/office/drawing/2014/main" id="{85B14065-4390-967C-20A5-E591FC73B661}"/>
                </a:ext>
              </a:extLst>
            </p:cNvPr>
            <p:cNvSpPr>
              <a:spLocks noChangeShapeType="1"/>
            </p:cNvSpPr>
            <p:nvPr/>
          </p:nvSpPr>
          <p:spPr bwMode="auto">
            <a:xfrm>
              <a:off x="1774" y="2732"/>
              <a:ext cx="0" cy="40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9170" name="Text Box 19">
              <a:extLst>
                <a:ext uri="{FF2B5EF4-FFF2-40B4-BE49-F238E27FC236}">
                  <a16:creationId xmlns:a16="http://schemas.microsoft.com/office/drawing/2014/main" id="{7FB0E127-63D7-CEAE-C9E3-73DB15FBF28C}"/>
                </a:ext>
              </a:extLst>
            </p:cNvPr>
            <p:cNvSpPr txBox="1">
              <a:spLocks noChangeArrowheads="1"/>
            </p:cNvSpPr>
            <p:nvPr/>
          </p:nvSpPr>
          <p:spPr bwMode="auto">
            <a:xfrm>
              <a:off x="1820" y="2812"/>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US" sz="2000" b="1">
                  <a:latin typeface="Times New Roman" panose="02020603050405020304" pitchFamily="18" charset="0"/>
                </a:rPr>
                <a:t>a</a:t>
              </a:r>
              <a:endParaRPr lang="en-US" altLang="en-US" sz="2200" b="1">
                <a:latin typeface="Times New Roman" panose="02020603050405020304" pitchFamily="18" charset="0"/>
              </a:endParaRPr>
            </a:p>
          </p:txBody>
        </p:sp>
        <p:sp>
          <p:nvSpPr>
            <p:cNvPr id="49171" name="Rectangle 20">
              <a:extLst>
                <a:ext uri="{FF2B5EF4-FFF2-40B4-BE49-F238E27FC236}">
                  <a16:creationId xmlns:a16="http://schemas.microsoft.com/office/drawing/2014/main" id="{9C071C39-8D12-28A1-C7EB-BBB9DADD29DB}"/>
                </a:ext>
              </a:extLst>
            </p:cNvPr>
            <p:cNvSpPr>
              <a:spLocks noChangeArrowheads="1"/>
            </p:cNvSpPr>
            <p:nvPr/>
          </p:nvSpPr>
          <p:spPr bwMode="auto">
            <a:xfrm>
              <a:off x="1505" y="3122"/>
              <a:ext cx="633"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200">
                  <a:latin typeface="Times New Roman" panose="02020603050405020304" pitchFamily="18" charset="0"/>
                </a:rPr>
                <a:t>(A'|B)  </a:t>
              </a:r>
            </a:p>
          </p:txBody>
        </p:sp>
        <p:sp>
          <p:nvSpPr>
            <p:cNvPr id="49172" name="Line 21">
              <a:extLst>
                <a:ext uri="{FF2B5EF4-FFF2-40B4-BE49-F238E27FC236}">
                  <a16:creationId xmlns:a16="http://schemas.microsoft.com/office/drawing/2014/main" id="{EE35F691-3B84-EFD8-D25E-A8A802C1F0D5}"/>
                </a:ext>
              </a:extLst>
            </p:cNvPr>
            <p:cNvSpPr>
              <a:spLocks noChangeShapeType="1"/>
            </p:cNvSpPr>
            <p:nvPr/>
          </p:nvSpPr>
          <p:spPr bwMode="auto">
            <a:xfrm>
              <a:off x="3530" y="2742"/>
              <a:ext cx="0" cy="40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9173" name="Rectangle 22">
              <a:extLst>
                <a:ext uri="{FF2B5EF4-FFF2-40B4-BE49-F238E27FC236}">
                  <a16:creationId xmlns:a16="http://schemas.microsoft.com/office/drawing/2014/main" id="{2DE3B305-4F59-D295-4B18-1613632B1E18}"/>
                </a:ext>
              </a:extLst>
            </p:cNvPr>
            <p:cNvSpPr>
              <a:spLocks noChangeArrowheads="1"/>
            </p:cNvSpPr>
            <p:nvPr/>
          </p:nvSpPr>
          <p:spPr bwMode="auto">
            <a:xfrm>
              <a:off x="3261" y="3132"/>
              <a:ext cx="633"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200">
                  <a:latin typeface="Times New Roman" panose="02020603050405020304" pitchFamily="18" charset="0"/>
                </a:rPr>
                <a:t>(A'|B)  </a:t>
              </a:r>
            </a:p>
          </p:txBody>
        </p:sp>
        <p:grpSp>
          <p:nvGrpSpPr>
            <p:cNvPr id="49174" name="Group 23">
              <a:extLst>
                <a:ext uri="{FF2B5EF4-FFF2-40B4-BE49-F238E27FC236}">
                  <a16:creationId xmlns:a16="http://schemas.microsoft.com/office/drawing/2014/main" id="{6DC5DF7F-1242-7B2F-A714-F35D6022D670}"/>
                </a:ext>
              </a:extLst>
            </p:cNvPr>
            <p:cNvGrpSpPr>
              <a:grpSpLocks/>
            </p:cNvGrpSpPr>
            <p:nvPr/>
          </p:nvGrpSpPr>
          <p:grpSpPr bwMode="auto">
            <a:xfrm>
              <a:off x="3566" y="2800"/>
              <a:ext cx="196" cy="250"/>
              <a:chOff x="510" y="1543"/>
              <a:chExt cx="196" cy="250"/>
            </a:xfrm>
          </p:grpSpPr>
          <p:sp>
            <p:nvSpPr>
              <p:cNvPr id="49177" name="Text Box 24">
                <a:extLst>
                  <a:ext uri="{FF2B5EF4-FFF2-40B4-BE49-F238E27FC236}">
                    <a16:creationId xmlns:a16="http://schemas.microsoft.com/office/drawing/2014/main" id="{9D83DA42-052D-AB45-E42D-4838F4B3D1C4}"/>
                  </a:ext>
                </a:extLst>
              </p:cNvPr>
              <p:cNvSpPr txBox="1">
                <a:spLocks noChangeArrowheads="1"/>
              </p:cNvSpPr>
              <p:nvPr/>
            </p:nvSpPr>
            <p:spPr bwMode="auto">
              <a:xfrm>
                <a:off x="510" y="1543"/>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000">
                    <a:latin typeface="Times New Roman" panose="02020603050405020304" pitchFamily="18" charset="0"/>
                  </a:rPr>
                  <a:t>b</a:t>
                </a:r>
              </a:p>
            </p:txBody>
          </p:sp>
          <p:sp>
            <p:nvSpPr>
              <p:cNvPr id="49178" name="Line 25">
                <a:extLst>
                  <a:ext uri="{FF2B5EF4-FFF2-40B4-BE49-F238E27FC236}">
                    <a16:creationId xmlns:a16="http://schemas.microsoft.com/office/drawing/2014/main" id="{4CC65EF1-FFB1-02BF-43FE-2BE7DD46453E}"/>
                  </a:ext>
                </a:extLst>
              </p:cNvPr>
              <p:cNvSpPr>
                <a:spLocks noChangeShapeType="1"/>
              </p:cNvSpPr>
              <p:nvPr/>
            </p:nvSpPr>
            <p:spPr bwMode="auto">
              <a:xfrm>
                <a:off x="553" y="1566"/>
                <a:ext cx="10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49175" name="Line 26">
              <a:extLst>
                <a:ext uri="{FF2B5EF4-FFF2-40B4-BE49-F238E27FC236}">
                  <a16:creationId xmlns:a16="http://schemas.microsoft.com/office/drawing/2014/main" id="{1640D3DF-D382-23DC-BE8C-A311210BD6EB}"/>
                </a:ext>
              </a:extLst>
            </p:cNvPr>
            <p:cNvSpPr>
              <a:spLocks noChangeShapeType="1"/>
            </p:cNvSpPr>
            <p:nvPr/>
          </p:nvSpPr>
          <p:spPr bwMode="auto">
            <a:xfrm>
              <a:off x="1800" y="3468"/>
              <a:ext cx="0" cy="21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9176" name="Line 27">
              <a:extLst>
                <a:ext uri="{FF2B5EF4-FFF2-40B4-BE49-F238E27FC236}">
                  <a16:creationId xmlns:a16="http://schemas.microsoft.com/office/drawing/2014/main" id="{E08879D4-97AA-5F99-A0F3-7BD92B40E7BE}"/>
                </a:ext>
              </a:extLst>
            </p:cNvPr>
            <p:cNvSpPr>
              <a:spLocks noChangeShapeType="1"/>
            </p:cNvSpPr>
            <p:nvPr/>
          </p:nvSpPr>
          <p:spPr bwMode="auto">
            <a:xfrm>
              <a:off x="3563" y="3432"/>
              <a:ext cx="0" cy="21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Footer Placeholder 3">
            <a:extLst>
              <a:ext uri="{FF2B5EF4-FFF2-40B4-BE49-F238E27FC236}">
                <a16:creationId xmlns:a16="http://schemas.microsoft.com/office/drawing/2014/main" id="{2C2074A6-F468-A36B-532F-6F42B3D48F72}"/>
              </a:ext>
            </a:extLst>
          </p:cNvPr>
          <p:cNvSpPr>
            <a:spLocks noGrp="1"/>
          </p:cNvSpPr>
          <p:nvPr>
            <p:ph type="ftr" sz="quarter" idx="11"/>
          </p:nvPr>
        </p:nvSpPr>
        <p:spPr bwMode="auto">
          <a:xfrm>
            <a:off x="457200" y="635635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l" eaLnBrk="1" hangingPunct="1"/>
            <a:r>
              <a:rPr lang="en-US" altLang="en-US" sz="1200">
                <a:solidFill>
                  <a:srgbClr val="898989"/>
                </a:solidFill>
              </a:rPr>
              <a:t>Introduction to Pi-Calculus</a:t>
            </a:r>
          </a:p>
        </p:txBody>
      </p:sp>
      <p:sp>
        <p:nvSpPr>
          <p:cNvPr id="50178" name="Slide Number Placeholder 4">
            <a:extLst>
              <a:ext uri="{FF2B5EF4-FFF2-40B4-BE49-F238E27FC236}">
                <a16:creationId xmlns:a16="http://schemas.microsoft.com/office/drawing/2014/main" id="{F866E7C8-A37E-0FF6-358F-CAA52D3E023C}"/>
              </a:ext>
            </a:extLst>
          </p:cNvPr>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fld id="{2045E35E-9C3C-A341-AA29-F7B0B7FAE0D2}" type="slidenum">
              <a:rPr lang="en-US" altLang="en-US" sz="1200">
                <a:solidFill>
                  <a:srgbClr val="898989"/>
                </a:solidFill>
              </a:rPr>
              <a:pPr algn="ctr" eaLnBrk="1" hangingPunct="1"/>
              <a:t>34</a:t>
            </a:fld>
            <a:endParaRPr lang="en-US" altLang="en-US" sz="1200">
              <a:solidFill>
                <a:srgbClr val="898989"/>
              </a:solidFill>
            </a:endParaRPr>
          </a:p>
        </p:txBody>
      </p:sp>
      <p:sp>
        <p:nvSpPr>
          <p:cNvPr id="50179" name="Rectangle 2">
            <a:extLst>
              <a:ext uri="{FF2B5EF4-FFF2-40B4-BE49-F238E27FC236}">
                <a16:creationId xmlns:a16="http://schemas.microsoft.com/office/drawing/2014/main" id="{EA7E72EC-17BD-42C0-3239-E46B053213B5}"/>
              </a:ext>
            </a:extLst>
          </p:cNvPr>
          <p:cNvSpPr>
            <a:spLocks noGrp="1" noChangeArrowheads="1"/>
          </p:cNvSpPr>
          <p:nvPr>
            <p:ph type="title"/>
          </p:nvPr>
        </p:nvSpPr>
        <p:spPr/>
        <p:txBody>
          <a:bodyPr/>
          <a:lstStyle/>
          <a:p>
            <a:pPr eaLnBrk="1" hangingPunct="1"/>
            <a:r>
              <a:rPr lang="en-US" altLang="en-US">
                <a:solidFill>
                  <a:srgbClr val="0000FF"/>
                </a:solidFill>
                <a:ea typeface="ＭＳ Ｐゴシック" panose="020B0600070205080204" pitchFamily="34" charset="-128"/>
              </a:rPr>
              <a:t>Showing a Process’s Behavior</a:t>
            </a:r>
          </a:p>
        </p:txBody>
      </p:sp>
      <p:grpSp>
        <p:nvGrpSpPr>
          <p:cNvPr id="50180" name="Group 3">
            <a:extLst>
              <a:ext uri="{FF2B5EF4-FFF2-40B4-BE49-F238E27FC236}">
                <a16:creationId xmlns:a16="http://schemas.microsoft.com/office/drawing/2014/main" id="{62E48534-5DAB-99E4-57E7-B77D2C245134}"/>
              </a:ext>
            </a:extLst>
          </p:cNvPr>
          <p:cNvGrpSpPr>
            <a:grpSpLocks/>
          </p:cNvGrpSpPr>
          <p:nvPr/>
        </p:nvGrpSpPr>
        <p:grpSpPr bwMode="auto">
          <a:xfrm>
            <a:off x="2019300" y="1420813"/>
            <a:ext cx="4860925" cy="3646487"/>
            <a:chOff x="1287" y="669"/>
            <a:chExt cx="3062" cy="2297"/>
          </a:xfrm>
        </p:grpSpPr>
        <p:grpSp>
          <p:nvGrpSpPr>
            <p:cNvPr id="50181" name="Group 4">
              <a:extLst>
                <a:ext uri="{FF2B5EF4-FFF2-40B4-BE49-F238E27FC236}">
                  <a16:creationId xmlns:a16="http://schemas.microsoft.com/office/drawing/2014/main" id="{6A66D7E1-D616-C4C2-1BD4-7D7F01B56315}"/>
                </a:ext>
              </a:extLst>
            </p:cNvPr>
            <p:cNvGrpSpPr>
              <a:grpSpLocks/>
            </p:cNvGrpSpPr>
            <p:nvPr/>
          </p:nvGrpSpPr>
          <p:grpSpPr bwMode="auto">
            <a:xfrm>
              <a:off x="2499" y="669"/>
              <a:ext cx="577" cy="2297"/>
              <a:chOff x="2499" y="669"/>
              <a:chExt cx="577" cy="2297"/>
            </a:xfrm>
          </p:grpSpPr>
          <p:sp>
            <p:nvSpPr>
              <p:cNvPr id="50190" name="Line 5">
                <a:extLst>
                  <a:ext uri="{FF2B5EF4-FFF2-40B4-BE49-F238E27FC236}">
                    <a16:creationId xmlns:a16="http://schemas.microsoft.com/office/drawing/2014/main" id="{F82E08CB-8961-3F3A-08D2-F9EAEEAA138F}"/>
                  </a:ext>
                </a:extLst>
              </p:cNvPr>
              <p:cNvSpPr>
                <a:spLocks noChangeShapeType="1"/>
              </p:cNvSpPr>
              <p:nvPr/>
            </p:nvSpPr>
            <p:spPr bwMode="auto">
              <a:xfrm>
                <a:off x="2773" y="932"/>
                <a:ext cx="0" cy="45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0191" name="Line 6">
                <a:extLst>
                  <a:ext uri="{FF2B5EF4-FFF2-40B4-BE49-F238E27FC236}">
                    <a16:creationId xmlns:a16="http://schemas.microsoft.com/office/drawing/2014/main" id="{54E2E12D-376B-5DBF-5826-8323DCC07D8E}"/>
                  </a:ext>
                </a:extLst>
              </p:cNvPr>
              <p:cNvSpPr>
                <a:spLocks noChangeShapeType="1"/>
              </p:cNvSpPr>
              <p:nvPr/>
            </p:nvSpPr>
            <p:spPr bwMode="auto">
              <a:xfrm>
                <a:off x="2781" y="1685"/>
                <a:ext cx="0" cy="39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0192" name="Text Box 7">
                <a:extLst>
                  <a:ext uri="{FF2B5EF4-FFF2-40B4-BE49-F238E27FC236}">
                    <a16:creationId xmlns:a16="http://schemas.microsoft.com/office/drawing/2014/main" id="{611BAEFC-6902-9B1C-D5D8-0AB9374DF79B}"/>
                  </a:ext>
                </a:extLst>
              </p:cNvPr>
              <p:cNvSpPr txBox="1">
                <a:spLocks noChangeArrowheads="1"/>
              </p:cNvSpPr>
              <p:nvPr/>
            </p:nvSpPr>
            <p:spPr bwMode="auto">
              <a:xfrm>
                <a:off x="2815" y="1029"/>
                <a:ext cx="204"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US" sz="2200" b="1">
                    <a:latin typeface="Times New Roman" panose="02020603050405020304" pitchFamily="18" charset="0"/>
                  </a:rPr>
                  <a:t>a</a:t>
                </a:r>
              </a:p>
            </p:txBody>
          </p:sp>
          <p:sp>
            <p:nvSpPr>
              <p:cNvPr id="50193" name="Text Box 8">
                <a:extLst>
                  <a:ext uri="{FF2B5EF4-FFF2-40B4-BE49-F238E27FC236}">
                    <a16:creationId xmlns:a16="http://schemas.microsoft.com/office/drawing/2014/main" id="{6DBA4C0B-4770-4EC2-73A7-E3EBCE9EA02F}"/>
                  </a:ext>
                </a:extLst>
              </p:cNvPr>
              <p:cNvSpPr txBox="1">
                <a:spLocks noChangeArrowheads="1"/>
              </p:cNvSpPr>
              <p:nvPr/>
            </p:nvSpPr>
            <p:spPr bwMode="auto">
              <a:xfrm>
                <a:off x="2828" y="1745"/>
                <a:ext cx="193"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200" b="1">
                    <a:latin typeface="Times New Roman" panose="02020603050405020304" pitchFamily="18" charset="0"/>
                    <a:sym typeface="Symbol" pitchFamily="2" charset="2"/>
                  </a:rPr>
                  <a:t></a:t>
                </a:r>
                <a:endParaRPr lang="en-US" altLang="en-US" sz="2200" b="1">
                  <a:latin typeface="Times New Roman" panose="02020603050405020304" pitchFamily="18" charset="0"/>
                </a:endParaRPr>
              </a:p>
            </p:txBody>
          </p:sp>
          <p:sp>
            <p:nvSpPr>
              <p:cNvPr id="50194" name="Rectangle 9">
                <a:extLst>
                  <a:ext uri="{FF2B5EF4-FFF2-40B4-BE49-F238E27FC236}">
                    <a16:creationId xmlns:a16="http://schemas.microsoft.com/office/drawing/2014/main" id="{B8A4D25F-2A75-388A-358C-0438A01A7832}"/>
                  </a:ext>
                </a:extLst>
              </p:cNvPr>
              <p:cNvSpPr>
                <a:spLocks noChangeArrowheads="1"/>
              </p:cNvSpPr>
              <p:nvPr/>
            </p:nvSpPr>
            <p:spPr bwMode="auto">
              <a:xfrm>
                <a:off x="2518" y="669"/>
                <a:ext cx="513"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200">
                    <a:latin typeface="Times New Roman" panose="02020603050405020304" pitchFamily="18" charset="0"/>
                  </a:rPr>
                  <a:t>(A|B)</a:t>
                </a:r>
              </a:p>
            </p:txBody>
          </p:sp>
          <p:sp>
            <p:nvSpPr>
              <p:cNvPr id="50195" name="Rectangle 10">
                <a:extLst>
                  <a:ext uri="{FF2B5EF4-FFF2-40B4-BE49-F238E27FC236}">
                    <a16:creationId xmlns:a16="http://schemas.microsoft.com/office/drawing/2014/main" id="{5A1B7005-73AF-E80D-3B15-D54491C125AE}"/>
                  </a:ext>
                </a:extLst>
              </p:cNvPr>
              <p:cNvSpPr>
                <a:spLocks noChangeArrowheads="1"/>
              </p:cNvSpPr>
              <p:nvPr/>
            </p:nvSpPr>
            <p:spPr bwMode="auto">
              <a:xfrm>
                <a:off x="2502" y="1398"/>
                <a:ext cx="545"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200">
                    <a:latin typeface="Times New Roman" panose="02020603050405020304" pitchFamily="18" charset="0"/>
                  </a:rPr>
                  <a:t>(A'|B)</a:t>
                </a:r>
              </a:p>
            </p:txBody>
          </p:sp>
          <p:sp>
            <p:nvSpPr>
              <p:cNvPr id="50196" name="Rectangle 11">
                <a:extLst>
                  <a:ext uri="{FF2B5EF4-FFF2-40B4-BE49-F238E27FC236}">
                    <a16:creationId xmlns:a16="http://schemas.microsoft.com/office/drawing/2014/main" id="{71EA1122-2F8F-4FEA-15F7-4E2058D852E3}"/>
                  </a:ext>
                </a:extLst>
              </p:cNvPr>
              <p:cNvSpPr>
                <a:spLocks noChangeArrowheads="1"/>
              </p:cNvSpPr>
              <p:nvPr/>
            </p:nvSpPr>
            <p:spPr bwMode="auto">
              <a:xfrm>
                <a:off x="2525" y="2076"/>
                <a:ext cx="545"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200">
                    <a:latin typeface="Times New Roman" panose="02020603050405020304" pitchFamily="18" charset="0"/>
                  </a:rPr>
                  <a:t>(A|B')</a:t>
                </a:r>
              </a:p>
            </p:txBody>
          </p:sp>
          <p:sp>
            <p:nvSpPr>
              <p:cNvPr id="50197" name="Line 12">
                <a:extLst>
                  <a:ext uri="{FF2B5EF4-FFF2-40B4-BE49-F238E27FC236}">
                    <a16:creationId xmlns:a16="http://schemas.microsoft.com/office/drawing/2014/main" id="{6CC05F86-9ADF-ACC7-3C7F-964D1822E6CB}"/>
                  </a:ext>
                </a:extLst>
              </p:cNvPr>
              <p:cNvSpPr>
                <a:spLocks noChangeShapeType="1"/>
              </p:cNvSpPr>
              <p:nvPr/>
            </p:nvSpPr>
            <p:spPr bwMode="auto">
              <a:xfrm>
                <a:off x="2786" y="2314"/>
                <a:ext cx="0" cy="39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0198" name="Text Box 13">
                <a:extLst>
                  <a:ext uri="{FF2B5EF4-FFF2-40B4-BE49-F238E27FC236}">
                    <a16:creationId xmlns:a16="http://schemas.microsoft.com/office/drawing/2014/main" id="{761A9C3B-D817-C710-6B8B-FE1BA4FED294}"/>
                  </a:ext>
                </a:extLst>
              </p:cNvPr>
              <p:cNvSpPr txBox="1">
                <a:spLocks noChangeArrowheads="1"/>
              </p:cNvSpPr>
              <p:nvPr/>
            </p:nvSpPr>
            <p:spPr bwMode="auto">
              <a:xfrm>
                <a:off x="2828" y="2374"/>
                <a:ext cx="204"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200" b="1">
                    <a:latin typeface="Times New Roman" panose="02020603050405020304" pitchFamily="18" charset="0"/>
                  </a:rPr>
                  <a:t>a</a:t>
                </a:r>
              </a:p>
            </p:txBody>
          </p:sp>
          <p:sp>
            <p:nvSpPr>
              <p:cNvPr id="50199" name="Rectangle 14">
                <a:extLst>
                  <a:ext uri="{FF2B5EF4-FFF2-40B4-BE49-F238E27FC236}">
                    <a16:creationId xmlns:a16="http://schemas.microsoft.com/office/drawing/2014/main" id="{65470070-37A4-B760-7EA9-83A8049AC610}"/>
                  </a:ext>
                </a:extLst>
              </p:cNvPr>
              <p:cNvSpPr>
                <a:spLocks noChangeArrowheads="1"/>
              </p:cNvSpPr>
              <p:nvPr/>
            </p:nvSpPr>
            <p:spPr bwMode="auto">
              <a:xfrm>
                <a:off x="2499" y="2697"/>
                <a:ext cx="577"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2200">
                    <a:latin typeface="Times New Roman" panose="02020603050405020304" pitchFamily="18" charset="0"/>
                  </a:rPr>
                  <a:t>(A'|B')</a:t>
                </a:r>
              </a:p>
            </p:txBody>
          </p:sp>
        </p:grpSp>
        <p:sp>
          <p:nvSpPr>
            <p:cNvPr id="50182" name="Freeform 15">
              <a:extLst>
                <a:ext uri="{FF2B5EF4-FFF2-40B4-BE49-F238E27FC236}">
                  <a16:creationId xmlns:a16="http://schemas.microsoft.com/office/drawing/2014/main" id="{79816D2D-2CC5-62AC-B4E7-25CEE0C752AE}"/>
                </a:ext>
              </a:extLst>
            </p:cNvPr>
            <p:cNvSpPr>
              <a:spLocks/>
            </p:cNvSpPr>
            <p:nvPr/>
          </p:nvSpPr>
          <p:spPr bwMode="auto">
            <a:xfrm>
              <a:off x="3181" y="1537"/>
              <a:ext cx="863" cy="1307"/>
            </a:xfrm>
            <a:custGeom>
              <a:avLst/>
              <a:gdLst>
                <a:gd name="T0" fmla="*/ 8 w 863"/>
                <a:gd name="T1" fmla="*/ 1307 h 1307"/>
                <a:gd name="T2" fmla="*/ 863 w 863"/>
                <a:gd name="T3" fmla="*/ 1307 h 1307"/>
                <a:gd name="T4" fmla="*/ 863 w 863"/>
                <a:gd name="T5" fmla="*/ 0 h 1307"/>
                <a:gd name="T6" fmla="*/ 0 w 863"/>
                <a:gd name="T7" fmla="*/ 0 h 130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63" h="1307">
                  <a:moveTo>
                    <a:pt x="8" y="1307"/>
                  </a:moveTo>
                  <a:lnTo>
                    <a:pt x="863" y="1307"/>
                  </a:lnTo>
                  <a:lnTo>
                    <a:pt x="863" y="0"/>
                  </a:lnTo>
                  <a:lnTo>
                    <a:pt x="0" y="0"/>
                  </a:lnTo>
                </a:path>
              </a:pathLst>
            </a:custGeom>
            <a:noFill/>
            <a:ln w="9525" cap="flat" cmpd="sng">
              <a:solidFill>
                <a:schemeClr val="tx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nvGrpSpPr>
            <p:cNvPr id="50183" name="Group 16">
              <a:extLst>
                <a:ext uri="{FF2B5EF4-FFF2-40B4-BE49-F238E27FC236}">
                  <a16:creationId xmlns:a16="http://schemas.microsoft.com/office/drawing/2014/main" id="{50B6D667-3B63-9012-6EC5-8D94D3F4F9A4}"/>
                </a:ext>
              </a:extLst>
            </p:cNvPr>
            <p:cNvGrpSpPr>
              <a:grpSpLocks/>
            </p:cNvGrpSpPr>
            <p:nvPr/>
          </p:nvGrpSpPr>
          <p:grpSpPr bwMode="auto">
            <a:xfrm>
              <a:off x="4126" y="2029"/>
              <a:ext cx="223" cy="288"/>
              <a:chOff x="4232" y="2177"/>
              <a:chExt cx="223" cy="288"/>
            </a:xfrm>
          </p:grpSpPr>
          <p:sp>
            <p:nvSpPr>
              <p:cNvPr id="50188" name="Text Box 17">
                <a:extLst>
                  <a:ext uri="{FF2B5EF4-FFF2-40B4-BE49-F238E27FC236}">
                    <a16:creationId xmlns:a16="http://schemas.microsoft.com/office/drawing/2014/main" id="{470ECD3C-E095-E0F5-A126-286BD4ACC735}"/>
                  </a:ext>
                </a:extLst>
              </p:cNvPr>
              <p:cNvSpPr txBox="1">
                <a:spLocks noChangeArrowheads="1"/>
              </p:cNvSpPr>
              <p:nvPr/>
            </p:nvSpPr>
            <p:spPr bwMode="auto">
              <a:xfrm>
                <a:off x="4232" y="2177"/>
                <a:ext cx="2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US" sz="1800" b="1">
                    <a:latin typeface="Times New Roman" panose="02020603050405020304" pitchFamily="18" charset="0"/>
                  </a:rPr>
                  <a:t>b</a:t>
                </a:r>
              </a:p>
            </p:txBody>
          </p:sp>
          <p:sp>
            <p:nvSpPr>
              <p:cNvPr id="50189" name="Line 18">
                <a:extLst>
                  <a:ext uri="{FF2B5EF4-FFF2-40B4-BE49-F238E27FC236}">
                    <a16:creationId xmlns:a16="http://schemas.microsoft.com/office/drawing/2014/main" id="{11907154-4FBF-96C1-5834-60950A8DF023}"/>
                  </a:ext>
                </a:extLst>
              </p:cNvPr>
              <p:cNvSpPr>
                <a:spLocks noChangeShapeType="1"/>
              </p:cNvSpPr>
              <p:nvPr/>
            </p:nvSpPr>
            <p:spPr bwMode="auto">
              <a:xfrm>
                <a:off x="4290" y="2216"/>
                <a:ext cx="10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50184" name="Freeform 19">
              <a:extLst>
                <a:ext uri="{FF2B5EF4-FFF2-40B4-BE49-F238E27FC236}">
                  <a16:creationId xmlns:a16="http://schemas.microsoft.com/office/drawing/2014/main" id="{0A44C6C0-8BED-4FCF-27A6-897B74257CB9}"/>
                </a:ext>
              </a:extLst>
            </p:cNvPr>
            <p:cNvSpPr>
              <a:spLocks/>
            </p:cNvSpPr>
            <p:nvPr/>
          </p:nvSpPr>
          <p:spPr bwMode="auto">
            <a:xfrm flipH="1">
              <a:off x="1567" y="844"/>
              <a:ext cx="863" cy="1307"/>
            </a:xfrm>
            <a:custGeom>
              <a:avLst/>
              <a:gdLst>
                <a:gd name="T0" fmla="*/ 8 w 863"/>
                <a:gd name="T1" fmla="*/ 1307 h 1307"/>
                <a:gd name="T2" fmla="*/ 863 w 863"/>
                <a:gd name="T3" fmla="*/ 1307 h 1307"/>
                <a:gd name="T4" fmla="*/ 863 w 863"/>
                <a:gd name="T5" fmla="*/ 0 h 1307"/>
                <a:gd name="T6" fmla="*/ 0 w 863"/>
                <a:gd name="T7" fmla="*/ 0 h 130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63" h="1307">
                  <a:moveTo>
                    <a:pt x="8" y="1307"/>
                  </a:moveTo>
                  <a:lnTo>
                    <a:pt x="863" y="1307"/>
                  </a:lnTo>
                  <a:lnTo>
                    <a:pt x="863" y="0"/>
                  </a:lnTo>
                  <a:lnTo>
                    <a:pt x="0" y="0"/>
                  </a:lnTo>
                </a:path>
              </a:pathLst>
            </a:custGeom>
            <a:noFill/>
            <a:ln w="9525" cap="flat" cmpd="sng">
              <a:solidFill>
                <a:schemeClr val="tx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nvGrpSpPr>
            <p:cNvPr id="50185" name="Group 20">
              <a:extLst>
                <a:ext uri="{FF2B5EF4-FFF2-40B4-BE49-F238E27FC236}">
                  <a16:creationId xmlns:a16="http://schemas.microsoft.com/office/drawing/2014/main" id="{051E54CF-F9E7-95BD-DC82-7B0AF2338047}"/>
                </a:ext>
              </a:extLst>
            </p:cNvPr>
            <p:cNvGrpSpPr>
              <a:grpSpLocks/>
            </p:cNvGrpSpPr>
            <p:nvPr/>
          </p:nvGrpSpPr>
          <p:grpSpPr bwMode="auto">
            <a:xfrm>
              <a:off x="1287" y="1328"/>
              <a:ext cx="223" cy="288"/>
              <a:chOff x="4232" y="2177"/>
              <a:chExt cx="223" cy="288"/>
            </a:xfrm>
          </p:grpSpPr>
          <p:sp>
            <p:nvSpPr>
              <p:cNvPr id="50186" name="Text Box 21">
                <a:extLst>
                  <a:ext uri="{FF2B5EF4-FFF2-40B4-BE49-F238E27FC236}">
                    <a16:creationId xmlns:a16="http://schemas.microsoft.com/office/drawing/2014/main" id="{39F36F53-0D18-1750-EE94-9F48B15A03CE}"/>
                  </a:ext>
                </a:extLst>
              </p:cNvPr>
              <p:cNvSpPr txBox="1">
                <a:spLocks noChangeArrowheads="1"/>
              </p:cNvSpPr>
              <p:nvPr/>
            </p:nvSpPr>
            <p:spPr bwMode="auto">
              <a:xfrm>
                <a:off x="4232" y="2177"/>
                <a:ext cx="2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US" sz="1800" b="1">
                    <a:latin typeface="Times New Roman" panose="02020603050405020304" pitchFamily="18" charset="0"/>
                  </a:rPr>
                  <a:t>b</a:t>
                </a:r>
              </a:p>
            </p:txBody>
          </p:sp>
          <p:sp>
            <p:nvSpPr>
              <p:cNvPr id="50187" name="Line 22">
                <a:extLst>
                  <a:ext uri="{FF2B5EF4-FFF2-40B4-BE49-F238E27FC236}">
                    <a16:creationId xmlns:a16="http://schemas.microsoft.com/office/drawing/2014/main" id="{5BB54B2A-46EC-5980-7C6F-F4EB710733E9}"/>
                  </a:ext>
                </a:extLst>
              </p:cNvPr>
              <p:cNvSpPr>
                <a:spLocks noChangeShapeType="1"/>
              </p:cNvSpPr>
              <p:nvPr/>
            </p:nvSpPr>
            <p:spPr bwMode="auto">
              <a:xfrm>
                <a:off x="4290" y="2216"/>
                <a:ext cx="10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Footer Placeholder 3">
            <a:extLst>
              <a:ext uri="{FF2B5EF4-FFF2-40B4-BE49-F238E27FC236}">
                <a16:creationId xmlns:a16="http://schemas.microsoft.com/office/drawing/2014/main" id="{0832E296-B014-A42B-11F9-6A64E55AAFF5}"/>
              </a:ext>
            </a:extLst>
          </p:cNvPr>
          <p:cNvSpPr>
            <a:spLocks noGrp="1"/>
          </p:cNvSpPr>
          <p:nvPr>
            <p:ph type="ftr" sz="quarter" idx="11"/>
          </p:nvPr>
        </p:nvSpPr>
        <p:spPr bwMode="auto">
          <a:xfrm>
            <a:off x="457200" y="635635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l" eaLnBrk="1" hangingPunct="1"/>
            <a:r>
              <a:rPr lang="en-US" altLang="en-US" sz="1200">
                <a:solidFill>
                  <a:srgbClr val="898989"/>
                </a:solidFill>
              </a:rPr>
              <a:t>Introduction to Pi-Calculus</a:t>
            </a:r>
          </a:p>
        </p:txBody>
      </p:sp>
      <p:sp>
        <p:nvSpPr>
          <p:cNvPr id="51202" name="Slide Number Placeholder 4">
            <a:extLst>
              <a:ext uri="{FF2B5EF4-FFF2-40B4-BE49-F238E27FC236}">
                <a16:creationId xmlns:a16="http://schemas.microsoft.com/office/drawing/2014/main" id="{4F9687AB-76EE-9503-E557-7A01194F150C}"/>
              </a:ext>
            </a:extLst>
          </p:cNvPr>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fld id="{F7580C44-03CD-2648-A5A4-D914BF64AD26}" type="slidenum">
              <a:rPr lang="en-US" altLang="en-US" sz="1200">
                <a:solidFill>
                  <a:srgbClr val="898989"/>
                </a:solidFill>
              </a:rPr>
              <a:pPr algn="ctr" eaLnBrk="1" hangingPunct="1"/>
              <a:t>35</a:t>
            </a:fld>
            <a:endParaRPr lang="en-US" altLang="en-US" sz="1200">
              <a:solidFill>
                <a:srgbClr val="898989"/>
              </a:solidFill>
            </a:endParaRPr>
          </a:p>
        </p:txBody>
      </p:sp>
      <p:sp>
        <p:nvSpPr>
          <p:cNvPr id="51203" name="Rectangle 2">
            <a:extLst>
              <a:ext uri="{FF2B5EF4-FFF2-40B4-BE49-F238E27FC236}">
                <a16:creationId xmlns:a16="http://schemas.microsoft.com/office/drawing/2014/main" id="{6FD9670B-7F56-C1F4-CC71-10FB774277D8}"/>
              </a:ext>
            </a:extLst>
          </p:cNvPr>
          <p:cNvSpPr>
            <a:spLocks noGrp="1" noChangeArrowheads="1"/>
          </p:cNvSpPr>
          <p:nvPr>
            <p:ph type="title"/>
          </p:nvPr>
        </p:nvSpPr>
        <p:spPr/>
        <p:txBody>
          <a:bodyPr/>
          <a:lstStyle/>
          <a:p>
            <a:pPr eaLnBrk="1" hangingPunct="1"/>
            <a:r>
              <a:rPr lang="en-US" altLang="en-US">
                <a:solidFill>
                  <a:srgbClr val="0000FF"/>
                </a:solidFill>
                <a:ea typeface="ＭＳ Ｐゴシック" panose="020B0600070205080204" pitchFamily="34" charset="-128"/>
              </a:rPr>
              <a:t>Process Equivalence</a:t>
            </a:r>
          </a:p>
        </p:txBody>
      </p:sp>
      <p:pic>
        <p:nvPicPr>
          <p:cNvPr id="51204" name="Picture 3" descr="cwb4">
            <a:extLst>
              <a:ext uri="{FF2B5EF4-FFF2-40B4-BE49-F238E27FC236}">
                <a16:creationId xmlns:a16="http://schemas.microsoft.com/office/drawing/2014/main" id="{22450126-7D3D-3732-0994-F3A5A1A064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8150" y="1417638"/>
            <a:ext cx="8162925" cy="4878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Footer Placeholder 2">
            <a:extLst>
              <a:ext uri="{FF2B5EF4-FFF2-40B4-BE49-F238E27FC236}">
                <a16:creationId xmlns:a16="http://schemas.microsoft.com/office/drawing/2014/main" id="{5346C8DD-517D-5184-2829-8C6D78D08858}"/>
              </a:ext>
            </a:extLst>
          </p:cNvPr>
          <p:cNvSpPr>
            <a:spLocks noGrp="1"/>
          </p:cNvSpPr>
          <p:nvPr>
            <p:ph type="ftr" sz="quarter" idx="11"/>
          </p:nvPr>
        </p:nvSpPr>
        <p:spPr bwMode="auto">
          <a:xfrm>
            <a:off x="457200" y="635635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l" eaLnBrk="1" hangingPunct="1"/>
            <a:r>
              <a:rPr lang="en-US" altLang="en-US" sz="1200">
                <a:solidFill>
                  <a:srgbClr val="898989"/>
                </a:solidFill>
              </a:rPr>
              <a:t>Introduction to Pi-Calculus</a:t>
            </a:r>
          </a:p>
        </p:txBody>
      </p:sp>
      <p:sp>
        <p:nvSpPr>
          <p:cNvPr id="52226" name="Slide Number Placeholder 3">
            <a:extLst>
              <a:ext uri="{FF2B5EF4-FFF2-40B4-BE49-F238E27FC236}">
                <a16:creationId xmlns:a16="http://schemas.microsoft.com/office/drawing/2014/main" id="{A48D3E4F-871B-5AC7-4990-5F8A736F0834}"/>
              </a:ext>
            </a:extLst>
          </p:cNvPr>
          <p:cNvSpPr>
            <a:spLocks noGrp="1"/>
          </p:cNvSpPr>
          <p:nvPr>
            <p:ph type="sldNum" sz="quarter" idx="12"/>
          </p:nvPr>
        </p:nvSpPr>
        <p:spPr bwMode="auto">
          <a:xfrm>
            <a:off x="312420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fld id="{93500117-D559-D649-8D79-294C0E5D211B}" type="slidenum">
              <a:rPr lang="en-US" altLang="en-US" sz="1200">
                <a:solidFill>
                  <a:srgbClr val="898989"/>
                </a:solidFill>
              </a:rPr>
              <a:pPr algn="ctr" eaLnBrk="1" hangingPunct="1"/>
              <a:t>36</a:t>
            </a:fld>
            <a:endParaRPr lang="en-US" altLang="en-US" sz="1200">
              <a:solidFill>
                <a:srgbClr val="898989"/>
              </a:solidFill>
            </a:endParaRPr>
          </a:p>
        </p:txBody>
      </p:sp>
      <p:sp>
        <p:nvSpPr>
          <p:cNvPr id="52227" name="Rectangle 2">
            <a:extLst>
              <a:ext uri="{FF2B5EF4-FFF2-40B4-BE49-F238E27FC236}">
                <a16:creationId xmlns:a16="http://schemas.microsoft.com/office/drawing/2014/main" id="{2B5671BC-0AA9-4C60-E5FB-348D94A04014}"/>
              </a:ext>
            </a:extLst>
          </p:cNvPr>
          <p:cNvSpPr>
            <a:spLocks noGrp="1" noChangeArrowheads="1"/>
          </p:cNvSpPr>
          <p:nvPr>
            <p:ph type="title"/>
          </p:nvPr>
        </p:nvSpPr>
        <p:spPr/>
        <p:txBody>
          <a:bodyPr/>
          <a:lstStyle/>
          <a:p>
            <a:pPr eaLnBrk="1" hangingPunct="1"/>
            <a:r>
              <a:rPr lang="en-US" altLang="en-US">
                <a:solidFill>
                  <a:srgbClr val="0000FF"/>
                </a:solidFill>
                <a:ea typeface="ＭＳ Ｐゴシック" panose="020B0600070205080204" pitchFamily="34" charset="-128"/>
              </a:rPr>
              <a:t>Bisimulation</a:t>
            </a:r>
          </a:p>
        </p:txBody>
      </p:sp>
      <p:sp>
        <p:nvSpPr>
          <p:cNvPr id="214019" name="Text Box 3">
            <a:extLst>
              <a:ext uri="{FF2B5EF4-FFF2-40B4-BE49-F238E27FC236}">
                <a16:creationId xmlns:a16="http://schemas.microsoft.com/office/drawing/2014/main" id="{13A19A02-5623-B1E6-436C-99FDCECA209F}"/>
              </a:ext>
            </a:extLst>
          </p:cNvPr>
          <p:cNvSpPr txBox="1">
            <a:spLocks noChangeArrowheads="1"/>
          </p:cNvSpPr>
          <p:nvPr/>
        </p:nvSpPr>
        <p:spPr bwMode="auto">
          <a:xfrm>
            <a:off x="1144588" y="1236663"/>
            <a:ext cx="6738937" cy="768350"/>
          </a:xfrm>
          <a:prstGeom prst="rect">
            <a:avLst/>
          </a:prstGeom>
          <a:noFill/>
          <a:ln w="9525">
            <a:noFill/>
            <a:miter lim="800000"/>
            <a:headEnd/>
            <a:tailEnd/>
          </a:ln>
          <a:effectLst/>
        </p:spPr>
        <p:txBody>
          <a:bodyPr wrap="none" anchor="ctr">
            <a:spAutoFit/>
          </a:bodyPr>
          <a:lstStyle/>
          <a:p>
            <a:pPr>
              <a:spcBef>
                <a:spcPct val="20000"/>
              </a:spcBef>
              <a:defRPr/>
            </a:pPr>
            <a:r>
              <a:rPr lang="en-US" sz="2000" dirty="0">
                <a:latin typeface="+mn-lt"/>
                <a:ea typeface="ＭＳ Ｐゴシック" charset="0"/>
                <a:cs typeface="ＭＳ Ｐゴシック" charset="0"/>
              </a:rPr>
              <a:t>The behavior of two process are equal when each can simulate</a:t>
            </a:r>
          </a:p>
          <a:p>
            <a:pPr>
              <a:spcBef>
                <a:spcPct val="20000"/>
              </a:spcBef>
              <a:defRPr/>
            </a:pPr>
            <a:r>
              <a:rPr lang="en-US" sz="2000" dirty="0">
                <a:latin typeface="+mn-lt"/>
                <a:ea typeface="ＭＳ Ｐゴシック" charset="0"/>
                <a:cs typeface="ＭＳ Ｐゴシック" charset="0"/>
              </a:rPr>
              <a:t>exactly the behavior of the other. </a:t>
            </a:r>
          </a:p>
        </p:txBody>
      </p:sp>
      <p:grpSp>
        <p:nvGrpSpPr>
          <p:cNvPr id="52229" name="Group 4">
            <a:extLst>
              <a:ext uri="{FF2B5EF4-FFF2-40B4-BE49-F238E27FC236}">
                <a16:creationId xmlns:a16="http://schemas.microsoft.com/office/drawing/2014/main" id="{6405691C-8D63-3962-B4BD-29AF9524846D}"/>
              </a:ext>
            </a:extLst>
          </p:cNvPr>
          <p:cNvGrpSpPr>
            <a:grpSpLocks/>
          </p:cNvGrpSpPr>
          <p:nvPr/>
        </p:nvGrpSpPr>
        <p:grpSpPr bwMode="auto">
          <a:xfrm>
            <a:off x="4618038" y="2671763"/>
            <a:ext cx="2816225" cy="2665412"/>
            <a:chOff x="2878" y="1442"/>
            <a:chExt cx="1774" cy="1679"/>
          </a:xfrm>
        </p:grpSpPr>
        <p:grpSp>
          <p:nvGrpSpPr>
            <p:cNvPr id="52246" name="Group 5">
              <a:extLst>
                <a:ext uri="{FF2B5EF4-FFF2-40B4-BE49-F238E27FC236}">
                  <a16:creationId xmlns:a16="http://schemas.microsoft.com/office/drawing/2014/main" id="{886E526D-177F-48B3-7429-2F0CBD94FE61}"/>
                </a:ext>
              </a:extLst>
            </p:cNvPr>
            <p:cNvGrpSpPr>
              <a:grpSpLocks/>
            </p:cNvGrpSpPr>
            <p:nvPr/>
          </p:nvGrpSpPr>
          <p:grpSpPr bwMode="auto">
            <a:xfrm>
              <a:off x="2878" y="1911"/>
              <a:ext cx="646" cy="1210"/>
              <a:chOff x="2878" y="1911"/>
              <a:chExt cx="646" cy="1210"/>
            </a:xfrm>
          </p:grpSpPr>
          <p:sp>
            <p:nvSpPr>
              <p:cNvPr id="52249" name="Text Box 6">
                <a:extLst>
                  <a:ext uri="{FF2B5EF4-FFF2-40B4-BE49-F238E27FC236}">
                    <a16:creationId xmlns:a16="http://schemas.microsoft.com/office/drawing/2014/main" id="{17E10200-6100-DFF2-0FA4-DA52FF66B8E2}"/>
                  </a:ext>
                </a:extLst>
              </p:cNvPr>
              <p:cNvSpPr txBox="1">
                <a:spLocks noChangeArrowheads="1"/>
              </p:cNvSpPr>
              <p:nvPr/>
            </p:nvSpPr>
            <p:spPr bwMode="auto">
              <a:xfrm flipH="1">
                <a:off x="2977" y="2237"/>
                <a:ext cx="347"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4000">
                    <a:solidFill>
                      <a:srgbClr val="0000FF"/>
                    </a:solidFill>
                    <a:latin typeface="Times New Roman" panose="02020603050405020304" pitchFamily="18" charset="0"/>
                  </a:rPr>
                  <a:t>Q</a:t>
                </a:r>
              </a:p>
            </p:txBody>
          </p:sp>
          <p:sp>
            <p:nvSpPr>
              <p:cNvPr id="52250" name="Oval 7">
                <a:extLst>
                  <a:ext uri="{FF2B5EF4-FFF2-40B4-BE49-F238E27FC236}">
                    <a16:creationId xmlns:a16="http://schemas.microsoft.com/office/drawing/2014/main" id="{B8C2D528-5303-5167-0F6F-56004BDA8E30}"/>
                  </a:ext>
                </a:extLst>
              </p:cNvPr>
              <p:cNvSpPr>
                <a:spLocks noChangeArrowheads="1"/>
              </p:cNvSpPr>
              <p:nvPr/>
            </p:nvSpPr>
            <p:spPr bwMode="auto">
              <a:xfrm flipH="1">
                <a:off x="2994" y="2114"/>
                <a:ext cx="336" cy="7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grpSp>
            <p:nvGrpSpPr>
              <p:cNvPr id="52251" name="Group 8">
                <a:extLst>
                  <a:ext uri="{FF2B5EF4-FFF2-40B4-BE49-F238E27FC236}">
                    <a16:creationId xmlns:a16="http://schemas.microsoft.com/office/drawing/2014/main" id="{ED1842FC-B2AC-8B0D-399F-82238EAF672F}"/>
                  </a:ext>
                </a:extLst>
              </p:cNvPr>
              <p:cNvGrpSpPr>
                <a:grpSpLocks/>
              </p:cNvGrpSpPr>
              <p:nvPr/>
            </p:nvGrpSpPr>
            <p:grpSpPr bwMode="auto">
              <a:xfrm flipH="1">
                <a:off x="3158" y="2807"/>
                <a:ext cx="94" cy="312"/>
                <a:chOff x="1714" y="2813"/>
                <a:chExt cx="94" cy="312"/>
              </a:xfrm>
            </p:grpSpPr>
            <p:sp>
              <p:nvSpPr>
                <p:cNvPr id="52259" name="Line 9">
                  <a:extLst>
                    <a:ext uri="{FF2B5EF4-FFF2-40B4-BE49-F238E27FC236}">
                      <a16:creationId xmlns:a16="http://schemas.microsoft.com/office/drawing/2014/main" id="{B5920594-B062-21DF-7B40-B17FE753E608}"/>
                    </a:ext>
                  </a:extLst>
                </p:cNvPr>
                <p:cNvSpPr>
                  <a:spLocks noChangeShapeType="1"/>
                </p:cNvSpPr>
                <p:nvPr/>
              </p:nvSpPr>
              <p:spPr bwMode="auto">
                <a:xfrm>
                  <a:off x="1722" y="2813"/>
                  <a:ext cx="0" cy="27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260" name="Oval 10">
                  <a:extLst>
                    <a:ext uri="{FF2B5EF4-FFF2-40B4-BE49-F238E27FC236}">
                      <a16:creationId xmlns:a16="http://schemas.microsoft.com/office/drawing/2014/main" id="{65F18594-E924-EF24-9287-43DD5BF47CE0}"/>
                    </a:ext>
                  </a:extLst>
                </p:cNvPr>
                <p:cNvSpPr>
                  <a:spLocks noChangeArrowheads="1"/>
                </p:cNvSpPr>
                <p:nvPr/>
              </p:nvSpPr>
              <p:spPr bwMode="auto">
                <a:xfrm>
                  <a:off x="1714" y="3078"/>
                  <a:ext cx="94" cy="47"/>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grpSp>
          <p:grpSp>
            <p:nvGrpSpPr>
              <p:cNvPr id="52252" name="Group 11">
                <a:extLst>
                  <a:ext uri="{FF2B5EF4-FFF2-40B4-BE49-F238E27FC236}">
                    <a16:creationId xmlns:a16="http://schemas.microsoft.com/office/drawing/2014/main" id="{33E14E56-D946-A38F-5704-2AB187323ABF}"/>
                  </a:ext>
                </a:extLst>
              </p:cNvPr>
              <p:cNvGrpSpPr>
                <a:grpSpLocks/>
              </p:cNvGrpSpPr>
              <p:nvPr/>
            </p:nvGrpSpPr>
            <p:grpSpPr bwMode="auto">
              <a:xfrm flipH="1">
                <a:off x="2992" y="2809"/>
                <a:ext cx="94" cy="312"/>
                <a:chOff x="1714" y="2813"/>
                <a:chExt cx="94" cy="312"/>
              </a:xfrm>
            </p:grpSpPr>
            <p:sp>
              <p:nvSpPr>
                <p:cNvPr id="52257" name="Line 12">
                  <a:extLst>
                    <a:ext uri="{FF2B5EF4-FFF2-40B4-BE49-F238E27FC236}">
                      <a16:creationId xmlns:a16="http://schemas.microsoft.com/office/drawing/2014/main" id="{10327B4B-3758-1E19-41C9-F41F24C66B3C}"/>
                    </a:ext>
                  </a:extLst>
                </p:cNvPr>
                <p:cNvSpPr>
                  <a:spLocks noChangeShapeType="1"/>
                </p:cNvSpPr>
                <p:nvPr/>
              </p:nvSpPr>
              <p:spPr bwMode="auto">
                <a:xfrm>
                  <a:off x="1722" y="2813"/>
                  <a:ext cx="0" cy="27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258" name="Oval 13">
                  <a:extLst>
                    <a:ext uri="{FF2B5EF4-FFF2-40B4-BE49-F238E27FC236}">
                      <a16:creationId xmlns:a16="http://schemas.microsoft.com/office/drawing/2014/main" id="{9BAB5DB2-28BD-5E69-C93A-8F1E51D3011F}"/>
                    </a:ext>
                  </a:extLst>
                </p:cNvPr>
                <p:cNvSpPr>
                  <a:spLocks noChangeArrowheads="1"/>
                </p:cNvSpPr>
                <p:nvPr/>
              </p:nvSpPr>
              <p:spPr bwMode="auto">
                <a:xfrm>
                  <a:off x="1714" y="3078"/>
                  <a:ext cx="94" cy="47"/>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grpSp>
          <p:sp>
            <p:nvSpPr>
              <p:cNvPr id="52253" name="Line 14">
                <a:extLst>
                  <a:ext uri="{FF2B5EF4-FFF2-40B4-BE49-F238E27FC236}">
                    <a16:creationId xmlns:a16="http://schemas.microsoft.com/office/drawing/2014/main" id="{B72DB9FC-1832-5FB2-98E3-29CF6143C797}"/>
                  </a:ext>
                </a:extLst>
              </p:cNvPr>
              <p:cNvSpPr>
                <a:spLocks noChangeShapeType="1"/>
              </p:cNvSpPr>
              <p:nvPr/>
            </p:nvSpPr>
            <p:spPr bwMode="auto">
              <a:xfrm flipH="1" flipV="1">
                <a:off x="3150" y="2067"/>
                <a:ext cx="16" cy="4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254" name="Oval 15">
                <a:extLst>
                  <a:ext uri="{FF2B5EF4-FFF2-40B4-BE49-F238E27FC236}">
                    <a16:creationId xmlns:a16="http://schemas.microsoft.com/office/drawing/2014/main" id="{4236413C-D7DC-DEFC-C14E-03D7E20A1255}"/>
                  </a:ext>
                </a:extLst>
              </p:cNvPr>
              <p:cNvSpPr>
                <a:spLocks noChangeArrowheads="1"/>
              </p:cNvSpPr>
              <p:nvPr/>
            </p:nvSpPr>
            <p:spPr bwMode="auto">
              <a:xfrm flipH="1">
                <a:off x="3010" y="1911"/>
                <a:ext cx="210" cy="1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52255" name="Line 16">
                <a:extLst>
                  <a:ext uri="{FF2B5EF4-FFF2-40B4-BE49-F238E27FC236}">
                    <a16:creationId xmlns:a16="http://schemas.microsoft.com/office/drawing/2014/main" id="{AC380FDC-AEFE-8F74-9ADF-3C53E2FCD650}"/>
                  </a:ext>
                </a:extLst>
              </p:cNvPr>
              <p:cNvSpPr>
                <a:spLocks noChangeShapeType="1"/>
              </p:cNvSpPr>
              <p:nvPr/>
            </p:nvSpPr>
            <p:spPr bwMode="auto">
              <a:xfrm flipV="1">
                <a:off x="3322" y="2223"/>
                <a:ext cx="202" cy="1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256" name="Line 17">
                <a:extLst>
                  <a:ext uri="{FF2B5EF4-FFF2-40B4-BE49-F238E27FC236}">
                    <a16:creationId xmlns:a16="http://schemas.microsoft.com/office/drawing/2014/main" id="{D0268E5C-0275-CBE6-4CDA-F9C78BB95DD8}"/>
                  </a:ext>
                </a:extLst>
              </p:cNvPr>
              <p:cNvSpPr>
                <a:spLocks noChangeShapeType="1"/>
              </p:cNvSpPr>
              <p:nvPr/>
            </p:nvSpPr>
            <p:spPr bwMode="auto">
              <a:xfrm flipH="1" flipV="1">
                <a:off x="2878" y="2309"/>
                <a:ext cx="116" cy="9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52247" name="Text Box 18">
              <a:extLst>
                <a:ext uri="{FF2B5EF4-FFF2-40B4-BE49-F238E27FC236}">
                  <a16:creationId xmlns:a16="http://schemas.microsoft.com/office/drawing/2014/main" id="{019C0C6A-A69B-4602-D36A-F1C658E2021F}"/>
                </a:ext>
              </a:extLst>
            </p:cNvPr>
            <p:cNvSpPr txBox="1">
              <a:spLocks noChangeArrowheads="1"/>
            </p:cNvSpPr>
            <p:nvPr/>
          </p:nvSpPr>
          <p:spPr bwMode="auto">
            <a:xfrm>
              <a:off x="3493" y="1508"/>
              <a:ext cx="1110" cy="3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600">
                  <a:solidFill>
                    <a:srgbClr val="0000FF"/>
                  </a:solidFill>
                  <a:latin typeface="Times New Roman" panose="02020603050405020304" pitchFamily="18" charset="0"/>
                </a:rPr>
                <a:t>I can do everything</a:t>
              </a:r>
            </a:p>
            <a:p>
              <a:pPr algn="ctr" eaLnBrk="1" hangingPunct="1">
                <a:spcBef>
                  <a:spcPct val="20000"/>
                </a:spcBef>
              </a:pPr>
              <a:r>
                <a:rPr lang="en-US" altLang="en-US" sz="1600">
                  <a:solidFill>
                    <a:srgbClr val="0000FF"/>
                  </a:solidFill>
                  <a:latin typeface="Times New Roman" panose="02020603050405020304" pitchFamily="18" charset="0"/>
                </a:rPr>
                <a:t>you can do!</a:t>
              </a:r>
              <a:endParaRPr lang="en-US" altLang="en-US" sz="2800">
                <a:solidFill>
                  <a:srgbClr val="0000FF"/>
                </a:solidFill>
                <a:latin typeface="Times New Roman" panose="02020603050405020304" pitchFamily="18" charset="0"/>
              </a:endParaRPr>
            </a:p>
          </p:txBody>
        </p:sp>
        <p:sp>
          <p:nvSpPr>
            <p:cNvPr id="52248" name="AutoShape 19">
              <a:extLst>
                <a:ext uri="{FF2B5EF4-FFF2-40B4-BE49-F238E27FC236}">
                  <a16:creationId xmlns:a16="http://schemas.microsoft.com/office/drawing/2014/main" id="{576CD8E9-E172-91FF-C41A-78F25A253125}"/>
                </a:ext>
              </a:extLst>
            </p:cNvPr>
            <p:cNvSpPr>
              <a:spLocks noChangeArrowheads="1"/>
            </p:cNvSpPr>
            <p:nvPr/>
          </p:nvSpPr>
          <p:spPr bwMode="auto">
            <a:xfrm>
              <a:off x="3460" y="1442"/>
              <a:ext cx="1192" cy="553"/>
            </a:xfrm>
            <a:prstGeom prst="wedgeRoundRectCallout">
              <a:avLst>
                <a:gd name="adj1" fmla="val -71139"/>
                <a:gd name="adj2" fmla="val 41861"/>
                <a:gd name="adj3" fmla="val 16667"/>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endParaRPr lang="en-US" altLang="en-US" sz="2800">
                <a:latin typeface="Times New Roman" panose="02020603050405020304" pitchFamily="18" charset="0"/>
              </a:endParaRPr>
            </a:p>
          </p:txBody>
        </p:sp>
      </p:grpSp>
      <p:grpSp>
        <p:nvGrpSpPr>
          <p:cNvPr id="52230" name="Group 20">
            <a:extLst>
              <a:ext uri="{FF2B5EF4-FFF2-40B4-BE49-F238E27FC236}">
                <a16:creationId xmlns:a16="http://schemas.microsoft.com/office/drawing/2014/main" id="{FB9C5AF3-23F3-339D-FA60-3F9F8DC2CE21}"/>
              </a:ext>
            </a:extLst>
          </p:cNvPr>
          <p:cNvGrpSpPr>
            <a:grpSpLocks/>
          </p:cNvGrpSpPr>
          <p:nvPr/>
        </p:nvGrpSpPr>
        <p:grpSpPr bwMode="auto">
          <a:xfrm>
            <a:off x="1087438" y="2484438"/>
            <a:ext cx="2660650" cy="2825750"/>
            <a:chOff x="412" y="1347"/>
            <a:chExt cx="1676" cy="1780"/>
          </a:xfrm>
        </p:grpSpPr>
        <p:grpSp>
          <p:nvGrpSpPr>
            <p:cNvPr id="52231" name="Group 21">
              <a:extLst>
                <a:ext uri="{FF2B5EF4-FFF2-40B4-BE49-F238E27FC236}">
                  <a16:creationId xmlns:a16="http://schemas.microsoft.com/office/drawing/2014/main" id="{217DCCC4-A704-5FC3-CC38-BC684C510B3D}"/>
                </a:ext>
              </a:extLst>
            </p:cNvPr>
            <p:cNvGrpSpPr>
              <a:grpSpLocks/>
            </p:cNvGrpSpPr>
            <p:nvPr/>
          </p:nvGrpSpPr>
          <p:grpSpPr bwMode="auto">
            <a:xfrm>
              <a:off x="1442" y="1917"/>
              <a:ext cx="646" cy="1210"/>
              <a:chOff x="1442" y="1917"/>
              <a:chExt cx="646" cy="1210"/>
            </a:xfrm>
          </p:grpSpPr>
          <p:sp>
            <p:nvSpPr>
              <p:cNvPr id="52234" name="Text Box 22">
                <a:extLst>
                  <a:ext uri="{FF2B5EF4-FFF2-40B4-BE49-F238E27FC236}">
                    <a16:creationId xmlns:a16="http://schemas.microsoft.com/office/drawing/2014/main" id="{223B283D-F4A9-4678-2E16-F71511DB8EF0}"/>
                  </a:ext>
                </a:extLst>
              </p:cNvPr>
              <p:cNvSpPr txBox="1">
                <a:spLocks noChangeArrowheads="1"/>
              </p:cNvSpPr>
              <p:nvPr/>
            </p:nvSpPr>
            <p:spPr bwMode="auto">
              <a:xfrm>
                <a:off x="1670" y="2259"/>
                <a:ext cx="294"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4000">
                    <a:solidFill>
                      <a:srgbClr val="FF0000"/>
                    </a:solidFill>
                    <a:latin typeface="Times New Roman" panose="02020603050405020304" pitchFamily="18" charset="0"/>
                  </a:rPr>
                  <a:t>P</a:t>
                </a:r>
              </a:p>
            </p:txBody>
          </p:sp>
          <p:sp>
            <p:nvSpPr>
              <p:cNvPr id="52235" name="Oval 23">
                <a:extLst>
                  <a:ext uri="{FF2B5EF4-FFF2-40B4-BE49-F238E27FC236}">
                    <a16:creationId xmlns:a16="http://schemas.microsoft.com/office/drawing/2014/main" id="{D0D81E13-EFAB-8CAC-1443-77306443D752}"/>
                  </a:ext>
                </a:extLst>
              </p:cNvPr>
              <p:cNvSpPr>
                <a:spLocks noChangeArrowheads="1"/>
              </p:cNvSpPr>
              <p:nvPr/>
            </p:nvSpPr>
            <p:spPr bwMode="auto">
              <a:xfrm>
                <a:off x="1636" y="2120"/>
                <a:ext cx="336" cy="7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grpSp>
            <p:nvGrpSpPr>
              <p:cNvPr id="52236" name="Group 24">
                <a:extLst>
                  <a:ext uri="{FF2B5EF4-FFF2-40B4-BE49-F238E27FC236}">
                    <a16:creationId xmlns:a16="http://schemas.microsoft.com/office/drawing/2014/main" id="{B2E05F59-1664-C2B7-BD51-B132BE59DDDB}"/>
                  </a:ext>
                </a:extLst>
              </p:cNvPr>
              <p:cNvGrpSpPr>
                <a:grpSpLocks/>
              </p:cNvGrpSpPr>
              <p:nvPr/>
            </p:nvGrpSpPr>
            <p:grpSpPr bwMode="auto">
              <a:xfrm>
                <a:off x="1714" y="2813"/>
                <a:ext cx="94" cy="312"/>
                <a:chOff x="1714" y="2813"/>
                <a:chExt cx="94" cy="312"/>
              </a:xfrm>
            </p:grpSpPr>
            <p:sp>
              <p:nvSpPr>
                <p:cNvPr id="52244" name="Line 25">
                  <a:extLst>
                    <a:ext uri="{FF2B5EF4-FFF2-40B4-BE49-F238E27FC236}">
                      <a16:creationId xmlns:a16="http://schemas.microsoft.com/office/drawing/2014/main" id="{81259F74-1088-3743-2087-EE4DD12DD54E}"/>
                    </a:ext>
                  </a:extLst>
                </p:cNvPr>
                <p:cNvSpPr>
                  <a:spLocks noChangeShapeType="1"/>
                </p:cNvSpPr>
                <p:nvPr/>
              </p:nvSpPr>
              <p:spPr bwMode="auto">
                <a:xfrm>
                  <a:off x="1722" y="2813"/>
                  <a:ext cx="0" cy="27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245" name="Oval 26">
                  <a:extLst>
                    <a:ext uri="{FF2B5EF4-FFF2-40B4-BE49-F238E27FC236}">
                      <a16:creationId xmlns:a16="http://schemas.microsoft.com/office/drawing/2014/main" id="{9F2A3A06-5711-2AC6-91C6-EC0E6B29DA3A}"/>
                    </a:ext>
                  </a:extLst>
                </p:cNvPr>
                <p:cNvSpPr>
                  <a:spLocks noChangeArrowheads="1"/>
                </p:cNvSpPr>
                <p:nvPr/>
              </p:nvSpPr>
              <p:spPr bwMode="auto">
                <a:xfrm>
                  <a:off x="1714" y="3078"/>
                  <a:ext cx="94" cy="47"/>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grpSp>
          <p:grpSp>
            <p:nvGrpSpPr>
              <p:cNvPr id="52237" name="Group 27">
                <a:extLst>
                  <a:ext uri="{FF2B5EF4-FFF2-40B4-BE49-F238E27FC236}">
                    <a16:creationId xmlns:a16="http://schemas.microsoft.com/office/drawing/2014/main" id="{F5739ACF-19D0-3EAF-3FD3-234BF5B8F230}"/>
                  </a:ext>
                </a:extLst>
              </p:cNvPr>
              <p:cNvGrpSpPr>
                <a:grpSpLocks/>
              </p:cNvGrpSpPr>
              <p:nvPr/>
            </p:nvGrpSpPr>
            <p:grpSpPr bwMode="auto">
              <a:xfrm>
                <a:off x="1880" y="2815"/>
                <a:ext cx="94" cy="312"/>
                <a:chOff x="1714" y="2813"/>
                <a:chExt cx="94" cy="312"/>
              </a:xfrm>
            </p:grpSpPr>
            <p:sp>
              <p:nvSpPr>
                <p:cNvPr id="52242" name="Line 28">
                  <a:extLst>
                    <a:ext uri="{FF2B5EF4-FFF2-40B4-BE49-F238E27FC236}">
                      <a16:creationId xmlns:a16="http://schemas.microsoft.com/office/drawing/2014/main" id="{0EAB7C11-F0C5-EC06-B0B7-71D45952C96E}"/>
                    </a:ext>
                  </a:extLst>
                </p:cNvPr>
                <p:cNvSpPr>
                  <a:spLocks noChangeShapeType="1"/>
                </p:cNvSpPr>
                <p:nvPr/>
              </p:nvSpPr>
              <p:spPr bwMode="auto">
                <a:xfrm>
                  <a:off x="1722" y="2813"/>
                  <a:ext cx="0" cy="27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243" name="Oval 29">
                  <a:extLst>
                    <a:ext uri="{FF2B5EF4-FFF2-40B4-BE49-F238E27FC236}">
                      <a16:creationId xmlns:a16="http://schemas.microsoft.com/office/drawing/2014/main" id="{D81A2B46-B7EA-11B5-BA91-53FE10464136}"/>
                    </a:ext>
                  </a:extLst>
                </p:cNvPr>
                <p:cNvSpPr>
                  <a:spLocks noChangeArrowheads="1"/>
                </p:cNvSpPr>
                <p:nvPr/>
              </p:nvSpPr>
              <p:spPr bwMode="auto">
                <a:xfrm>
                  <a:off x="1714" y="3078"/>
                  <a:ext cx="94" cy="47"/>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grpSp>
          <p:sp>
            <p:nvSpPr>
              <p:cNvPr id="52238" name="Line 30">
                <a:extLst>
                  <a:ext uri="{FF2B5EF4-FFF2-40B4-BE49-F238E27FC236}">
                    <a16:creationId xmlns:a16="http://schemas.microsoft.com/office/drawing/2014/main" id="{86BF2538-6B94-C660-3927-392558BE1CF8}"/>
                  </a:ext>
                </a:extLst>
              </p:cNvPr>
              <p:cNvSpPr>
                <a:spLocks noChangeShapeType="1"/>
              </p:cNvSpPr>
              <p:nvPr/>
            </p:nvSpPr>
            <p:spPr bwMode="auto">
              <a:xfrm flipV="1">
                <a:off x="1800" y="2073"/>
                <a:ext cx="16" cy="4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239" name="Oval 31">
                <a:extLst>
                  <a:ext uri="{FF2B5EF4-FFF2-40B4-BE49-F238E27FC236}">
                    <a16:creationId xmlns:a16="http://schemas.microsoft.com/office/drawing/2014/main" id="{94ED202B-386D-B4C6-4BB6-3D9E46898993}"/>
                  </a:ext>
                </a:extLst>
              </p:cNvPr>
              <p:cNvSpPr>
                <a:spLocks noChangeArrowheads="1"/>
              </p:cNvSpPr>
              <p:nvPr/>
            </p:nvSpPr>
            <p:spPr bwMode="auto">
              <a:xfrm>
                <a:off x="1746" y="1917"/>
                <a:ext cx="210" cy="1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52240" name="Line 32">
                <a:extLst>
                  <a:ext uri="{FF2B5EF4-FFF2-40B4-BE49-F238E27FC236}">
                    <a16:creationId xmlns:a16="http://schemas.microsoft.com/office/drawing/2014/main" id="{909D1E85-23EC-5F97-F761-0909D6BDE869}"/>
                  </a:ext>
                </a:extLst>
              </p:cNvPr>
              <p:cNvSpPr>
                <a:spLocks noChangeShapeType="1"/>
              </p:cNvSpPr>
              <p:nvPr/>
            </p:nvSpPr>
            <p:spPr bwMode="auto">
              <a:xfrm flipH="1" flipV="1">
                <a:off x="1442" y="2229"/>
                <a:ext cx="202" cy="1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241" name="Line 33">
                <a:extLst>
                  <a:ext uri="{FF2B5EF4-FFF2-40B4-BE49-F238E27FC236}">
                    <a16:creationId xmlns:a16="http://schemas.microsoft.com/office/drawing/2014/main" id="{313FB230-D890-F991-AEF6-8884937B7828}"/>
                  </a:ext>
                </a:extLst>
              </p:cNvPr>
              <p:cNvSpPr>
                <a:spLocks noChangeShapeType="1"/>
              </p:cNvSpPr>
              <p:nvPr/>
            </p:nvSpPr>
            <p:spPr bwMode="auto">
              <a:xfrm flipV="1">
                <a:off x="1972" y="2315"/>
                <a:ext cx="116" cy="9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52232" name="Text Box 34">
              <a:extLst>
                <a:ext uri="{FF2B5EF4-FFF2-40B4-BE49-F238E27FC236}">
                  <a16:creationId xmlns:a16="http://schemas.microsoft.com/office/drawing/2014/main" id="{B95CCC46-D74C-A4AB-22F3-681E11B28486}"/>
                </a:ext>
              </a:extLst>
            </p:cNvPr>
            <p:cNvSpPr txBox="1">
              <a:spLocks noChangeArrowheads="1"/>
            </p:cNvSpPr>
            <p:nvPr/>
          </p:nvSpPr>
          <p:spPr bwMode="auto">
            <a:xfrm>
              <a:off x="479" y="1347"/>
              <a:ext cx="1110" cy="3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r>
                <a:rPr lang="en-US" altLang="en-US" sz="1600">
                  <a:solidFill>
                    <a:srgbClr val="FF0000"/>
                  </a:solidFill>
                  <a:latin typeface="Times New Roman" panose="02020603050405020304" pitchFamily="18" charset="0"/>
                </a:rPr>
                <a:t>I can do everything</a:t>
              </a:r>
            </a:p>
            <a:p>
              <a:pPr algn="ctr" eaLnBrk="1" hangingPunct="1">
                <a:spcBef>
                  <a:spcPct val="20000"/>
                </a:spcBef>
              </a:pPr>
              <a:r>
                <a:rPr lang="en-US" altLang="en-US" sz="1600">
                  <a:solidFill>
                    <a:srgbClr val="FF0000"/>
                  </a:solidFill>
                  <a:latin typeface="Times New Roman" panose="02020603050405020304" pitchFamily="18" charset="0"/>
                </a:rPr>
                <a:t>you can do!</a:t>
              </a:r>
              <a:endParaRPr lang="en-US" altLang="en-US" sz="2800">
                <a:solidFill>
                  <a:srgbClr val="FF0000"/>
                </a:solidFill>
                <a:latin typeface="Times New Roman" panose="02020603050405020304" pitchFamily="18" charset="0"/>
              </a:endParaRPr>
            </a:p>
          </p:txBody>
        </p:sp>
        <p:sp>
          <p:nvSpPr>
            <p:cNvPr id="52233" name="AutoShape 35">
              <a:extLst>
                <a:ext uri="{FF2B5EF4-FFF2-40B4-BE49-F238E27FC236}">
                  <a16:creationId xmlns:a16="http://schemas.microsoft.com/office/drawing/2014/main" id="{619FACDD-FEEC-E6CE-B3D3-0A3ED06302E6}"/>
                </a:ext>
              </a:extLst>
            </p:cNvPr>
            <p:cNvSpPr>
              <a:spLocks noChangeArrowheads="1"/>
            </p:cNvSpPr>
            <p:nvPr/>
          </p:nvSpPr>
          <p:spPr bwMode="auto">
            <a:xfrm>
              <a:off x="412" y="1372"/>
              <a:ext cx="1185" cy="389"/>
            </a:xfrm>
            <a:prstGeom prst="wedgeRoundRectCallout">
              <a:avLst>
                <a:gd name="adj1" fmla="val 62153"/>
                <a:gd name="adj2" fmla="val 111954"/>
                <a:gd name="adj3" fmla="val 16667"/>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20000"/>
                </a:spcBef>
              </a:pPr>
              <a:endParaRPr lang="en-US" altLang="en-US" sz="2800">
                <a:latin typeface="Times New Roman" panose="02020603050405020304" pitchFamily="18" charset="0"/>
              </a:endParaRPr>
            </a:p>
          </p:txBody>
        </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Title 1">
            <a:extLst>
              <a:ext uri="{FF2B5EF4-FFF2-40B4-BE49-F238E27FC236}">
                <a16:creationId xmlns:a16="http://schemas.microsoft.com/office/drawing/2014/main" id="{97EA8789-C3D3-44FC-DFDC-91EA4EFF8117}"/>
              </a:ext>
            </a:extLst>
          </p:cNvPr>
          <p:cNvSpPr>
            <a:spLocks noGrp="1"/>
          </p:cNvSpPr>
          <p:nvPr>
            <p:ph type="ctrTitle"/>
          </p:nvPr>
        </p:nvSpPr>
        <p:spPr/>
        <p:txBody>
          <a:bodyPr/>
          <a:lstStyle/>
          <a:p>
            <a:pPr eaLnBrk="1" hangingPunct="1"/>
            <a:r>
              <a:rPr lang="en-US" altLang="en-US">
                <a:solidFill>
                  <a:srgbClr val="0000FF"/>
                </a:solidFill>
                <a:ea typeface="ＭＳ Ｐゴシック" panose="020B0600070205080204" pitchFamily="34" charset="-128"/>
              </a:rPr>
              <a:t>Process Equivalences</a:t>
            </a:r>
          </a:p>
        </p:txBody>
      </p:sp>
      <p:sp>
        <p:nvSpPr>
          <p:cNvPr id="53250" name="Subtitle 1">
            <a:extLst>
              <a:ext uri="{FF2B5EF4-FFF2-40B4-BE49-F238E27FC236}">
                <a16:creationId xmlns:a16="http://schemas.microsoft.com/office/drawing/2014/main" id="{B616C9EE-8C89-EB38-9BD8-C9C39FFB02CE}"/>
              </a:ext>
            </a:extLst>
          </p:cNvPr>
          <p:cNvSpPr>
            <a:spLocks noGrp="1"/>
          </p:cNvSpPr>
          <p:nvPr>
            <p:ph type="subTitle" idx="1"/>
          </p:nvPr>
        </p:nvSpPr>
        <p:spPr/>
        <p:txBody>
          <a:bodyPr/>
          <a:lstStyle/>
          <a:p>
            <a:r>
              <a:rPr lang="en-US" altLang="en-US">
                <a:solidFill>
                  <a:srgbClr val="898989"/>
                </a:solidFill>
                <a:ea typeface="ＭＳ Ｐゴシック" panose="020B0600070205080204" pitchFamily="34" charset="-128"/>
              </a:rPr>
              <a:t>When are two processes </a:t>
            </a:r>
            <a:r>
              <a:rPr lang="en-US" altLang="en-US">
                <a:solidFill>
                  <a:srgbClr val="FF0000"/>
                </a:solidFill>
                <a:ea typeface="ＭＳ Ｐゴシック" panose="020B0600070205080204" pitchFamily="34" charset="-128"/>
              </a:rPr>
              <a:t>“the same”</a:t>
            </a:r>
            <a:r>
              <a:rPr lang="en-US" altLang="ja-JP">
                <a:solidFill>
                  <a:srgbClr val="898989"/>
                </a:solidFill>
                <a:ea typeface="ＭＳ Ｐゴシック" panose="020B0600070205080204" pitchFamily="34" charset="-128"/>
              </a:rPr>
              <a:t>?</a:t>
            </a:r>
            <a:endParaRPr lang="en-US" altLang="en-US">
              <a:solidFill>
                <a:srgbClr val="898989"/>
              </a:solidFill>
              <a:ea typeface="ＭＳ Ｐゴシック" panose="020B0600070205080204" pitchFamily="34" charset="-128"/>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Title 1">
            <a:extLst>
              <a:ext uri="{FF2B5EF4-FFF2-40B4-BE49-F238E27FC236}">
                <a16:creationId xmlns:a16="http://schemas.microsoft.com/office/drawing/2014/main" id="{D13BF39B-6CBB-0C3E-A13A-605293AFCAB3}"/>
              </a:ext>
            </a:extLst>
          </p:cNvPr>
          <p:cNvSpPr>
            <a:spLocks noGrp="1"/>
          </p:cNvSpPr>
          <p:nvPr>
            <p:ph type="title"/>
          </p:nvPr>
        </p:nvSpPr>
        <p:spPr/>
        <p:txBody>
          <a:bodyPr/>
          <a:lstStyle/>
          <a:p>
            <a:pPr eaLnBrk="1" hangingPunct="1"/>
            <a:r>
              <a:rPr lang="en-US" altLang="en-US">
                <a:solidFill>
                  <a:srgbClr val="0000FF"/>
                </a:solidFill>
                <a:ea typeface="ＭＳ Ｐゴシック" panose="020B0600070205080204" pitchFamily="34" charset="-128"/>
              </a:rPr>
              <a:t>Test Equivalence</a:t>
            </a:r>
          </a:p>
        </p:txBody>
      </p:sp>
      <p:sp>
        <p:nvSpPr>
          <p:cNvPr id="54274" name="Content Placeholder 2">
            <a:extLst>
              <a:ext uri="{FF2B5EF4-FFF2-40B4-BE49-F238E27FC236}">
                <a16:creationId xmlns:a16="http://schemas.microsoft.com/office/drawing/2014/main" id="{66870E01-F07A-66FF-1660-98B5EBDDE3BD}"/>
              </a:ext>
            </a:extLst>
          </p:cNvPr>
          <p:cNvSpPr>
            <a:spLocks noGrp="1"/>
          </p:cNvSpPr>
          <p:nvPr>
            <p:ph idx="1"/>
          </p:nvPr>
        </p:nvSpPr>
        <p:spPr/>
        <p:txBody>
          <a:bodyPr/>
          <a:lstStyle/>
          <a:p>
            <a:pPr eaLnBrk="1" hangingPunct="1"/>
            <a:r>
              <a:rPr lang="en-US" altLang="en-US">
                <a:ea typeface="ＭＳ Ｐゴシック" panose="020B0600070205080204" pitchFamily="34" charset="-128"/>
              </a:rPr>
              <a:t>References: </a:t>
            </a:r>
          </a:p>
          <a:p>
            <a:pPr marL="971550" lvl="1" indent="-514350" eaLnBrk="1" hangingPunct="1">
              <a:buFont typeface="Calibri" panose="020F0502020204030204" pitchFamily="34" charset="0"/>
              <a:buAutoNum type="arabicPeriod"/>
            </a:pPr>
            <a:r>
              <a:rPr lang="en-US" altLang="en-US">
                <a:ea typeface="ＭＳ Ｐゴシック" panose="020B0600070205080204" pitchFamily="34" charset="-128"/>
              </a:rPr>
              <a:t>Testing Equivalences for Processes, Theoretical Computer Science 34 (1984) Pages 83-133.</a:t>
            </a:r>
          </a:p>
          <a:p>
            <a:pPr marL="1371600" lvl="2" indent="-514350" eaLnBrk="1" hangingPunct="1">
              <a:buFont typeface="Calibri" panose="020F0502020204030204" pitchFamily="34" charset="0"/>
              <a:buAutoNum type="arabicPeriod"/>
            </a:pPr>
            <a:r>
              <a:rPr lang="en-US" altLang="en-US">
                <a:solidFill>
                  <a:srgbClr val="0000FF"/>
                </a:solidFill>
                <a:ea typeface="ＭＳ Ｐゴシック" panose="020B0600070205080204" pitchFamily="34" charset="-128"/>
              </a:rPr>
              <a:t>We need only the first Section</a:t>
            </a:r>
          </a:p>
          <a:p>
            <a:pPr marL="971550" lvl="1" indent="-514350" eaLnBrk="1" hangingPunct="1">
              <a:buFont typeface="Calibri" panose="020F0502020204030204" pitchFamily="34" charset="0"/>
              <a:buAutoNum type="arabicPeriod"/>
            </a:pPr>
            <a:r>
              <a:rPr lang="en-US" altLang="en-US">
                <a:ea typeface="ＭＳ Ｐゴシック" panose="020B0600070205080204" pitchFamily="34" charset="-128"/>
              </a:rPr>
              <a:t>Testing equivalence as a Bisumulation Equivalence, Rance Cleveland and Matthew Hennessey, CAV 1989 </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Title 1">
            <a:extLst>
              <a:ext uri="{FF2B5EF4-FFF2-40B4-BE49-F238E27FC236}">
                <a16:creationId xmlns:a16="http://schemas.microsoft.com/office/drawing/2014/main" id="{830F321F-52D4-FE65-9A4B-9984C0F3D20D}"/>
              </a:ext>
            </a:extLst>
          </p:cNvPr>
          <p:cNvSpPr>
            <a:spLocks noGrp="1"/>
          </p:cNvSpPr>
          <p:nvPr>
            <p:ph type="title"/>
          </p:nvPr>
        </p:nvSpPr>
        <p:spPr/>
        <p:txBody>
          <a:bodyPr/>
          <a:lstStyle/>
          <a:p>
            <a:pPr eaLnBrk="1" hangingPunct="1"/>
            <a:r>
              <a:rPr lang="en-US" altLang="en-US">
                <a:solidFill>
                  <a:srgbClr val="0000FF"/>
                </a:solidFill>
                <a:ea typeface="ＭＳ Ｐゴシック" panose="020B0600070205080204" pitchFamily="34" charset="-128"/>
              </a:rPr>
              <a:t>The Basic Concept </a:t>
            </a:r>
          </a:p>
        </p:txBody>
      </p:sp>
      <p:sp>
        <p:nvSpPr>
          <p:cNvPr id="55298" name="Content Placeholder 2">
            <a:extLst>
              <a:ext uri="{FF2B5EF4-FFF2-40B4-BE49-F238E27FC236}">
                <a16:creationId xmlns:a16="http://schemas.microsoft.com/office/drawing/2014/main" id="{FE87C236-6BC3-C1CD-5582-933487D153DD}"/>
              </a:ext>
            </a:extLst>
          </p:cNvPr>
          <p:cNvSpPr>
            <a:spLocks noGrp="1"/>
          </p:cNvSpPr>
          <p:nvPr>
            <p:ph idx="1"/>
          </p:nvPr>
        </p:nvSpPr>
        <p:spPr>
          <a:xfrm>
            <a:off x="457200" y="1600200"/>
            <a:ext cx="8348663" cy="4525963"/>
          </a:xfrm>
        </p:spPr>
        <p:txBody>
          <a:bodyPr/>
          <a:lstStyle/>
          <a:p>
            <a:pPr eaLnBrk="1" hangingPunct="1"/>
            <a:r>
              <a:rPr lang="en-US" altLang="en-US">
                <a:ea typeface="ＭＳ Ｐゴシック" panose="020B0600070205080204" pitchFamily="34" charset="-128"/>
              </a:rPr>
              <a:t>The Given a set of processes, and a set of tests determine if they are equivalent. </a:t>
            </a:r>
          </a:p>
          <a:p>
            <a:pPr eaLnBrk="1" hangingPunct="1"/>
            <a:r>
              <a:rPr lang="en-US" altLang="en-US">
                <a:ea typeface="ＭＳ Ｐゴシック" panose="020B0600070205080204" pitchFamily="34" charset="-128"/>
              </a:rPr>
              <a:t>What constitutes a </a:t>
            </a:r>
            <a:r>
              <a:rPr lang="ja-JP" altLang="en-US">
                <a:ea typeface="ＭＳ Ｐゴシック" panose="020B0600070205080204" pitchFamily="34" charset="-128"/>
              </a:rPr>
              <a:t>“</a:t>
            </a:r>
            <a:r>
              <a:rPr lang="en-US" altLang="ja-JP">
                <a:ea typeface="ＭＳ Ｐゴシック" panose="020B0600070205080204" pitchFamily="34" charset="-128"/>
              </a:rPr>
              <a:t>process</a:t>
            </a:r>
            <a:r>
              <a:rPr lang="ja-JP" altLang="en-US">
                <a:ea typeface="ＭＳ Ｐゴシック" panose="020B0600070205080204" pitchFamily="34" charset="-128"/>
              </a:rPr>
              <a:t>”</a:t>
            </a:r>
            <a:r>
              <a:rPr lang="en-US" altLang="ja-JP">
                <a:ea typeface="ＭＳ Ｐゴシック" panose="020B0600070205080204" pitchFamily="34" charset="-128"/>
              </a:rPr>
              <a:t>?</a:t>
            </a:r>
          </a:p>
          <a:p>
            <a:pPr lvl="1" eaLnBrk="1" hangingPunct="1"/>
            <a:r>
              <a:rPr lang="en-US" altLang="en-US">
                <a:ea typeface="ＭＳ Ｐゴシック" panose="020B0600070205080204" pitchFamily="34" charset="-128"/>
              </a:rPr>
              <a:t>A CSP Process </a:t>
            </a:r>
          </a:p>
          <a:p>
            <a:pPr lvl="1" eaLnBrk="1" hangingPunct="1"/>
            <a:r>
              <a:rPr lang="en-US" altLang="en-US">
                <a:ea typeface="ＭＳ Ｐゴシック" panose="020B0600070205080204" pitchFamily="34" charset="-128"/>
              </a:rPr>
              <a:t>A </a:t>
            </a:r>
            <a:r>
              <a:rPr lang="en-US" altLang="en-US">
                <a:ea typeface="ＭＳ Ｐゴシック" panose="020B0600070205080204" pitchFamily="34" charset="-128"/>
                <a:sym typeface="Symbol" pitchFamily="2" charset="2"/>
              </a:rPr>
              <a:t></a:t>
            </a:r>
            <a:r>
              <a:rPr lang="en-US" altLang="en-US">
                <a:ea typeface="ＭＳ Ｐゴシック" panose="020B0600070205080204" pitchFamily="34" charset="-128"/>
              </a:rPr>
              <a:t> -calculus process</a:t>
            </a:r>
          </a:p>
          <a:p>
            <a:pPr lvl="1" eaLnBrk="1" hangingPunct="1"/>
            <a:r>
              <a:rPr lang="en-US" altLang="en-US">
                <a:ea typeface="ＭＳ Ｐゴシック" panose="020B0600070205080204" pitchFamily="34" charset="-128"/>
              </a:rPr>
              <a:t>(Reference 1 uses CCS processes, we do not cover )</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Title 1">
            <a:extLst>
              <a:ext uri="{FF2B5EF4-FFF2-40B4-BE49-F238E27FC236}">
                <a16:creationId xmlns:a16="http://schemas.microsoft.com/office/drawing/2014/main" id="{D10ADECE-32F9-3994-8A5A-B39D3AD075A9}"/>
              </a:ext>
            </a:extLst>
          </p:cNvPr>
          <p:cNvSpPr>
            <a:spLocks noGrp="1"/>
          </p:cNvSpPr>
          <p:nvPr>
            <p:ph type="title"/>
          </p:nvPr>
        </p:nvSpPr>
        <p:spPr/>
        <p:txBody>
          <a:bodyPr/>
          <a:lstStyle/>
          <a:p>
            <a:pPr eaLnBrk="1" hangingPunct="1"/>
            <a:r>
              <a:rPr lang="en-US" altLang="en-US">
                <a:solidFill>
                  <a:srgbClr val="0000FF"/>
                </a:solidFill>
                <a:ea typeface="ＭＳ Ｐゴシック" panose="020B0600070205080204" pitchFamily="34" charset="-128"/>
              </a:rPr>
              <a:t>Definitions</a:t>
            </a:r>
          </a:p>
        </p:txBody>
      </p:sp>
      <p:sp>
        <p:nvSpPr>
          <p:cNvPr id="3" name="Content Placeholder 2">
            <a:extLst>
              <a:ext uri="{FF2B5EF4-FFF2-40B4-BE49-F238E27FC236}">
                <a16:creationId xmlns:a16="http://schemas.microsoft.com/office/drawing/2014/main" id="{C392977F-A620-5472-E896-4A64CE11F746}"/>
              </a:ext>
            </a:extLst>
          </p:cNvPr>
          <p:cNvSpPr>
            <a:spLocks noGrp="1"/>
          </p:cNvSpPr>
          <p:nvPr>
            <p:ph idx="1"/>
          </p:nvPr>
        </p:nvSpPr>
        <p:spPr/>
        <p:txBody>
          <a:bodyPr>
            <a:normAutofit/>
          </a:bodyPr>
          <a:lstStyle/>
          <a:p>
            <a:pPr eaLnBrk="1" hangingPunct="1"/>
            <a:r>
              <a:rPr lang="en-US" altLang="en-US">
                <a:ea typeface="ＭＳ Ｐゴシック" panose="020B0600070205080204" pitchFamily="34" charset="-128"/>
              </a:rPr>
              <a:t>A process is modeled as a set of state transitions</a:t>
            </a:r>
          </a:p>
          <a:p>
            <a:pPr lvl="1" eaLnBrk="1" hangingPunct="1"/>
            <a:r>
              <a:rPr lang="en-US" altLang="en-US">
                <a:solidFill>
                  <a:srgbClr val="FF0000"/>
                </a:solidFill>
                <a:ea typeface="ＭＳ Ｐゴシック" panose="020B0600070205080204" pitchFamily="34" charset="-128"/>
              </a:rPr>
              <a:t>States</a:t>
            </a:r>
            <a:r>
              <a:rPr lang="en-US" altLang="en-US">
                <a:ea typeface="ＭＳ Ｐゴシック" panose="020B0600070205080204" pitchFamily="34" charset="-128"/>
              </a:rPr>
              <a:t>: a predefined set of states </a:t>
            </a:r>
            <a:r>
              <a:rPr lang="ja-JP" altLang="en-US">
                <a:ea typeface="ＭＳ Ｐゴシック" panose="020B0600070205080204" pitchFamily="34" charset="-128"/>
              </a:rPr>
              <a:t>“</a:t>
            </a:r>
            <a:r>
              <a:rPr lang="en-US" altLang="ja-JP">
                <a:ea typeface="ＭＳ Ｐゴシック" panose="020B0600070205080204" pitchFamily="34" charset="-128"/>
              </a:rPr>
              <a:t>s</a:t>
            </a:r>
            <a:r>
              <a:rPr lang="ja-JP" altLang="en-US">
                <a:ea typeface="ＭＳ Ｐゴシック" panose="020B0600070205080204" pitchFamily="34" charset="-128"/>
              </a:rPr>
              <a:t>”</a:t>
            </a:r>
            <a:r>
              <a:rPr lang="en-US" altLang="ja-JP">
                <a:ea typeface="ＭＳ Ｐゴシック" panose="020B0600070205080204" pitchFamily="34" charset="-128"/>
              </a:rPr>
              <a:t> ranges over </a:t>
            </a:r>
            <a:r>
              <a:rPr lang="en-US" altLang="ja-JP">
                <a:solidFill>
                  <a:srgbClr val="0000FF"/>
                </a:solidFill>
                <a:ea typeface="ＭＳ Ｐゴシック" panose="020B0600070205080204" pitchFamily="34" charset="-128"/>
              </a:rPr>
              <a:t>States</a:t>
            </a:r>
            <a:r>
              <a:rPr lang="en-US" altLang="ja-JP">
                <a:ea typeface="ＭＳ Ｐゴシック" panose="020B0600070205080204" pitchFamily="34" charset="-128"/>
              </a:rPr>
              <a:t>.</a:t>
            </a:r>
          </a:p>
          <a:p>
            <a:pPr lvl="1" eaLnBrk="1" hangingPunct="1"/>
            <a:r>
              <a:rPr lang="en-US" altLang="en-US">
                <a:solidFill>
                  <a:srgbClr val="0000FF"/>
                </a:solidFill>
                <a:ea typeface="ＭＳ Ｐゴシック" panose="020B0600070205080204" pitchFamily="34" charset="-128"/>
              </a:rPr>
              <a:t>O: </a:t>
            </a:r>
            <a:r>
              <a:rPr lang="en-US" altLang="en-US">
                <a:ea typeface="ＭＳ Ｐゴシック" panose="020B0600070205080204" pitchFamily="34" charset="-128"/>
              </a:rPr>
              <a:t>A set of observers </a:t>
            </a:r>
          </a:p>
          <a:p>
            <a:pPr lvl="1" eaLnBrk="1" hangingPunct="1"/>
            <a:r>
              <a:rPr lang="en-US" altLang="en-US">
                <a:solidFill>
                  <a:srgbClr val="0000FF"/>
                </a:solidFill>
                <a:ea typeface="ＭＳ Ｐゴシック" panose="020B0600070205080204" pitchFamily="34" charset="-128"/>
              </a:rPr>
              <a:t>P: </a:t>
            </a:r>
            <a:r>
              <a:rPr lang="en-US" altLang="en-US">
                <a:ea typeface="ＭＳ Ｐゴシック" panose="020B0600070205080204" pitchFamily="34" charset="-128"/>
              </a:rPr>
              <a:t>A set of processes</a:t>
            </a:r>
          </a:p>
          <a:p>
            <a:pPr lvl="1" eaLnBrk="1" hangingPunct="1"/>
            <a:r>
              <a:rPr lang="en-US" altLang="en-US">
                <a:ea typeface="ＭＳ Ｐゴシック" panose="020B0600070205080204" pitchFamily="34" charset="-128"/>
              </a:rPr>
              <a:t>The effect of an observer performing a </a:t>
            </a:r>
            <a:r>
              <a:rPr lang="en-US" altLang="en-US">
                <a:solidFill>
                  <a:srgbClr val="0000FF"/>
                </a:solidFill>
                <a:ea typeface="ＭＳ Ｐゴシック" panose="020B0600070205080204" pitchFamily="34" charset="-128"/>
              </a:rPr>
              <a:t>test </a:t>
            </a:r>
            <a:r>
              <a:rPr lang="en-US" altLang="en-US">
                <a:ea typeface="ＭＳ Ｐゴシック" panose="020B0600070205080204" pitchFamily="34" charset="-128"/>
              </a:rPr>
              <a:t>is a </a:t>
            </a:r>
            <a:r>
              <a:rPr lang="en-US" altLang="en-US">
                <a:solidFill>
                  <a:srgbClr val="0000FF"/>
                </a:solidFill>
                <a:ea typeface="ＭＳ Ｐゴシック" panose="020B0600070205080204" pitchFamily="34" charset="-128"/>
              </a:rPr>
              <a:t>computation</a:t>
            </a:r>
            <a:r>
              <a:rPr lang="en-US" altLang="en-US">
                <a:ea typeface="ＭＳ Ｐゴシック" panose="020B0600070205080204" pitchFamily="34" charset="-128"/>
              </a:rPr>
              <a:t>.</a:t>
            </a:r>
          </a:p>
          <a:p>
            <a:pPr lvl="1" eaLnBrk="1" hangingPunct="1"/>
            <a:r>
              <a:rPr lang="en-US" altLang="en-US">
                <a:solidFill>
                  <a:srgbClr val="0000FF"/>
                </a:solidFill>
                <a:ea typeface="ＭＳ Ｐゴシック" panose="020B0600070205080204" pitchFamily="34" charset="-128"/>
              </a:rPr>
              <a:t>Success </a:t>
            </a:r>
            <a:r>
              <a:rPr lang="en-US" altLang="en-US">
                <a:solidFill>
                  <a:srgbClr val="0000FF"/>
                </a:solidFill>
                <a:effectLst>
                  <a:outerShdw blurRad="38100" dist="38100" dir="2700000" algn="tl">
                    <a:srgbClr val="C0C0C0"/>
                  </a:outerShdw>
                </a:effectLst>
                <a:latin typeface="Arial" panose="020B0604020202020204" pitchFamily="34" charset="0"/>
                <a:ea typeface="ＭＳ Ｐゴシック" panose="020B0600070205080204" pitchFamily="34" charset="-128"/>
                <a:sym typeface="Symbol" pitchFamily="2" charset="2"/>
              </a:rPr>
              <a:t> States</a:t>
            </a:r>
            <a:r>
              <a:rPr lang="en-US" altLang="en-US">
                <a:solidFill>
                  <a:srgbClr val="000000"/>
                </a:solidFill>
                <a:effectLst>
                  <a:outerShdw blurRad="38100" dist="38100" dir="2700000" algn="tl">
                    <a:srgbClr val="C0C0C0"/>
                  </a:outerShdw>
                </a:effectLst>
                <a:latin typeface="Arial" panose="020B0604020202020204" pitchFamily="34" charset="0"/>
                <a:ea typeface="ＭＳ Ｐゴシック" panose="020B0600070205080204" pitchFamily="34" charset="-128"/>
                <a:sym typeface="Symbol" pitchFamily="2" charset="2"/>
              </a:rPr>
              <a:t>:</a:t>
            </a:r>
            <a:r>
              <a:rPr lang="en-US" altLang="en-US" b="1">
                <a:solidFill>
                  <a:srgbClr val="000000"/>
                </a:solidFill>
                <a:effectLst>
                  <a:outerShdw blurRad="38100" dist="38100" dir="2700000" algn="tl">
                    <a:srgbClr val="C0C0C0"/>
                  </a:outerShdw>
                </a:effectLst>
                <a:latin typeface="Arial" panose="020B0604020202020204" pitchFamily="34" charset="0"/>
                <a:ea typeface="ＭＳ Ｐゴシック" panose="020B0600070205080204" pitchFamily="34" charset="-128"/>
                <a:sym typeface="Symbol" pitchFamily="2" charset="2"/>
              </a:rPr>
              <a:t> </a:t>
            </a:r>
            <a:r>
              <a:rPr lang="en-US" altLang="en-US">
                <a:solidFill>
                  <a:srgbClr val="000000"/>
                </a:solidFill>
                <a:effectLst>
                  <a:outerShdw blurRad="38100" dist="38100" dir="2700000" algn="tl">
                    <a:srgbClr val="C0C0C0"/>
                  </a:outerShdw>
                </a:effectLst>
                <a:latin typeface="Arial" panose="020B0604020202020204" pitchFamily="34" charset="0"/>
                <a:ea typeface="ＭＳ Ｐゴシック" panose="020B0600070205080204" pitchFamily="34" charset="-128"/>
                <a:sym typeface="Symbol" pitchFamily="2" charset="2"/>
              </a:rPr>
              <a:t>The set of successful states</a:t>
            </a:r>
            <a:endParaRPr lang="en-US" altLang="en-US">
              <a:solidFill>
                <a:srgbClr val="000000"/>
              </a:solidFill>
              <a:ea typeface="ＭＳ Ｐゴシック" panose="020B0600070205080204" pitchFamily="34" charset="-128"/>
            </a:endParaRPr>
          </a:p>
          <a:p>
            <a:pPr lvl="1" eaLnBrk="1" hangingPunct="1"/>
            <a:endParaRPr lang="en-US" altLang="en-US">
              <a:ea typeface="ＭＳ Ｐゴシック" panose="020B0600070205080204" pitchFamily="34" charset="-128"/>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Title 1">
            <a:extLst>
              <a:ext uri="{FF2B5EF4-FFF2-40B4-BE49-F238E27FC236}">
                <a16:creationId xmlns:a16="http://schemas.microsoft.com/office/drawing/2014/main" id="{206A71A1-C648-0788-7A55-C44B91A24E63}"/>
              </a:ext>
            </a:extLst>
          </p:cNvPr>
          <p:cNvSpPr>
            <a:spLocks noGrp="1"/>
          </p:cNvSpPr>
          <p:nvPr>
            <p:ph type="title"/>
          </p:nvPr>
        </p:nvSpPr>
        <p:spPr/>
        <p:txBody>
          <a:bodyPr/>
          <a:lstStyle/>
          <a:p>
            <a:pPr eaLnBrk="1" hangingPunct="1"/>
            <a:r>
              <a:rPr lang="en-US" altLang="en-US">
                <a:solidFill>
                  <a:srgbClr val="0000FF"/>
                </a:solidFill>
                <a:ea typeface="ＭＳ Ｐゴシック" panose="020B0600070205080204" pitchFamily="34" charset="-128"/>
              </a:rPr>
              <a:t>Definitions - 2</a:t>
            </a:r>
          </a:p>
        </p:txBody>
      </p:sp>
      <p:sp>
        <p:nvSpPr>
          <p:cNvPr id="57346" name="Content Placeholder 2">
            <a:extLst>
              <a:ext uri="{FF2B5EF4-FFF2-40B4-BE49-F238E27FC236}">
                <a16:creationId xmlns:a16="http://schemas.microsoft.com/office/drawing/2014/main" id="{CBF186EC-688D-D06E-DAE3-7F2182A9BFB9}"/>
              </a:ext>
            </a:extLst>
          </p:cNvPr>
          <p:cNvSpPr>
            <a:spLocks noGrp="1"/>
          </p:cNvSpPr>
          <p:nvPr>
            <p:ph idx="1"/>
          </p:nvPr>
        </p:nvSpPr>
        <p:spPr/>
        <p:txBody>
          <a:bodyPr/>
          <a:lstStyle/>
          <a:p>
            <a:pPr lvl="1" eaLnBrk="1" hangingPunct="1"/>
            <a:r>
              <a:rPr lang="en-US" altLang="en-US">
                <a:solidFill>
                  <a:srgbClr val="FF0000"/>
                </a:solidFill>
                <a:ea typeface="ＭＳ Ｐゴシック" panose="020B0600070205080204" pitchFamily="34" charset="-128"/>
              </a:rPr>
              <a:t>Partial States: </a:t>
            </a:r>
            <a:r>
              <a:rPr lang="en-US" altLang="en-US">
                <a:ea typeface="ＭＳ Ｐゴシック" panose="020B0600070205080204" pitchFamily="34" charset="-128"/>
              </a:rPr>
              <a:t>a state whose properties are undefined, denoted by  </a:t>
            </a:r>
            <a:r>
              <a:rPr lang="en-US" altLang="en-US">
                <a:solidFill>
                  <a:srgbClr val="FF6600"/>
                </a:solidFill>
                <a:ea typeface="ＭＳ Ｐゴシック" panose="020B0600070205080204" pitchFamily="34" charset="-128"/>
              </a:rPr>
              <a:t>s</a:t>
            </a:r>
            <a:r>
              <a:rPr lang="en-US" altLang="en-US">
                <a:solidFill>
                  <a:srgbClr val="FF6600"/>
                </a:solidFill>
                <a:ea typeface="ＭＳ Ｐゴシック" panose="020B0600070205080204" pitchFamily="34" charset="-128"/>
                <a:sym typeface="Symbol" pitchFamily="2" charset="2"/>
              </a:rPr>
              <a:t></a:t>
            </a:r>
            <a:r>
              <a:rPr lang="en-US" altLang="en-US">
                <a:solidFill>
                  <a:srgbClr val="FF6600"/>
                </a:solidFill>
                <a:ea typeface="ＭＳ Ｐゴシック" panose="020B0600070205080204" pitchFamily="34" charset="-128"/>
              </a:rPr>
              <a:t> </a:t>
            </a:r>
            <a:r>
              <a:rPr lang="en-US" altLang="en-US">
                <a:ea typeface="ＭＳ Ｐゴシック" panose="020B0600070205080204" pitchFamily="34" charset="-128"/>
              </a:rPr>
              <a:t>(i.e. a partial state)</a:t>
            </a:r>
          </a:p>
          <a:p>
            <a:pPr lvl="2" eaLnBrk="1" hangingPunct="1"/>
            <a:r>
              <a:rPr lang="en-US" altLang="en-US">
                <a:ea typeface="ＭＳ Ｐゴシック" panose="020B0600070205080204" pitchFamily="34" charset="-128"/>
              </a:rPr>
              <a:t>So</a:t>
            </a:r>
            <a:r>
              <a:rPr lang="en-US" altLang="en-US">
                <a:solidFill>
                  <a:srgbClr val="FF6600"/>
                </a:solidFill>
                <a:ea typeface="ＭＳ Ｐゴシック" panose="020B0600070205080204" pitchFamily="34" charset="-128"/>
              </a:rPr>
              <a:t> s</a:t>
            </a:r>
            <a:r>
              <a:rPr lang="en-US" altLang="en-US">
                <a:solidFill>
                  <a:srgbClr val="FF6600"/>
                </a:solidFill>
                <a:ea typeface="ＭＳ Ｐゴシック" panose="020B0600070205080204" pitchFamily="34" charset="-128"/>
                <a:sym typeface="Symbol" pitchFamily="2" charset="2"/>
              </a:rPr>
              <a:t></a:t>
            </a:r>
            <a:r>
              <a:rPr lang="en-US" altLang="en-US">
                <a:solidFill>
                  <a:srgbClr val="FF6600"/>
                </a:solidFill>
                <a:ea typeface="ＭＳ Ｐゴシック" panose="020B0600070205080204" pitchFamily="34" charset="-128"/>
              </a:rPr>
              <a:t> </a:t>
            </a:r>
            <a:r>
              <a:rPr lang="en-US" altLang="en-US">
                <a:ea typeface="ＭＳ Ｐゴシック" panose="020B0600070205080204" pitchFamily="34" charset="-128"/>
              </a:rPr>
              <a:t>is a unary predicate </a:t>
            </a:r>
          </a:p>
          <a:p>
            <a:pPr lvl="2" eaLnBrk="1" hangingPunct="1"/>
            <a:r>
              <a:rPr lang="en-US" altLang="en-US">
                <a:ea typeface="ＭＳ Ｐゴシック" panose="020B0600070205080204" pitchFamily="34" charset="-128"/>
              </a:rPr>
              <a:t>Use </a:t>
            </a:r>
            <a:r>
              <a:rPr lang="en-US" altLang="en-US">
                <a:solidFill>
                  <a:srgbClr val="FF6600"/>
                </a:solidFill>
                <a:ea typeface="ＭＳ Ｐゴシック" panose="020B0600070205080204" pitchFamily="34" charset="-128"/>
              </a:rPr>
              <a:t>s</a:t>
            </a:r>
            <a:r>
              <a:rPr lang="en-US" altLang="en-US">
                <a:solidFill>
                  <a:srgbClr val="FF6600"/>
                </a:solidFill>
                <a:ea typeface="ＭＳ Ｐゴシック" panose="020B0600070205080204" pitchFamily="34" charset="-128"/>
                <a:sym typeface="Symbol" pitchFamily="2" charset="2"/>
              </a:rPr>
              <a:t></a:t>
            </a:r>
            <a:r>
              <a:rPr lang="en-US" altLang="en-US">
                <a:solidFill>
                  <a:srgbClr val="FF6600"/>
                </a:solidFill>
                <a:ea typeface="ＭＳ Ｐゴシック" panose="020B0600070205080204" pitchFamily="34" charset="-128"/>
              </a:rPr>
              <a:t> </a:t>
            </a:r>
            <a:r>
              <a:rPr lang="en-US" altLang="en-US">
                <a:ea typeface="ＭＳ Ｐゴシック" panose="020B0600070205080204" pitchFamily="34" charset="-128"/>
              </a:rPr>
              <a:t>for </a:t>
            </a:r>
            <a:r>
              <a:rPr lang="en-US" altLang="en-US">
                <a:solidFill>
                  <a:srgbClr val="FF6600"/>
                </a:solidFill>
                <a:ea typeface="ＭＳ Ｐゴシック" panose="020B0600070205080204" pitchFamily="34" charset="-128"/>
              </a:rPr>
              <a:t>not(s</a:t>
            </a:r>
            <a:r>
              <a:rPr lang="en-US" altLang="en-US">
                <a:solidFill>
                  <a:srgbClr val="FF6600"/>
                </a:solidFill>
                <a:ea typeface="ＭＳ Ｐゴシック" panose="020B0600070205080204" pitchFamily="34" charset="-128"/>
                <a:sym typeface="Symbol" pitchFamily="2" charset="2"/>
              </a:rPr>
              <a:t></a:t>
            </a:r>
            <a:r>
              <a:rPr lang="en-US" altLang="en-US">
                <a:solidFill>
                  <a:srgbClr val="FF6600"/>
                </a:solidFill>
                <a:ea typeface="ＭＳ Ｐゴシック" panose="020B0600070205080204" pitchFamily="34" charset="-128"/>
              </a:rPr>
              <a:t>)</a:t>
            </a:r>
          </a:p>
          <a:p>
            <a:pPr lvl="1" eaLnBrk="1" hangingPunct="1"/>
            <a:r>
              <a:rPr lang="en-US" altLang="en-US">
                <a:solidFill>
                  <a:srgbClr val="FF0000"/>
                </a:solidFill>
                <a:ea typeface="ＭＳ Ｐゴシック" panose="020B0600070205080204" pitchFamily="34" charset="-128"/>
              </a:rPr>
              <a:t>Divergence:</a:t>
            </a:r>
            <a:r>
              <a:rPr lang="en-US" altLang="en-US">
                <a:ea typeface="ＭＳ Ｐゴシック" panose="020B0600070205080204" pitchFamily="34" charset="-128"/>
              </a:rPr>
              <a:t> If </a:t>
            </a:r>
            <a:r>
              <a:rPr lang="ja-JP" altLang="en-US">
                <a:ea typeface="ＭＳ Ｐゴシック" panose="020B0600070205080204" pitchFamily="34" charset="-128"/>
              </a:rPr>
              <a:t>“</a:t>
            </a:r>
            <a:r>
              <a:rPr lang="en-US" altLang="ja-JP">
                <a:solidFill>
                  <a:srgbClr val="FF6600"/>
                </a:solidFill>
                <a:ea typeface="ＭＳ Ｐゴシック" panose="020B0600070205080204" pitchFamily="34" charset="-128"/>
              </a:rPr>
              <a:t>c</a:t>
            </a:r>
            <a:r>
              <a:rPr lang="ja-JP" altLang="en-US">
                <a:ea typeface="ＭＳ Ｐゴシック" panose="020B0600070205080204" pitchFamily="34" charset="-128"/>
              </a:rPr>
              <a:t>”</a:t>
            </a:r>
            <a:r>
              <a:rPr lang="en-US" altLang="ja-JP">
                <a:ea typeface="ＭＳ Ｐゴシック" panose="020B0600070205080204" pitchFamily="34" charset="-128"/>
              </a:rPr>
              <a:t> is a computation, then </a:t>
            </a:r>
            <a:r>
              <a:rPr lang="en-US" altLang="ja-JP">
                <a:solidFill>
                  <a:srgbClr val="FF6600"/>
                </a:solidFill>
                <a:ea typeface="ＭＳ Ｐゴシック" panose="020B0600070205080204" pitchFamily="34" charset="-128"/>
              </a:rPr>
              <a:t>c</a:t>
            </a:r>
            <a:r>
              <a:rPr lang="en-US" altLang="ja-JP">
                <a:solidFill>
                  <a:srgbClr val="FF6600"/>
                </a:solidFill>
                <a:ea typeface="ＭＳ Ｐゴシック" panose="020B0600070205080204" pitchFamily="34" charset="-128"/>
                <a:sym typeface="Symbol" pitchFamily="2" charset="2"/>
              </a:rPr>
              <a:t></a:t>
            </a:r>
            <a:r>
              <a:rPr lang="en-US" altLang="ja-JP">
                <a:solidFill>
                  <a:srgbClr val="0000FF"/>
                </a:solidFill>
                <a:ea typeface="ＭＳ Ｐゴシック" panose="020B0600070205080204" pitchFamily="34" charset="-128"/>
              </a:rPr>
              <a:t>  </a:t>
            </a:r>
            <a:r>
              <a:rPr lang="en-US" altLang="ja-JP">
                <a:ea typeface="ＭＳ Ｐゴシック" panose="020B0600070205080204" pitchFamily="34" charset="-128"/>
              </a:rPr>
              <a:t>denotes that </a:t>
            </a:r>
            <a:r>
              <a:rPr lang="ja-JP" altLang="en-US">
                <a:ea typeface="ＭＳ Ｐゴシック" panose="020B0600070205080204" pitchFamily="34" charset="-128"/>
              </a:rPr>
              <a:t>“</a:t>
            </a:r>
            <a:r>
              <a:rPr lang="en-US" altLang="ja-JP">
                <a:solidFill>
                  <a:srgbClr val="FF6600"/>
                </a:solidFill>
                <a:ea typeface="ＭＳ Ｐゴシック" panose="020B0600070205080204" pitchFamily="34" charset="-128"/>
              </a:rPr>
              <a:t>c diverges</a:t>
            </a:r>
            <a:r>
              <a:rPr lang="ja-JP" altLang="en-US">
                <a:ea typeface="ＭＳ Ｐゴシック" panose="020B0600070205080204" pitchFamily="34" charset="-128"/>
              </a:rPr>
              <a:t>”</a:t>
            </a:r>
            <a:r>
              <a:rPr lang="en-US" altLang="ja-JP">
                <a:ea typeface="ＭＳ Ｐゴシック" panose="020B0600070205080204" pitchFamily="34" charset="-128"/>
              </a:rPr>
              <a:t>. That is if either </a:t>
            </a:r>
          </a:p>
          <a:p>
            <a:pPr lvl="2" eaLnBrk="1" hangingPunct="1"/>
            <a:r>
              <a:rPr lang="en-US" altLang="en-US">
                <a:solidFill>
                  <a:srgbClr val="0000FF"/>
                </a:solidFill>
                <a:ea typeface="ＭＳ Ｐゴシック" panose="020B0600070205080204" pitchFamily="34" charset="-128"/>
              </a:rPr>
              <a:t>c is unsuccessful </a:t>
            </a:r>
            <a:r>
              <a:rPr lang="en-US" altLang="en-US">
                <a:ea typeface="ＭＳ Ｐゴシック" panose="020B0600070205080204" pitchFamily="34" charset="-128"/>
              </a:rPr>
              <a:t>OR </a:t>
            </a:r>
            <a:r>
              <a:rPr lang="en-US" altLang="en-US">
                <a:solidFill>
                  <a:srgbClr val="008000"/>
                </a:solidFill>
                <a:ea typeface="ＭＳ Ｐゴシック" panose="020B0600070205080204" pitchFamily="34" charset="-128"/>
                <a:sym typeface="Wingdings" pitchFamily="2" charset="2"/>
              </a:rPr>
              <a:t> means wrong result!</a:t>
            </a:r>
            <a:endParaRPr lang="en-US" altLang="en-US">
              <a:solidFill>
                <a:srgbClr val="008000"/>
              </a:solidFill>
              <a:ea typeface="ＭＳ Ｐゴシック" panose="020B0600070205080204" pitchFamily="34" charset="-128"/>
            </a:endParaRPr>
          </a:p>
          <a:p>
            <a:pPr lvl="2" eaLnBrk="1" hangingPunct="1"/>
            <a:r>
              <a:rPr lang="en-US" altLang="en-US">
                <a:ea typeface="ＭＳ Ｐゴシック" panose="020B0600070205080204" pitchFamily="34" charset="-128"/>
              </a:rPr>
              <a:t>c contains a state </a:t>
            </a:r>
            <a:r>
              <a:rPr lang="en-US" altLang="en-US">
                <a:solidFill>
                  <a:srgbClr val="0000FF"/>
                </a:solidFill>
                <a:ea typeface="ＭＳ Ｐゴシック" panose="020B0600070205080204" pitchFamily="34" charset="-128"/>
              </a:rPr>
              <a:t>s</a:t>
            </a:r>
            <a:r>
              <a:rPr lang="en-US" altLang="en-US">
                <a:ea typeface="ＭＳ Ｐゴシック" panose="020B0600070205080204" pitchFamily="34" charset="-128"/>
              </a:rPr>
              <a:t> such that </a:t>
            </a:r>
            <a:r>
              <a:rPr lang="en-US" altLang="en-US">
                <a:solidFill>
                  <a:srgbClr val="0000FF"/>
                </a:solidFill>
                <a:ea typeface="ＭＳ Ｐゴシック" panose="020B0600070205080204" pitchFamily="34" charset="-128"/>
              </a:rPr>
              <a:t>s</a:t>
            </a:r>
            <a:r>
              <a:rPr lang="en-US" altLang="en-US">
                <a:solidFill>
                  <a:srgbClr val="0000FF"/>
                </a:solidFill>
                <a:ea typeface="ＭＳ Ｐゴシック" panose="020B0600070205080204" pitchFamily="34" charset="-128"/>
                <a:sym typeface="Symbol" pitchFamily="2" charset="2"/>
              </a:rPr>
              <a:t></a:t>
            </a:r>
            <a:r>
              <a:rPr lang="en-US" altLang="en-US">
                <a:ea typeface="ＭＳ Ｐゴシック" panose="020B0600070205080204" pitchFamily="34" charset="-128"/>
              </a:rPr>
              <a:t>  and s is not preceded by a successful state.</a:t>
            </a:r>
          </a:p>
          <a:p>
            <a:pPr lvl="2" eaLnBrk="1" hangingPunct="1"/>
            <a:r>
              <a:rPr lang="en-US" altLang="en-US">
                <a:ea typeface="ＭＳ Ｐゴシック" panose="020B0600070205080204" pitchFamily="34" charset="-128"/>
              </a:rPr>
              <a:t>Use </a:t>
            </a:r>
            <a:r>
              <a:rPr lang="en-US" altLang="en-US">
                <a:solidFill>
                  <a:srgbClr val="0000FF"/>
                </a:solidFill>
                <a:ea typeface="ＭＳ Ｐゴシック" panose="020B0600070205080204" pitchFamily="34" charset="-128"/>
              </a:rPr>
              <a:t>c</a:t>
            </a:r>
            <a:r>
              <a:rPr lang="en-US" altLang="en-US">
                <a:solidFill>
                  <a:srgbClr val="0000FF"/>
                </a:solidFill>
                <a:ea typeface="ＭＳ Ｐゴシック" panose="020B0600070205080204" pitchFamily="34" charset="-128"/>
                <a:sym typeface="Symbol" pitchFamily="2" charset="2"/>
              </a:rPr>
              <a:t></a:t>
            </a:r>
            <a:r>
              <a:rPr lang="en-US" altLang="en-US">
                <a:solidFill>
                  <a:srgbClr val="0000FF"/>
                </a:solidFill>
                <a:ea typeface="ＭＳ Ｐゴシック" panose="020B0600070205080204" pitchFamily="34" charset="-128"/>
              </a:rPr>
              <a:t> </a:t>
            </a:r>
            <a:r>
              <a:rPr lang="en-US" altLang="en-US">
                <a:ea typeface="ＭＳ Ｐゴシック" panose="020B0600070205080204" pitchFamily="34" charset="-128"/>
              </a:rPr>
              <a:t>for </a:t>
            </a:r>
            <a:r>
              <a:rPr lang="en-US" altLang="en-US">
                <a:solidFill>
                  <a:srgbClr val="0000FF"/>
                </a:solidFill>
                <a:ea typeface="ＭＳ Ｐゴシック" panose="020B0600070205080204" pitchFamily="34" charset="-128"/>
              </a:rPr>
              <a:t>not(c</a:t>
            </a:r>
            <a:r>
              <a:rPr lang="en-US" altLang="en-US">
                <a:solidFill>
                  <a:srgbClr val="0000FF"/>
                </a:solidFill>
                <a:ea typeface="ＭＳ Ｐゴシック" panose="020B0600070205080204" pitchFamily="34" charset="-128"/>
                <a:sym typeface="Symbol" pitchFamily="2" charset="2"/>
              </a:rPr>
              <a:t></a:t>
            </a:r>
            <a:r>
              <a:rPr lang="en-US" altLang="en-US">
                <a:solidFill>
                  <a:srgbClr val="0000FF"/>
                </a:solidFill>
                <a:ea typeface="ＭＳ Ｐゴシック" panose="020B0600070205080204" pitchFamily="34" charset="-128"/>
              </a:rPr>
              <a:t> )</a:t>
            </a:r>
          </a:p>
          <a:p>
            <a:pPr lvl="1" eaLnBrk="1" hangingPunct="1"/>
            <a:endParaRPr lang="en-US" altLang="en-US">
              <a:ea typeface="ＭＳ Ｐゴシック" panose="020B0600070205080204" pitchFamily="34" charset="-128"/>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Title 1">
            <a:extLst>
              <a:ext uri="{FF2B5EF4-FFF2-40B4-BE49-F238E27FC236}">
                <a16:creationId xmlns:a16="http://schemas.microsoft.com/office/drawing/2014/main" id="{A6699AC9-767D-4DBA-317B-67E155EA40B3}"/>
              </a:ext>
            </a:extLst>
          </p:cNvPr>
          <p:cNvSpPr>
            <a:spLocks noGrp="1"/>
          </p:cNvSpPr>
          <p:nvPr>
            <p:ph type="title"/>
          </p:nvPr>
        </p:nvSpPr>
        <p:spPr/>
        <p:txBody>
          <a:bodyPr/>
          <a:lstStyle/>
          <a:p>
            <a:pPr eaLnBrk="1" hangingPunct="1"/>
            <a:r>
              <a:rPr lang="en-US" altLang="en-US">
                <a:solidFill>
                  <a:srgbClr val="0000FF"/>
                </a:solidFill>
                <a:ea typeface="ＭＳ Ｐゴシック" panose="020B0600070205080204" pitchFamily="34" charset="-128"/>
              </a:rPr>
              <a:t>An Example</a:t>
            </a:r>
          </a:p>
        </p:txBody>
      </p:sp>
      <p:sp>
        <p:nvSpPr>
          <p:cNvPr id="58370" name="Content Placeholder 2">
            <a:extLst>
              <a:ext uri="{FF2B5EF4-FFF2-40B4-BE49-F238E27FC236}">
                <a16:creationId xmlns:a16="http://schemas.microsoft.com/office/drawing/2014/main" id="{BCE187CF-F1C3-C49A-EC9E-AFD6AB1BFACF}"/>
              </a:ext>
            </a:extLst>
          </p:cNvPr>
          <p:cNvSpPr>
            <a:spLocks noGrp="1"/>
          </p:cNvSpPr>
          <p:nvPr>
            <p:ph idx="1"/>
          </p:nvPr>
        </p:nvSpPr>
        <p:spPr/>
        <p:txBody>
          <a:bodyPr/>
          <a:lstStyle/>
          <a:p>
            <a:pPr eaLnBrk="1" hangingPunct="1"/>
            <a:r>
              <a:rPr lang="en-US" altLang="en-US">
                <a:solidFill>
                  <a:srgbClr val="FF6600"/>
                </a:solidFill>
                <a:ea typeface="ＭＳ Ｐゴシック" panose="020B0600070205080204" pitchFamily="34" charset="-128"/>
              </a:rPr>
              <a:t>P</a:t>
            </a:r>
            <a:r>
              <a:rPr lang="en-US" altLang="en-US">
                <a:ea typeface="ＭＳ Ｐゴシック" panose="020B0600070205080204" pitchFamily="34" charset="-128"/>
              </a:rPr>
              <a:t> = set of numerical algorithms </a:t>
            </a:r>
          </a:p>
          <a:p>
            <a:pPr eaLnBrk="1" hangingPunct="1"/>
            <a:r>
              <a:rPr lang="en-US" altLang="en-US">
                <a:solidFill>
                  <a:srgbClr val="FF6600"/>
                </a:solidFill>
                <a:ea typeface="ＭＳ Ｐゴシック" panose="020B0600070205080204" pitchFamily="34" charset="-128"/>
              </a:rPr>
              <a:t>Observer O&lt;n,m&gt;: </a:t>
            </a:r>
            <a:r>
              <a:rPr lang="en-US" altLang="en-US">
                <a:ea typeface="ＭＳ Ｐゴシック" panose="020B0600070205080204" pitchFamily="34" charset="-128"/>
              </a:rPr>
              <a:t>attempts to determine if on input n program p outputs m.</a:t>
            </a:r>
          </a:p>
          <a:p>
            <a:pPr eaLnBrk="1" hangingPunct="1"/>
            <a:r>
              <a:rPr lang="en-US" altLang="en-US">
                <a:solidFill>
                  <a:srgbClr val="FF6600"/>
                </a:solidFill>
                <a:ea typeface="ＭＳ Ｐゴシック" panose="020B0600070205080204" pitchFamily="34" charset="-128"/>
              </a:rPr>
              <a:t>Comp(O&lt;n,m&gt;,p): </a:t>
            </a:r>
            <a:r>
              <a:rPr lang="en-US" altLang="en-US">
                <a:ea typeface="ＭＳ Ｐゴシック" panose="020B0600070205080204" pitchFamily="34" charset="-128"/>
              </a:rPr>
              <a:t>consists of </a:t>
            </a:r>
          </a:p>
          <a:p>
            <a:pPr lvl="1" eaLnBrk="1" hangingPunct="1"/>
            <a:r>
              <a:rPr lang="en-US" altLang="en-US">
                <a:ea typeface="ＭＳ Ｐゴシック" panose="020B0600070205080204" pitchFamily="34" charset="-128"/>
              </a:rPr>
              <a:t>A </a:t>
            </a:r>
            <a:r>
              <a:rPr lang="en-US" altLang="en-US">
                <a:solidFill>
                  <a:srgbClr val="3366FF"/>
                </a:solidFill>
                <a:ea typeface="ＭＳ Ｐゴシック" panose="020B0600070205080204" pitchFamily="34" charset="-128"/>
              </a:rPr>
              <a:t>computation generated by p, on input n, outputs m and halts in success state </a:t>
            </a:r>
            <a:r>
              <a:rPr lang="en-US" altLang="en-US">
                <a:ea typeface="ＭＳ Ｐゴシック" panose="020B0600070205080204" pitchFamily="34" charset="-128"/>
              </a:rPr>
              <a:t>OR</a:t>
            </a:r>
          </a:p>
          <a:p>
            <a:pPr lvl="1" eaLnBrk="1" hangingPunct="1"/>
            <a:r>
              <a:rPr lang="en-US" altLang="en-US">
                <a:ea typeface="ＭＳ Ｐゴシック" panose="020B0600070205080204" pitchFamily="34" charset="-128"/>
              </a:rPr>
              <a:t>If the computation </a:t>
            </a:r>
            <a:r>
              <a:rPr lang="en-US" altLang="en-US">
                <a:solidFill>
                  <a:srgbClr val="3366FF"/>
                </a:solidFill>
                <a:ea typeface="ＭＳ Ｐゴシック" panose="020B0600070205080204" pitchFamily="34" charset="-128"/>
              </a:rPr>
              <a:t>halts</a:t>
            </a:r>
            <a:r>
              <a:rPr lang="en-US" altLang="en-US">
                <a:ea typeface="ＭＳ Ｐゴシック" panose="020B0600070205080204" pitchFamily="34" charset="-128"/>
              </a:rPr>
              <a:t> and </a:t>
            </a:r>
            <a:r>
              <a:rPr lang="en-US" altLang="en-US">
                <a:solidFill>
                  <a:srgbClr val="3366FF"/>
                </a:solidFill>
                <a:ea typeface="ＭＳ Ｐゴシック" panose="020B0600070205080204" pitchFamily="34" charset="-128"/>
              </a:rPr>
              <a:t>out</a:t>
            </a:r>
            <a:r>
              <a:rPr lang="en-US" altLang="en-US">
                <a:ea typeface="ＭＳ Ｐゴシック" panose="020B0600070205080204" pitchFamily="34" charset="-128"/>
              </a:rPr>
              <a:t> </a:t>
            </a:r>
            <a:r>
              <a:rPr lang="en-US" altLang="en-US">
                <a:solidFill>
                  <a:srgbClr val="2402EE"/>
                </a:solidFill>
                <a:ea typeface="ＭＳ Ｐゴシック" panose="020B0600070205080204" pitchFamily="34" charset="-128"/>
              </a:rPr>
              <a:t>put is not m</a:t>
            </a:r>
            <a:r>
              <a:rPr lang="en-US" altLang="en-US">
                <a:ea typeface="ＭＳ Ｐゴシック" panose="020B0600070205080204" pitchFamily="34" charset="-128"/>
              </a:rPr>
              <a:t>, </a:t>
            </a:r>
          </a:p>
          <a:p>
            <a:pPr lvl="1" eaLnBrk="1" hangingPunct="1"/>
            <a:r>
              <a:rPr lang="en-US" altLang="en-US">
                <a:ea typeface="ＭＳ Ｐゴシック" panose="020B0600070205080204" pitchFamily="34" charset="-128"/>
              </a:rPr>
              <a:t>Or go to a </a:t>
            </a:r>
            <a:r>
              <a:rPr lang="en-US" altLang="en-US">
                <a:solidFill>
                  <a:srgbClr val="2402EE"/>
                </a:solidFill>
                <a:ea typeface="ＭＳ Ｐゴシック" panose="020B0600070205080204" pitchFamily="34" charset="-128"/>
              </a:rPr>
              <a:t>deadlock state</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Title 1">
            <a:extLst>
              <a:ext uri="{FF2B5EF4-FFF2-40B4-BE49-F238E27FC236}">
                <a16:creationId xmlns:a16="http://schemas.microsoft.com/office/drawing/2014/main" id="{B6158E50-8AD5-766C-9521-546A5F5900F9}"/>
              </a:ext>
            </a:extLst>
          </p:cNvPr>
          <p:cNvSpPr>
            <a:spLocks noGrp="1"/>
          </p:cNvSpPr>
          <p:nvPr>
            <p:ph type="title"/>
          </p:nvPr>
        </p:nvSpPr>
        <p:spPr/>
        <p:txBody>
          <a:bodyPr/>
          <a:lstStyle/>
          <a:p>
            <a:pPr eaLnBrk="1" hangingPunct="1"/>
            <a:r>
              <a:rPr lang="en-US" altLang="en-US">
                <a:solidFill>
                  <a:srgbClr val="0000FF"/>
                </a:solidFill>
                <a:ea typeface="ＭＳ Ｐゴシック" panose="020B0600070205080204" pitchFamily="34" charset="-128"/>
              </a:rPr>
              <a:t>Formulating a Test Result</a:t>
            </a:r>
          </a:p>
        </p:txBody>
      </p:sp>
      <p:sp>
        <p:nvSpPr>
          <p:cNvPr id="3" name="Content Placeholder 2">
            <a:extLst>
              <a:ext uri="{FF2B5EF4-FFF2-40B4-BE49-F238E27FC236}">
                <a16:creationId xmlns:a16="http://schemas.microsoft.com/office/drawing/2014/main" id="{3750F356-76E4-B9E2-5582-E369823A8AD0}"/>
              </a:ext>
            </a:extLst>
          </p:cNvPr>
          <p:cNvSpPr>
            <a:spLocks noGrp="1"/>
          </p:cNvSpPr>
          <p:nvPr>
            <p:ph idx="1"/>
          </p:nvPr>
        </p:nvSpPr>
        <p:spPr>
          <a:xfrm>
            <a:off x="206375" y="1600200"/>
            <a:ext cx="8480425" cy="4525963"/>
          </a:xfrm>
        </p:spPr>
        <p:txBody>
          <a:bodyPr rtlCol="0">
            <a:normAutofit/>
          </a:bodyPr>
          <a:lstStyle/>
          <a:p>
            <a:pPr eaLnBrk="1" fontAlgn="auto" hangingPunct="1">
              <a:spcAft>
                <a:spcPts val="0"/>
              </a:spcAft>
              <a:buFont typeface="Arial"/>
              <a:buChar char="•"/>
              <a:defRPr/>
            </a:pPr>
            <a:r>
              <a:rPr lang="en-US" dirty="0">
                <a:ea typeface="+mn-ea"/>
                <a:cs typeface="+mn-cs"/>
              </a:rPr>
              <a:t>For </a:t>
            </a:r>
            <a:r>
              <a:rPr lang="en-US" dirty="0" err="1">
                <a:ea typeface="+mn-ea"/>
                <a:cs typeface="+mn-cs"/>
              </a:rPr>
              <a:t>o</a:t>
            </a:r>
            <a:r>
              <a:rPr lang="en-US" dirty="0" err="1">
                <a:ea typeface="+mn-ea"/>
                <a:cs typeface="+mn-cs"/>
                <a:sym typeface="Symbol"/>
              </a:rPr>
              <a:t>O</a:t>
            </a:r>
            <a:r>
              <a:rPr lang="en-US" dirty="0">
                <a:ea typeface="+mn-ea"/>
                <a:cs typeface="+mn-cs"/>
                <a:sym typeface="Symbol"/>
              </a:rPr>
              <a:t> and </a:t>
            </a:r>
            <a:r>
              <a:rPr lang="en-US" dirty="0" err="1">
                <a:ea typeface="+mn-ea"/>
                <a:cs typeface="+mn-cs"/>
                <a:sym typeface="Symbol"/>
              </a:rPr>
              <a:t>pP</a:t>
            </a:r>
            <a:r>
              <a:rPr lang="en-US" dirty="0">
                <a:ea typeface="+mn-ea"/>
                <a:cs typeface="+mn-cs"/>
                <a:sym typeface="Symbol"/>
              </a:rPr>
              <a:t>, let R(</a:t>
            </a:r>
            <a:r>
              <a:rPr lang="en-US" dirty="0" err="1">
                <a:ea typeface="+mn-ea"/>
                <a:cs typeface="+mn-cs"/>
                <a:sym typeface="Symbol"/>
              </a:rPr>
              <a:t>o,p</a:t>
            </a:r>
            <a:r>
              <a:rPr lang="en-US" dirty="0">
                <a:ea typeface="+mn-ea"/>
                <a:cs typeface="+mn-cs"/>
                <a:sym typeface="Symbol"/>
              </a:rPr>
              <a:t>)  {,</a:t>
            </a:r>
            <a:r>
              <a:rPr lang="en-US" dirty="0">
                <a:solidFill>
                  <a:srgbClr val="000000"/>
                </a:solidFill>
                <a:effectLst>
                  <a:outerShdw blurRad="38100" dist="38100" dir="2700000" algn="tl">
                    <a:srgbClr val="DDDDDD"/>
                  </a:outerShdw>
                </a:effectLst>
                <a:latin typeface="Arial Unicode MS" charset="0"/>
                <a:cs typeface="Arial Unicode MS" charset="0"/>
              </a:rPr>
              <a:t>T</a:t>
            </a:r>
            <a:r>
              <a:rPr lang="en-US" dirty="0">
                <a:ea typeface="+mn-ea"/>
                <a:cs typeface="+mn-cs"/>
                <a:sym typeface="Symbol"/>
              </a:rPr>
              <a:t>} be the result set where</a:t>
            </a:r>
          </a:p>
          <a:p>
            <a:pPr marL="914400" lvl="1" indent="-514350" eaLnBrk="1" fontAlgn="auto" hangingPunct="1">
              <a:spcAft>
                <a:spcPts val="0"/>
              </a:spcAft>
              <a:buFont typeface="+mj-lt"/>
              <a:buAutoNum type="arabicPeriod"/>
              <a:defRPr/>
            </a:pPr>
            <a:r>
              <a:rPr lang="en-US" dirty="0">
                <a:ea typeface="+mn-ea"/>
              </a:rPr>
              <a:t> T</a:t>
            </a:r>
            <a:r>
              <a:rPr lang="en-US" dirty="0">
                <a:ea typeface="+mn-ea"/>
                <a:sym typeface="Symbol"/>
              </a:rPr>
              <a:t>R(</a:t>
            </a:r>
            <a:r>
              <a:rPr lang="en-US" dirty="0" err="1">
                <a:ea typeface="+mn-ea"/>
                <a:sym typeface="Symbol"/>
              </a:rPr>
              <a:t>o,p</a:t>
            </a:r>
            <a:r>
              <a:rPr lang="en-US" dirty="0">
                <a:ea typeface="+mn-ea"/>
                <a:sym typeface="Symbol"/>
              </a:rPr>
              <a:t>) if c Comp(</a:t>
            </a:r>
            <a:r>
              <a:rPr lang="en-US" dirty="0" err="1">
                <a:ea typeface="+mn-ea"/>
                <a:sym typeface="Symbol"/>
              </a:rPr>
              <a:t>o,p</a:t>
            </a:r>
            <a:r>
              <a:rPr lang="en-US" dirty="0">
                <a:ea typeface="+mn-ea"/>
                <a:sym typeface="Symbol"/>
              </a:rPr>
              <a:t>) where </a:t>
            </a:r>
            <a:r>
              <a:rPr lang="en-US" dirty="0" err="1">
                <a:ea typeface="+mn-ea"/>
                <a:sym typeface="Symbol"/>
              </a:rPr>
              <a:t>cSuccess</a:t>
            </a:r>
            <a:endParaRPr lang="en-US" dirty="0">
              <a:ea typeface="+mn-ea"/>
              <a:sym typeface="Symbol"/>
            </a:endParaRPr>
          </a:p>
          <a:p>
            <a:pPr marL="914400" lvl="1" indent="-514350" eaLnBrk="1" fontAlgn="auto" hangingPunct="1">
              <a:spcAft>
                <a:spcPts val="0"/>
              </a:spcAft>
              <a:buFont typeface="+mj-lt"/>
              <a:buAutoNum type="arabicPeriod"/>
              <a:defRPr/>
            </a:pPr>
            <a:r>
              <a:rPr lang="en-US" dirty="0" err="1">
                <a:ea typeface="+mn-ea"/>
                <a:sym typeface="Symbol"/>
              </a:rPr>
              <a:t>R(o,p</a:t>
            </a:r>
            <a:r>
              <a:rPr lang="en-US" dirty="0">
                <a:ea typeface="+mn-ea"/>
                <a:sym typeface="Symbol"/>
              </a:rPr>
              <a:t>) if </a:t>
            </a:r>
            <a:r>
              <a:rPr lang="en-US" dirty="0" err="1">
                <a:ea typeface="+mn-ea"/>
                <a:sym typeface="Symbol"/>
              </a:rPr>
              <a:t>c</a:t>
            </a:r>
            <a:r>
              <a:rPr lang="en-US" dirty="0">
                <a:ea typeface="+mn-ea"/>
                <a:sym typeface="Symbol"/>
              </a:rPr>
              <a:t> </a:t>
            </a:r>
            <a:r>
              <a:rPr lang="en-US" dirty="0" err="1">
                <a:ea typeface="+mn-ea"/>
                <a:sym typeface="Symbol"/>
              </a:rPr>
              <a:t>Comp(o,p</a:t>
            </a:r>
            <a:r>
              <a:rPr lang="en-US" dirty="0">
                <a:ea typeface="+mn-ea"/>
                <a:sym typeface="Symbol"/>
              </a:rPr>
              <a:t>) where </a:t>
            </a:r>
            <a:r>
              <a:rPr lang="en-US" dirty="0" err="1">
                <a:ea typeface="+mn-ea"/>
              </a:rPr>
              <a:t>c</a:t>
            </a:r>
            <a:r>
              <a:rPr lang="en-US" dirty="0" err="1">
                <a:ea typeface="+mn-ea"/>
                <a:sym typeface="Symbol"/>
              </a:rPr>
              <a:t></a:t>
            </a:r>
            <a:r>
              <a:rPr lang="en-US" dirty="0">
                <a:ea typeface="+mn-ea"/>
              </a:rPr>
              <a:t> </a:t>
            </a:r>
          </a:p>
          <a:p>
            <a:pPr marL="514350" indent="-514350" eaLnBrk="1" fontAlgn="auto" hangingPunct="1">
              <a:spcAft>
                <a:spcPts val="0"/>
              </a:spcAft>
              <a:buFont typeface="Arial"/>
              <a:buNone/>
              <a:defRPr/>
            </a:pPr>
            <a:endParaRPr lang="en-US" dirty="0">
              <a:ea typeface="+mn-ea"/>
              <a:cs typeface="+mn-cs"/>
            </a:endParaRPr>
          </a:p>
          <a:p>
            <a:pPr marL="514350" indent="-514350" eaLnBrk="1" fontAlgn="auto" hangingPunct="1">
              <a:spcAft>
                <a:spcPts val="0"/>
              </a:spcAft>
              <a:buFont typeface="Arial"/>
              <a:buNone/>
              <a:defRPr/>
            </a:pPr>
            <a:r>
              <a:rPr lang="en-US" u="sng" dirty="0">
                <a:ea typeface="+mn-ea"/>
                <a:cs typeface="+mn-cs"/>
              </a:rPr>
              <a:t>Note:</a:t>
            </a:r>
            <a:r>
              <a:rPr lang="en-US" dirty="0">
                <a:ea typeface="+mn-ea"/>
                <a:cs typeface="+mn-cs"/>
              </a:rPr>
              <a:t> we do not distinguish between test that results in deadlocks and test that diverge!</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Title 1">
            <a:extLst>
              <a:ext uri="{FF2B5EF4-FFF2-40B4-BE49-F238E27FC236}">
                <a16:creationId xmlns:a16="http://schemas.microsoft.com/office/drawing/2014/main" id="{53AB9E12-B262-126F-8B1A-7690FB703F96}"/>
              </a:ext>
            </a:extLst>
          </p:cNvPr>
          <p:cNvSpPr>
            <a:spLocks noGrp="1"/>
          </p:cNvSpPr>
          <p:nvPr>
            <p:ph type="title"/>
          </p:nvPr>
        </p:nvSpPr>
        <p:spPr/>
        <p:txBody>
          <a:bodyPr/>
          <a:lstStyle/>
          <a:p>
            <a:pPr eaLnBrk="1" hangingPunct="1"/>
            <a:r>
              <a:rPr lang="en-US" altLang="en-US">
                <a:solidFill>
                  <a:srgbClr val="0000FF"/>
                </a:solidFill>
                <a:ea typeface="ＭＳ Ｐゴシック" panose="020B0600070205080204" pitchFamily="34" charset="-128"/>
              </a:rPr>
              <a:t>Test Equivalence</a:t>
            </a:r>
          </a:p>
        </p:txBody>
      </p:sp>
      <p:sp>
        <p:nvSpPr>
          <p:cNvPr id="60418" name="Content Placeholder 2">
            <a:extLst>
              <a:ext uri="{FF2B5EF4-FFF2-40B4-BE49-F238E27FC236}">
                <a16:creationId xmlns:a16="http://schemas.microsoft.com/office/drawing/2014/main" id="{28C4FE2D-731F-0FBE-0C8C-8C6F5DB6C0E6}"/>
              </a:ext>
            </a:extLst>
          </p:cNvPr>
          <p:cNvSpPr>
            <a:spLocks noGrp="1"/>
          </p:cNvSpPr>
          <p:nvPr>
            <p:ph idx="1"/>
          </p:nvPr>
        </p:nvSpPr>
        <p:spPr/>
        <p:txBody>
          <a:bodyPr/>
          <a:lstStyle/>
          <a:p>
            <a:pPr eaLnBrk="1" hangingPunct="1">
              <a:lnSpc>
                <a:spcPct val="80000"/>
              </a:lnSpc>
            </a:pPr>
            <a:r>
              <a:rPr lang="en-US" altLang="en-US" sz="2500">
                <a:solidFill>
                  <a:srgbClr val="0000FF"/>
                </a:solidFill>
                <a:ea typeface="ＭＳ Ｐゴシック" panose="020B0600070205080204" pitchFamily="34" charset="-128"/>
              </a:rPr>
              <a:t>p </a:t>
            </a:r>
            <a:r>
              <a:rPr lang="en-US" altLang="en-US" sz="2500">
                <a:solidFill>
                  <a:srgbClr val="0000FF"/>
                </a:solidFill>
                <a:ea typeface="ＭＳ Ｐゴシック" panose="020B0600070205080204" pitchFamily="34" charset="-128"/>
                <a:sym typeface="Symbol" pitchFamily="2" charset="2"/>
              </a:rPr>
              <a:t></a:t>
            </a:r>
            <a:r>
              <a:rPr lang="en-US" altLang="en-US" sz="2500">
                <a:solidFill>
                  <a:srgbClr val="0000FF"/>
                </a:solidFill>
                <a:ea typeface="ＭＳ Ｐゴシック" panose="020B0600070205080204" pitchFamily="34" charset="-128"/>
              </a:rPr>
              <a:t> q if </a:t>
            </a:r>
            <a:r>
              <a:rPr lang="en-US" altLang="en-US" sz="2500">
                <a:solidFill>
                  <a:srgbClr val="0000FF"/>
                </a:solidFill>
                <a:ea typeface="ＭＳ Ｐゴシック" panose="020B0600070205080204" pitchFamily="34" charset="-128"/>
                <a:sym typeface="Symbol" pitchFamily="2" charset="2"/>
              </a:rPr>
              <a:t></a:t>
            </a:r>
            <a:r>
              <a:rPr lang="en-US" altLang="en-US" sz="2500">
                <a:solidFill>
                  <a:srgbClr val="0000FF"/>
                </a:solidFill>
                <a:ea typeface="ＭＳ Ｐゴシック" panose="020B0600070205080204" pitchFamily="34" charset="-128"/>
              </a:rPr>
              <a:t> o</a:t>
            </a:r>
            <a:r>
              <a:rPr lang="en-US" altLang="en-US" sz="2500">
                <a:solidFill>
                  <a:srgbClr val="0000FF"/>
                </a:solidFill>
                <a:ea typeface="ＭＳ Ｐゴシック" panose="020B0600070205080204" pitchFamily="34" charset="-128"/>
                <a:sym typeface="Symbol" pitchFamily="2" charset="2"/>
              </a:rPr>
              <a:t>O and </a:t>
            </a:r>
            <a:r>
              <a:rPr lang="en-US" altLang="en-US" sz="2500">
                <a:solidFill>
                  <a:srgbClr val="0000FF"/>
                </a:solidFill>
                <a:ea typeface="ＭＳ Ｐゴシック" panose="020B0600070205080204" pitchFamily="34" charset="-128"/>
              </a:rPr>
              <a:t> </a:t>
            </a:r>
            <a:r>
              <a:rPr lang="en-US" altLang="en-US" sz="2500">
                <a:solidFill>
                  <a:srgbClr val="0000FF"/>
                </a:solidFill>
                <a:ea typeface="ＭＳ Ｐゴシック" panose="020B0600070205080204" pitchFamily="34" charset="-128"/>
                <a:sym typeface="Symbol" pitchFamily="2" charset="2"/>
              </a:rPr>
              <a:t>pP, let R(o,p)=R(o,q) </a:t>
            </a:r>
            <a:r>
              <a:rPr lang="en-US" altLang="en-US" sz="2500">
                <a:solidFill>
                  <a:srgbClr val="0000FF"/>
                </a:solidFill>
                <a:ea typeface="ＭＳ Ｐゴシック" panose="020B0600070205080204" pitchFamily="34" charset="-128"/>
              </a:rPr>
              <a:t> </a:t>
            </a:r>
          </a:p>
          <a:p>
            <a:pPr lvl="1" eaLnBrk="1" hangingPunct="1">
              <a:lnSpc>
                <a:spcPct val="80000"/>
              </a:lnSpc>
              <a:buFont typeface="Arial" panose="020B0604020202020204" pitchFamily="34" charset="0"/>
              <a:buChar char="•"/>
            </a:pPr>
            <a:r>
              <a:rPr lang="en-US" altLang="en-US" sz="2200">
                <a:ea typeface="ＭＳ Ｐゴシック" panose="020B0600070205080204" pitchFamily="34" charset="-128"/>
              </a:rPr>
              <a:t>Who are the observers? </a:t>
            </a:r>
          </a:p>
          <a:p>
            <a:pPr lvl="1" eaLnBrk="1" hangingPunct="1">
              <a:lnSpc>
                <a:spcPct val="80000"/>
              </a:lnSpc>
              <a:buFont typeface="Arial" panose="020B0604020202020204" pitchFamily="34" charset="0"/>
              <a:buChar char="•"/>
            </a:pPr>
            <a:r>
              <a:rPr lang="en-US" altLang="en-US" sz="2200">
                <a:ea typeface="ＭＳ Ｐゴシック" panose="020B0600070205080204" pitchFamily="34" charset="-128"/>
              </a:rPr>
              <a:t>Processes themselves!</a:t>
            </a:r>
          </a:p>
          <a:p>
            <a:pPr lvl="1" eaLnBrk="1" hangingPunct="1">
              <a:lnSpc>
                <a:spcPct val="80000"/>
              </a:lnSpc>
              <a:buFont typeface="Arial" panose="020B0604020202020204" pitchFamily="34" charset="0"/>
              <a:buChar char="•"/>
            </a:pPr>
            <a:r>
              <a:rPr lang="en-US" altLang="en-US" sz="2200">
                <a:ea typeface="ＭＳ Ｐゴシック" panose="020B0600070205080204" pitchFamily="34" charset="-128"/>
              </a:rPr>
              <a:t>How do they “test” other processes?</a:t>
            </a:r>
          </a:p>
          <a:p>
            <a:pPr lvl="1" eaLnBrk="1" hangingPunct="1">
              <a:lnSpc>
                <a:spcPct val="80000"/>
              </a:lnSpc>
              <a:buFont typeface="Arial" panose="020B0604020202020204" pitchFamily="34" charset="0"/>
              <a:buChar char="•"/>
            </a:pPr>
            <a:r>
              <a:rPr lang="en-US" altLang="en-US" sz="2200">
                <a:ea typeface="ＭＳ Ｐゴシック" panose="020B0600070205080204" pitchFamily="34" charset="-128"/>
              </a:rPr>
              <a:t>By interacting through open (non private in </a:t>
            </a:r>
            <a:r>
              <a:rPr lang="en-US" altLang="en-US" sz="2200">
                <a:ea typeface="ＭＳ Ｐゴシック" panose="020B0600070205080204" pitchFamily="34" charset="-128"/>
                <a:sym typeface="Symbol" pitchFamily="2" charset="2"/>
              </a:rPr>
              <a:t></a:t>
            </a:r>
            <a:r>
              <a:rPr lang="en-US" altLang="en-US" sz="2200">
                <a:ea typeface="ＭＳ Ｐゴシック" panose="020B0600070205080204" pitchFamily="34" charset="-128"/>
              </a:rPr>
              <a:t> -calculus) channels!</a:t>
            </a:r>
          </a:p>
          <a:p>
            <a:pPr eaLnBrk="1" hangingPunct="1">
              <a:lnSpc>
                <a:spcPct val="80000"/>
              </a:lnSpc>
            </a:pPr>
            <a:r>
              <a:rPr lang="en-US" altLang="en-US" sz="2500">
                <a:solidFill>
                  <a:srgbClr val="0000FF"/>
                </a:solidFill>
                <a:ea typeface="ＭＳ Ｐゴシック" panose="020B0600070205080204" pitchFamily="34" charset="-128"/>
              </a:rPr>
              <a:t>So two processes are test equivalent if they react the same to all “test” (or interacting) processes</a:t>
            </a:r>
          </a:p>
          <a:p>
            <a:pPr eaLnBrk="1" hangingPunct="1">
              <a:lnSpc>
                <a:spcPct val="80000"/>
              </a:lnSpc>
            </a:pPr>
            <a:r>
              <a:rPr lang="en-US" altLang="en-US" sz="2500">
                <a:solidFill>
                  <a:srgbClr val="FF0000"/>
                </a:solidFill>
                <a:ea typeface="ＭＳ Ｐゴシック" panose="020B0600070205080204" pitchFamily="34" charset="-128"/>
              </a:rPr>
              <a:t>Is this all? </a:t>
            </a:r>
          </a:p>
          <a:p>
            <a:pPr lvl="1" eaLnBrk="1" hangingPunct="1">
              <a:lnSpc>
                <a:spcPct val="80000"/>
              </a:lnSpc>
            </a:pPr>
            <a:r>
              <a:rPr lang="en-US" altLang="en-US" sz="2200">
                <a:solidFill>
                  <a:srgbClr val="FF6600"/>
                </a:solidFill>
                <a:ea typeface="ＭＳ Ｐゴシック" panose="020B0600070205080204" pitchFamily="34" charset="-128"/>
              </a:rPr>
              <a:t>Not really? </a:t>
            </a:r>
            <a:r>
              <a:rPr lang="en-US" altLang="en-US" sz="2200">
                <a:ea typeface="ＭＳ Ｐゴシック" panose="020B0600070205080204" pitchFamily="34" charset="-128"/>
              </a:rPr>
              <a:t>Why?</a:t>
            </a:r>
          </a:p>
          <a:p>
            <a:pPr lvl="1" eaLnBrk="1" hangingPunct="1">
              <a:lnSpc>
                <a:spcPct val="80000"/>
              </a:lnSpc>
            </a:pPr>
            <a:r>
              <a:rPr lang="en-US" altLang="en-US" sz="2200">
                <a:ea typeface="ＭＳ Ｐゴシック" panose="020B0600070205080204" pitchFamily="34" charset="-128"/>
              </a:rPr>
              <a:t>In a non-deterministic concurrent process P </a:t>
            </a:r>
            <a:r>
              <a:rPr lang="en-US" altLang="en-US" sz="2200">
                <a:solidFill>
                  <a:srgbClr val="0000FF"/>
                </a:solidFill>
                <a:ea typeface="ＭＳ Ｐゴシック" panose="020B0600070205080204" pitchFamily="34" charset="-128"/>
              </a:rPr>
              <a:t>one interaction </a:t>
            </a:r>
            <a:r>
              <a:rPr lang="en-US" altLang="en-US" sz="2200">
                <a:ea typeface="ＭＳ Ｐゴシック" panose="020B0600070205080204" pitchFamily="34" charset="-128"/>
              </a:rPr>
              <a:t>session with process Q </a:t>
            </a:r>
            <a:r>
              <a:rPr lang="en-US" altLang="en-US" sz="2200">
                <a:solidFill>
                  <a:srgbClr val="0000FF"/>
                </a:solidFill>
                <a:ea typeface="ＭＳ Ｐゴシック" panose="020B0600070205080204" pitchFamily="34" charset="-128"/>
              </a:rPr>
              <a:t>may end in success</a:t>
            </a:r>
            <a:r>
              <a:rPr lang="en-US" altLang="en-US" sz="2200">
                <a:ea typeface="ＭＳ Ｐゴシック" panose="020B0600070205080204" pitchFamily="34" charset="-128"/>
              </a:rPr>
              <a:t>, but a </a:t>
            </a:r>
            <a:r>
              <a:rPr lang="en-US" altLang="en-US" sz="2200">
                <a:solidFill>
                  <a:srgbClr val="0000FF"/>
                </a:solidFill>
                <a:ea typeface="ＭＳ Ｐゴシック" panose="020B0600070205080204" pitchFamily="34" charset="-128"/>
              </a:rPr>
              <a:t>second may diverge!</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Title 1">
            <a:extLst>
              <a:ext uri="{FF2B5EF4-FFF2-40B4-BE49-F238E27FC236}">
                <a16:creationId xmlns:a16="http://schemas.microsoft.com/office/drawing/2014/main" id="{136987A6-5176-19FF-9329-EA4B0AE4B2C7}"/>
              </a:ext>
            </a:extLst>
          </p:cNvPr>
          <p:cNvSpPr>
            <a:spLocks noGrp="1"/>
          </p:cNvSpPr>
          <p:nvPr>
            <p:ph type="title"/>
          </p:nvPr>
        </p:nvSpPr>
        <p:spPr>
          <a:xfrm>
            <a:off x="457200" y="274638"/>
            <a:ext cx="8229600" cy="977900"/>
          </a:xfrm>
        </p:spPr>
        <p:txBody>
          <a:bodyPr/>
          <a:lstStyle/>
          <a:p>
            <a:pPr eaLnBrk="1" hangingPunct="1"/>
            <a:r>
              <a:rPr lang="en-US" altLang="en-US">
                <a:solidFill>
                  <a:srgbClr val="0000FF"/>
                </a:solidFill>
                <a:ea typeface="ＭＳ Ｐゴシック" panose="020B0600070205080204" pitchFamily="34" charset="-128"/>
              </a:rPr>
              <a:t>Can use Partial Orders to Compare</a:t>
            </a:r>
          </a:p>
        </p:txBody>
      </p:sp>
      <p:sp>
        <p:nvSpPr>
          <p:cNvPr id="3" name="Content Placeholder 2">
            <a:extLst>
              <a:ext uri="{FF2B5EF4-FFF2-40B4-BE49-F238E27FC236}">
                <a16:creationId xmlns:a16="http://schemas.microsoft.com/office/drawing/2014/main" id="{CA594432-3D45-2D87-A93D-30A7E2261CBA}"/>
              </a:ext>
            </a:extLst>
          </p:cNvPr>
          <p:cNvSpPr>
            <a:spLocks noGrp="1"/>
          </p:cNvSpPr>
          <p:nvPr>
            <p:ph idx="1"/>
          </p:nvPr>
        </p:nvSpPr>
        <p:spPr>
          <a:xfrm>
            <a:off x="457200" y="1252538"/>
            <a:ext cx="8229600" cy="5233987"/>
          </a:xfrm>
        </p:spPr>
        <p:txBody>
          <a:bodyPr>
            <a:normAutofit/>
          </a:bodyPr>
          <a:lstStyle/>
          <a:p>
            <a:pPr eaLnBrk="1" hangingPunct="1">
              <a:lnSpc>
                <a:spcPct val="80000"/>
              </a:lnSpc>
              <a:spcBef>
                <a:spcPct val="0"/>
              </a:spcBef>
              <a:buFont typeface="Arial" charset="0"/>
              <a:buChar char="•"/>
              <a:defRPr/>
            </a:pPr>
            <a:r>
              <a:rPr lang="en-US" sz="3000" dirty="0"/>
              <a:t>Given more finer comparison</a:t>
            </a:r>
          </a:p>
          <a:p>
            <a:pPr eaLnBrk="1" hangingPunct="1">
              <a:lnSpc>
                <a:spcPct val="80000"/>
              </a:lnSpc>
              <a:spcBef>
                <a:spcPct val="0"/>
              </a:spcBef>
              <a:buFont typeface="Arial" charset="0"/>
              <a:buChar char="•"/>
              <a:defRPr/>
            </a:pPr>
            <a:r>
              <a:rPr lang="en-US" sz="3000" dirty="0"/>
              <a:t>Can recover equivalence by defining </a:t>
            </a:r>
          </a:p>
          <a:p>
            <a:pPr eaLnBrk="1" hangingPunct="1">
              <a:lnSpc>
                <a:spcPct val="80000"/>
              </a:lnSpc>
              <a:spcBef>
                <a:spcPct val="0"/>
              </a:spcBef>
              <a:buFont typeface="Arial" charset="0"/>
              <a:buChar char="•"/>
              <a:defRPr/>
            </a:pPr>
            <a:r>
              <a:rPr lang="en-US" sz="3000" dirty="0"/>
              <a:t>Define</a:t>
            </a:r>
            <a:r>
              <a:rPr lang="en-US" sz="3000" dirty="0">
                <a:solidFill>
                  <a:srgbClr val="0000FF"/>
                </a:solidFill>
              </a:rPr>
              <a:t> p </a:t>
            </a:r>
            <a:r>
              <a:rPr lang="en-US" sz="3000" dirty="0">
                <a:solidFill>
                  <a:srgbClr val="0000FF"/>
                </a:solidFill>
                <a:sym typeface="Symbol" charset="0"/>
              </a:rPr>
              <a:t></a:t>
            </a:r>
            <a:r>
              <a:rPr lang="en-US" sz="3000" dirty="0">
                <a:solidFill>
                  <a:srgbClr val="0000FF"/>
                </a:solidFill>
              </a:rPr>
              <a:t> q </a:t>
            </a:r>
            <a:r>
              <a:rPr lang="en-US" sz="3000" dirty="0"/>
              <a:t>as </a:t>
            </a:r>
            <a:r>
              <a:rPr lang="en-US" sz="3000" dirty="0">
                <a:solidFill>
                  <a:srgbClr val="0000FF"/>
                </a:solidFill>
              </a:rPr>
              <a:t>p </a:t>
            </a:r>
            <a:r>
              <a:rPr lang="en-US" sz="3000" dirty="0">
                <a:solidFill>
                  <a:srgbClr val="0000FF"/>
                </a:solidFill>
                <a:effectLst>
                  <a:outerShdw blurRad="38100" dist="38100" dir="2700000" algn="tl">
                    <a:srgbClr val="DDDDDD"/>
                  </a:outerShdw>
                </a:effectLst>
                <a:latin typeface="Arial Unicode MS" charset="0"/>
                <a:cs typeface="Arial Unicode MS" charset="0"/>
              </a:rPr>
              <a:t>⊑ q and q ⊑ p</a:t>
            </a:r>
            <a:endParaRPr lang="en-US" sz="3000" dirty="0">
              <a:effectLst>
                <a:outerShdw blurRad="38100" dist="38100" dir="2700000" algn="tl">
                  <a:srgbClr val="DDDDDD"/>
                </a:outerShdw>
              </a:effectLst>
              <a:latin typeface="Arial Unicode MS" charset="0"/>
              <a:cs typeface="Arial Unicode MS" charset="0"/>
            </a:endParaRPr>
          </a:p>
          <a:p>
            <a:pPr eaLnBrk="1" hangingPunct="1">
              <a:lnSpc>
                <a:spcPct val="80000"/>
              </a:lnSpc>
              <a:spcBef>
                <a:spcPct val="0"/>
              </a:spcBef>
              <a:buFont typeface="Arial" charset="0"/>
              <a:buChar char="•"/>
              <a:defRPr/>
            </a:pPr>
            <a:r>
              <a:rPr lang="en-US" sz="3000" dirty="0">
                <a:solidFill>
                  <a:srgbClr val="000000"/>
                </a:solidFill>
                <a:effectLst>
                  <a:outerShdw blurRad="38100" dist="38100" dir="2700000" algn="tl">
                    <a:srgbClr val="DDDDDD"/>
                  </a:outerShdw>
                </a:effectLst>
                <a:latin typeface="Arial Unicode MS" charset="0"/>
                <a:cs typeface="Arial Unicode MS" charset="0"/>
              </a:rPr>
              <a:t>What options do we have to define ⊑?</a:t>
            </a:r>
          </a:p>
          <a:p>
            <a:pPr eaLnBrk="1" hangingPunct="1">
              <a:lnSpc>
                <a:spcPct val="80000"/>
              </a:lnSpc>
              <a:spcBef>
                <a:spcPct val="0"/>
              </a:spcBef>
              <a:buFont typeface="Arial" charset="0"/>
              <a:buChar char="•"/>
              <a:defRPr/>
            </a:pPr>
            <a:r>
              <a:rPr lang="en-US" sz="3000" dirty="0">
                <a:solidFill>
                  <a:srgbClr val="000000"/>
                </a:solidFill>
                <a:effectLst>
                  <a:outerShdw blurRad="38100" dist="38100" dir="2700000" algn="tl">
                    <a:srgbClr val="DDDDDD"/>
                  </a:outerShdw>
                </a:effectLst>
                <a:latin typeface="Arial Unicode MS" charset="0"/>
                <a:cs typeface="Arial Unicode MS" charset="0"/>
              </a:rPr>
              <a:t>Three common options </a:t>
            </a:r>
          </a:p>
          <a:p>
            <a:pPr eaLnBrk="1" hangingPunct="1">
              <a:lnSpc>
                <a:spcPct val="80000"/>
              </a:lnSpc>
              <a:spcBef>
                <a:spcPct val="0"/>
              </a:spcBef>
              <a:buFont typeface="Arial" charset="0"/>
              <a:buChar char="•"/>
              <a:defRPr/>
            </a:pPr>
            <a:endParaRPr lang="en-US" sz="3000" dirty="0">
              <a:solidFill>
                <a:srgbClr val="000000"/>
              </a:solidFill>
              <a:effectLst>
                <a:outerShdw blurRad="38100" dist="38100" dir="2700000" algn="tl">
                  <a:srgbClr val="DDDDDD"/>
                </a:outerShdw>
              </a:effectLst>
              <a:latin typeface="Arial Unicode MS" charset="0"/>
              <a:cs typeface="Arial Unicode MS" charset="0"/>
            </a:endParaRPr>
          </a:p>
          <a:p>
            <a:pPr eaLnBrk="1" hangingPunct="1">
              <a:lnSpc>
                <a:spcPct val="80000"/>
              </a:lnSpc>
              <a:spcBef>
                <a:spcPts val="163"/>
              </a:spcBef>
              <a:buFont typeface="Arial" charset="0"/>
              <a:buNone/>
              <a:defRPr/>
            </a:pPr>
            <a:r>
              <a:rPr lang="en-US" sz="3000" dirty="0">
                <a:solidFill>
                  <a:srgbClr val="000000"/>
                </a:solidFill>
                <a:effectLst>
                  <a:outerShdw blurRad="38100" dist="38100" dir="2700000" algn="tl">
                    <a:srgbClr val="DDDDDD"/>
                  </a:outerShdw>
                </a:effectLst>
                <a:latin typeface="Arial Unicode MS" charset="0"/>
                <a:cs typeface="Arial Unicode MS" charset="0"/>
              </a:rPr>
              <a:t>  {T}			{T}={T,</a:t>
            </a:r>
            <a:r>
              <a:rPr lang="en-US" sz="3000" dirty="0">
                <a:sym typeface="Symbol" charset="0"/>
              </a:rPr>
              <a:t> </a:t>
            </a:r>
            <a:r>
              <a:rPr lang="en-US" sz="3000" dirty="0"/>
              <a:t>}			</a:t>
            </a:r>
            <a:r>
              <a:rPr lang="en-US" sz="3000" dirty="0">
                <a:solidFill>
                  <a:srgbClr val="000000"/>
                </a:solidFill>
                <a:effectLst>
                  <a:outerShdw blurRad="38100" dist="38100" dir="2700000" algn="tl">
                    <a:srgbClr val="DDDDDD"/>
                  </a:outerShdw>
                </a:effectLst>
                <a:latin typeface="Arial Unicode MS" charset="0"/>
                <a:cs typeface="Arial Unicode MS" charset="0"/>
              </a:rPr>
              <a:t>{T}				</a:t>
            </a:r>
            <a:endParaRPr lang="en-US" sz="3000" dirty="0">
              <a:solidFill>
                <a:srgbClr val="000000"/>
              </a:solidFill>
            </a:endParaRPr>
          </a:p>
          <a:p>
            <a:pPr eaLnBrk="1" hangingPunct="1">
              <a:lnSpc>
                <a:spcPct val="80000"/>
              </a:lnSpc>
              <a:spcBef>
                <a:spcPts val="163"/>
              </a:spcBef>
              <a:buFont typeface="Arial" charset="0"/>
              <a:buNone/>
              <a:defRPr/>
            </a:pPr>
            <a:endParaRPr lang="en-US" sz="3000" dirty="0">
              <a:solidFill>
                <a:srgbClr val="000000"/>
              </a:solidFill>
              <a:effectLst>
                <a:outerShdw blurRad="38100" dist="38100" dir="2700000" algn="tl">
                  <a:srgbClr val="DDDDDD"/>
                </a:outerShdw>
              </a:effectLst>
              <a:latin typeface="Arial Unicode MS" charset="0"/>
              <a:cs typeface="Arial Unicode MS" charset="0"/>
            </a:endParaRPr>
          </a:p>
          <a:p>
            <a:pPr eaLnBrk="1" hangingPunct="1">
              <a:lnSpc>
                <a:spcPct val="80000"/>
              </a:lnSpc>
              <a:spcBef>
                <a:spcPts val="163"/>
              </a:spcBef>
              <a:buFont typeface="Arial" charset="0"/>
              <a:buNone/>
              <a:defRPr/>
            </a:pPr>
            <a:r>
              <a:rPr lang="en-US" sz="3000" dirty="0">
                <a:solidFill>
                  <a:srgbClr val="000000"/>
                </a:solidFill>
                <a:effectLst>
                  <a:outerShdw blurRad="38100" dist="38100" dir="2700000" algn="tl">
                    <a:srgbClr val="DDDDDD"/>
                  </a:outerShdw>
                </a:effectLst>
                <a:latin typeface="Arial Unicode MS" charset="0"/>
                <a:cs typeface="Arial Unicode MS" charset="0"/>
              </a:rPr>
              <a:t>{T,</a:t>
            </a:r>
            <a:r>
              <a:rPr lang="en-US" sz="3000" dirty="0">
                <a:sym typeface="Symbol" charset="0"/>
              </a:rPr>
              <a:t> </a:t>
            </a:r>
            <a:r>
              <a:rPr lang="en-US" sz="3000" dirty="0"/>
              <a:t>}		</a:t>
            </a:r>
            <a:r>
              <a:rPr lang="en-US" sz="3000" dirty="0">
                <a:solidFill>
                  <a:srgbClr val="000000"/>
                </a:solidFill>
                <a:effectLst>
                  <a:outerShdw blurRad="38100" dist="38100" dir="2700000" algn="tl">
                    <a:srgbClr val="DDDDDD"/>
                  </a:outerShdw>
                </a:effectLst>
                <a:latin typeface="Arial Unicode MS" charset="0"/>
                <a:cs typeface="Arial Unicode MS" charset="0"/>
              </a:rPr>
              <a:t>{T,</a:t>
            </a:r>
            <a:r>
              <a:rPr lang="en-US" sz="3000" dirty="0">
                <a:sym typeface="Symbol" charset="0"/>
              </a:rPr>
              <a:t> </a:t>
            </a:r>
            <a:r>
              <a:rPr lang="en-US" sz="3000" dirty="0"/>
              <a:t>}=</a:t>
            </a:r>
            <a:r>
              <a:rPr lang="en-US" sz="3000" dirty="0">
                <a:solidFill>
                  <a:srgbClr val="000000"/>
                </a:solidFill>
                <a:effectLst>
                  <a:outerShdw blurRad="38100" dist="38100" dir="2700000" algn="tl">
                    <a:srgbClr val="DDDDDD"/>
                  </a:outerShdw>
                </a:effectLst>
                <a:latin typeface="Arial Unicode MS" charset="0"/>
                <a:cs typeface="Arial Unicode MS" charset="0"/>
              </a:rPr>
              <a:t>{</a:t>
            </a:r>
            <a:r>
              <a:rPr lang="en-US" sz="3000" dirty="0">
                <a:sym typeface="Symbol" charset="0"/>
              </a:rPr>
              <a:t></a:t>
            </a:r>
            <a:r>
              <a:rPr lang="en-US" sz="3000" dirty="0"/>
              <a:t>}			</a:t>
            </a:r>
            <a:r>
              <a:rPr lang="en-US" sz="3000" dirty="0">
                <a:solidFill>
                  <a:srgbClr val="000000"/>
                </a:solidFill>
                <a:effectLst>
                  <a:outerShdw blurRad="38100" dist="38100" dir="2700000" algn="tl">
                    <a:srgbClr val="DDDDDD"/>
                  </a:outerShdw>
                </a:effectLst>
                <a:latin typeface="Arial Unicode MS" charset="0"/>
                <a:cs typeface="Arial Unicode MS" charset="0"/>
              </a:rPr>
              <a:t>{</a:t>
            </a:r>
            <a:r>
              <a:rPr lang="en-US" sz="3000" dirty="0">
                <a:sym typeface="Symbol" charset="0"/>
              </a:rPr>
              <a:t></a:t>
            </a:r>
            <a:r>
              <a:rPr lang="en-US" sz="3000" dirty="0"/>
              <a:t>}</a:t>
            </a:r>
          </a:p>
          <a:p>
            <a:pPr eaLnBrk="1" hangingPunct="1">
              <a:lnSpc>
                <a:spcPct val="80000"/>
              </a:lnSpc>
              <a:spcBef>
                <a:spcPts val="163"/>
              </a:spcBef>
              <a:buFont typeface="Arial" charset="0"/>
              <a:buNone/>
              <a:defRPr/>
            </a:pPr>
            <a:endParaRPr lang="en-US" sz="3000" dirty="0">
              <a:solidFill>
                <a:srgbClr val="000000"/>
              </a:solidFill>
            </a:endParaRPr>
          </a:p>
          <a:p>
            <a:pPr eaLnBrk="1" hangingPunct="1">
              <a:lnSpc>
                <a:spcPct val="80000"/>
              </a:lnSpc>
              <a:spcBef>
                <a:spcPts val="163"/>
              </a:spcBef>
              <a:buFont typeface="Arial" charset="0"/>
              <a:buNone/>
              <a:defRPr/>
            </a:pPr>
            <a:r>
              <a:rPr lang="en-US" sz="3000" dirty="0">
                <a:solidFill>
                  <a:srgbClr val="000000"/>
                </a:solidFill>
                <a:effectLst>
                  <a:outerShdw blurRad="38100" dist="38100" dir="2700000" algn="tl">
                    <a:srgbClr val="DDDDDD"/>
                  </a:outerShdw>
                </a:effectLst>
                <a:latin typeface="Arial Unicode MS" charset="0"/>
                <a:cs typeface="Arial Unicode MS" charset="0"/>
              </a:rPr>
              <a:t>  {</a:t>
            </a:r>
            <a:r>
              <a:rPr lang="en-US" sz="3000" dirty="0">
                <a:sym typeface="Symbol" charset="0"/>
              </a:rPr>
              <a:t></a:t>
            </a:r>
            <a:r>
              <a:rPr lang="en-US" sz="3000" dirty="0"/>
              <a:t>}	</a:t>
            </a:r>
          </a:p>
          <a:p>
            <a:pPr eaLnBrk="1" hangingPunct="1">
              <a:lnSpc>
                <a:spcPct val="80000"/>
              </a:lnSpc>
              <a:spcBef>
                <a:spcPts val="163"/>
              </a:spcBef>
              <a:buFont typeface="Arial" charset="0"/>
              <a:buNone/>
              <a:defRPr/>
            </a:pPr>
            <a:r>
              <a:rPr lang="en-US" sz="3000" dirty="0" err="1">
                <a:solidFill>
                  <a:srgbClr val="008000"/>
                </a:solidFill>
              </a:rPr>
              <a:t>Egli</a:t>
            </a:r>
            <a:r>
              <a:rPr lang="en-US" sz="3000" dirty="0">
                <a:solidFill>
                  <a:srgbClr val="008000"/>
                </a:solidFill>
              </a:rPr>
              <a:t>-Milner         	Smyth</a:t>
            </a:r>
            <a:r>
              <a:rPr lang="en-US" sz="3000" dirty="0">
                <a:solidFill>
                  <a:srgbClr val="000000"/>
                </a:solidFill>
              </a:rPr>
              <a:t>			</a:t>
            </a:r>
            <a:r>
              <a:rPr lang="en-US" sz="3000" dirty="0">
                <a:solidFill>
                  <a:srgbClr val="008000"/>
                </a:solidFill>
              </a:rPr>
              <a:t>Hoare</a:t>
            </a:r>
          </a:p>
        </p:txBody>
      </p:sp>
      <p:cxnSp>
        <p:nvCxnSpPr>
          <p:cNvPr id="5" name="Straight Connector 4">
            <a:extLst>
              <a:ext uri="{FF2B5EF4-FFF2-40B4-BE49-F238E27FC236}">
                <a16:creationId xmlns:a16="http://schemas.microsoft.com/office/drawing/2014/main" id="{A07C4021-827B-F31D-A98E-A2F8454C465A}"/>
              </a:ext>
            </a:extLst>
          </p:cNvPr>
          <p:cNvCxnSpPr>
            <a:cxnSpLocks noChangeShapeType="1"/>
          </p:cNvCxnSpPr>
          <p:nvPr/>
        </p:nvCxnSpPr>
        <p:spPr bwMode="auto">
          <a:xfrm rot="16200000" flipH="1">
            <a:off x="832644" y="4306094"/>
            <a:ext cx="382587" cy="9525"/>
          </a:xfrm>
          <a:prstGeom prst="line">
            <a:avLst/>
          </a:prstGeom>
          <a:noFill/>
          <a:ln w="25400">
            <a:solidFill>
              <a:schemeClr val="accent1"/>
            </a:solidFill>
            <a:round/>
            <a:headEnd/>
            <a:tailEnd/>
          </a:ln>
          <a:effectLst>
            <a:outerShdw blurRad="40000" dist="20000" dir="5400000" rotWithShape="0">
              <a:srgbClr val="FF0000">
                <a:alpha val="37999"/>
              </a:srgbClr>
            </a:outerShdw>
          </a:effectLst>
          <a:extLst>
            <a:ext uri="{909E8E84-426E-40DD-AFC4-6F175D3DCCD1}">
              <a14:hiddenFill xmlns:a14="http://schemas.microsoft.com/office/drawing/2010/main">
                <a:noFill/>
              </a14:hiddenFill>
            </a:ext>
          </a:extLst>
        </p:spPr>
      </p:cxnSp>
      <p:cxnSp>
        <p:nvCxnSpPr>
          <p:cNvPr id="7" name="Straight Connector 6">
            <a:extLst>
              <a:ext uri="{FF2B5EF4-FFF2-40B4-BE49-F238E27FC236}">
                <a16:creationId xmlns:a16="http://schemas.microsoft.com/office/drawing/2014/main" id="{03D54C9D-C1EB-151D-2FFF-5D2C59E6E0FE}"/>
              </a:ext>
            </a:extLst>
          </p:cNvPr>
          <p:cNvCxnSpPr>
            <a:cxnSpLocks noChangeShapeType="1"/>
          </p:cNvCxnSpPr>
          <p:nvPr/>
        </p:nvCxnSpPr>
        <p:spPr bwMode="auto">
          <a:xfrm rot="16200000" flipH="1">
            <a:off x="3798094" y="4306094"/>
            <a:ext cx="381000" cy="7938"/>
          </a:xfrm>
          <a:prstGeom prst="line">
            <a:avLst/>
          </a:prstGeom>
          <a:noFill/>
          <a:ln w="25400">
            <a:solidFill>
              <a:schemeClr val="accent1"/>
            </a:solidFill>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9" name="Straight Connector 8">
            <a:extLst>
              <a:ext uri="{FF2B5EF4-FFF2-40B4-BE49-F238E27FC236}">
                <a16:creationId xmlns:a16="http://schemas.microsoft.com/office/drawing/2014/main" id="{438C1DF6-3E8A-4A61-4741-3DDEE7894133}"/>
              </a:ext>
            </a:extLst>
          </p:cNvPr>
          <p:cNvCxnSpPr>
            <a:cxnSpLocks noChangeShapeType="1"/>
          </p:cNvCxnSpPr>
          <p:nvPr/>
        </p:nvCxnSpPr>
        <p:spPr bwMode="auto">
          <a:xfrm rot="16200000" flipH="1">
            <a:off x="6981825" y="4256088"/>
            <a:ext cx="488950" cy="0"/>
          </a:xfrm>
          <a:prstGeom prst="line">
            <a:avLst/>
          </a:prstGeom>
          <a:noFill/>
          <a:ln w="25400">
            <a:solidFill>
              <a:schemeClr val="accent1"/>
            </a:solidFill>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15" name="Straight Connector 14">
            <a:extLst>
              <a:ext uri="{FF2B5EF4-FFF2-40B4-BE49-F238E27FC236}">
                <a16:creationId xmlns:a16="http://schemas.microsoft.com/office/drawing/2014/main" id="{77F357D8-ABE7-17A7-B10E-261AC1A03A95}"/>
              </a:ext>
            </a:extLst>
          </p:cNvPr>
          <p:cNvCxnSpPr>
            <a:cxnSpLocks noChangeShapeType="1"/>
          </p:cNvCxnSpPr>
          <p:nvPr/>
        </p:nvCxnSpPr>
        <p:spPr bwMode="auto">
          <a:xfrm rot="5400000">
            <a:off x="819944" y="5169694"/>
            <a:ext cx="419100" cy="1588"/>
          </a:xfrm>
          <a:prstGeom prst="line">
            <a:avLst/>
          </a:prstGeom>
          <a:noFill/>
          <a:ln w="25400">
            <a:solidFill>
              <a:schemeClr val="accent1"/>
            </a:solidFill>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Title 1">
            <a:extLst>
              <a:ext uri="{FF2B5EF4-FFF2-40B4-BE49-F238E27FC236}">
                <a16:creationId xmlns:a16="http://schemas.microsoft.com/office/drawing/2014/main" id="{490D24E3-4FF0-78FE-3B0D-340282CA2906}"/>
              </a:ext>
            </a:extLst>
          </p:cNvPr>
          <p:cNvSpPr>
            <a:spLocks noGrp="1"/>
          </p:cNvSpPr>
          <p:nvPr>
            <p:ph type="title"/>
          </p:nvPr>
        </p:nvSpPr>
        <p:spPr>
          <a:xfrm>
            <a:off x="457200" y="274638"/>
            <a:ext cx="8229600" cy="977900"/>
          </a:xfrm>
        </p:spPr>
        <p:txBody>
          <a:bodyPr/>
          <a:lstStyle/>
          <a:p>
            <a:pPr eaLnBrk="1" hangingPunct="1"/>
            <a:r>
              <a:rPr lang="en-US" altLang="en-US">
                <a:solidFill>
                  <a:srgbClr val="0000FF"/>
                </a:solidFill>
                <a:ea typeface="ＭＳ Ｐゴシック" panose="020B0600070205080204" pitchFamily="34" charset="-128"/>
              </a:rPr>
              <a:t>Comparisons</a:t>
            </a:r>
          </a:p>
        </p:txBody>
      </p:sp>
      <p:sp>
        <p:nvSpPr>
          <p:cNvPr id="3" name="Content Placeholder 2">
            <a:extLst>
              <a:ext uri="{FF2B5EF4-FFF2-40B4-BE49-F238E27FC236}">
                <a16:creationId xmlns:a16="http://schemas.microsoft.com/office/drawing/2014/main" id="{D85DB8D9-EF6C-B648-87E9-CD37D69AB392}"/>
              </a:ext>
            </a:extLst>
          </p:cNvPr>
          <p:cNvSpPr>
            <a:spLocks noGrp="1"/>
          </p:cNvSpPr>
          <p:nvPr>
            <p:ph idx="1"/>
          </p:nvPr>
        </p:nvSpPr>
        <p:spPr>
          <a:xfrm>
            <a:off x="457200" y="1252538"/>
            <a:ext cx="8229600" cy="5233987"/>
          </a:xfrm>
        </p:spPr>
        <p:txBody>
          <a:bodyPr>
            <a:normAutofit fontScale="92500" lnSpcReduction="10000"/>
          </a:bodyPr>
          <a:lstStyle/>
          <a:p>
            <a:pPr eaLnBrk="1" hangingPunct="1">
              <a:lnSpc>
                <a:spcPct val="90000"/>
              </a:lnSpc>
              <a:spcBef>
                <a:spcPct val="0"/>
              </a:spcBef>
              <a:buFont typeface="Arial" charset="0"/>
              <a:buChar char="•"/>
              <a:defRPr/>
            </a:pPr>
            <a:r>
              <a:rPr lang="en-US" dirty="0" err="1">
                <a:solidFill>
                  <a:srgbClr val="0000FF"/>
                </a:solidFill>
              </a:rPr>
              <a:t>Egli</a:t>
            </a:r>
            <a:r>
              <a:rPr lang="en-US" dirty="0">
                <a:solidFill>
                  <a:srgbClr val="0000FF"/>
                </a:solidFill>
              </a:rPr>
              <a:t>-Milner: </a:t>
            </a:r>
            <a:r>
              <a:rPr lang="en-US" dirty="0"/>
              <a:t>None, some, all branches diverge</a:t>
            </a:r>
          </a:p>
          <a:p>
            <a:pPr eaLnBrk="1" hangingPunct="1">
              <a:lnSpc>
                <a:spcPct val="90000"/>
              </a:lnSpc>
              <a:spcBef>
                <a:spcPct val="0"/>
              </a:spcBef>
              <a:buFont typeface="Arial" charset="0"/>
              <a:buChar char="•"/>
              <a:defRPr/>
            </a:pPr>
            <a:r>
              <a:rPr lang="en-US" dirty="0">
                <a:solidFill>
                  <a:srgbClr val="0000FF"/>
                </a:solidFill>
              </a:rPr>
              <a:t>Smyth: </a:t>
            </a:r>
            <a:r>
              <a:rPr lang="en-US" dirty="0"/>
              <a:t>Any  branch diverging is as bad al all braches diverging </a:t>
            </a:r>
            <a:endParaRPr lang="en-US" dirty="0">
              <a:effectLst>
                <a:outerShdw blurRad="38100" dist="38100" dir="2700000" algn="tl">
                  <a:srgbClr val="DDDDDD"/>
                </a:outerShdw>
              </a:effectLst>
              <a:latin typeface="Arial Unicode MS" charset="0"/>
              <a:cs typeface="Arial Unicode MS" charset="0"/>
            </a:endParaRPr>
          </a:p>
          <a:p>
            <a:pPr eaLnBrk="1" hangingPunct="1">
              <a:lnSpc>
                <a:spcPct val="90000"/>
              </a:lnSpc>
              <a:spcBef>
                <a:spcPct val="0"/>
              </a:spcBef>
              <a:buFont typeface="Arial" charset="0"/>
              <a:buChar char="•"/>
              <a:defRPr/>
            </a:pPr>
            <a:r>
              <a:rPr lang="en-US" dirty="0">
                <a:solidFill>
                  <a:srgbClr val="0000FF"/>
                </a:solidFill>
                <a:effectLst>
                  <a:outerShdw blurRad="38100" dist="38100" dir="2700000" algn="tl">
                    <a:srgbClr val="DDDDDD"/>
                  </a:outerShdw>
                </a:effectLst>
                <a:latin typeface="Arial Unicode MS" charset="0"/>
                <a:cs typeface="Arial Unicode MS" charset="0"/>
              </a:rPr>
              <a:t>Hoare: </a:t>
            </a:r>
            <a:r>
              <a:rPr lang="en-US" dirty="0">
                <a:solidFill>
                  <a:srgbClr val="000000"/>
                </a:solidFill>
                <a:effectLst>
                  <a:outerShdw blurRad="38100" dist="38100" dir="2700000" algn="tl">
                    <a:srgbClr val="DDDDDD"/>
                  </a:outerShdw>
                </a:effectLst>
                <a:latin typeface="Arial Unicode MS" charset="0"/>
                <a:cs typeface="Arial Unicode MS" charset="0"/>
              </a:rPr>
              <a:t>Some divergence is unimportant as long as at least one converges! </a:t>
            </a:r>
          </a:p>
          <a:p>
            <a:pPr eaLnBrk="1" hangingPunct="1">
              <a:lnSpc>
                <a:spcPct val="90000"/>
              </a:lnSpc>
              <a:spcBef>
                <a:spcPct val="0"/>
              </a:spcBef>
              <a:buFont typeface="Arial" charset="0"/>
              <a:buChar char="•"/>
              <a:defRPr/>
            </a:pPr>
            <a:endParaRPr lang="en-US" dirty="0">
              <a:solidFill>
                <a:srgbClr val="000000"/>
              </a:solidFill>
              <a:effectLst>
                <a:outerShdw blurRad="38100" dist="38100" dir="2700000" algn="tl">
                  <a:srgbClr val="DDDDDD"/>
                </a:outerShdw>
              </a:effectLst>
              <a:latin typeface="Arial Unicode MS" charset="0"/>
              <a:cs typeface="Arial Unicode MS" charset="0"/>
            </a:endParaRPr>
          </a:p>
          <a:p>
            <a:pPr eaLnBrk="1" hangingPunct="1">
              <a:lnSpc>
                <a:spcPct val="90000"/>
              </a:lnSpc>
              <a:spcBef>
                <a:spcPts val="163"/>
              </a:spcBef>
              <a:buFont typeface="Arial" charset="0"/>
              <a:buNone/>
              <a:defRPr/>
            </a:pPr>
            <a:r>
              <a:rPr lang="en-US" dirty="0">
                <a:solidFill>
                  <a:srgbClr val="000000"/>
                </a:solidFill>
                <a:effectLst>
                  <a:outerShdw blurRad="38100" dist="38100" dir="2700000" algn="tl">
                    <a:srgbClr val="DDDDDD"/>
                  </a:outerShdw>
                </a:effectLst>
                <a:latin typeface="Arial Unicode MS" charset="0"/>
                <a:cs typeface="Arial Unicode MS" charset="0"/>
              </a:rPr>
              <a:t>  {T}			{T}={T,</a:t>
            </a:r>
            <a:r>
              <a:rPr lang="en-US" dirty="0">
                <a:sym typeface="Symbol" charset="0"/>
              </a:rPr>
              <a:t> </a:t>
            </a:r>
            <a:r>
              <a:rPr lang="en-US" dirty="0"/>
              <a:t>}			</a:t>
            </a:r>
            <a:r>
              <a:rPr lang="en-US" dirty="0">
                <a:solidFill>
                  <a:srgbClr val="000000"/>
                </a:solidFill>
                <a:effectLst>
                  <a:outerShdw blurRad="38100" dist="38100" dir="2700000" algn="tl">
                    <a:srgbClr val="DDDDDD"/>
                  </a:outerShdw>
                </a:effectLst>
                <a:latin typeface="Arial Unicode MS" charset="0"/>
                <a:cs typeface="Arial Unicode MS" charset="0"/>
              </a:rPr>
              <a:t>{T}				</a:t>
            </a:r>
            <a:endParaRPr lang="en-US" dirty="0">
              <a:solidFill>
                <a:srgbClr val="000000"/>
              </a:solidFill>
            </a:endParaRPr>
          </a:p>
          <a:p>
            <a:pPr eaLnBrk="1" hangingPunct="1">
              <a:lnSpc>
                <a:spcPct val="90000"/>
              </a:lnSpc>
              <a:spcBef>
                <a:spcPts val="163"/>
              </a:spcBef>
              <a:buFont typeface="Arial" charset="0"/>
              <a:buNone/>
              <a:defRPr/>
            </a:pPr>
            <a:endParaRPr lang="en-US" dirty="0">
              <a:solidFill>
                <a:srgbClr val="000000"/>
              </a:solidFill>
              <a:effectLst>
                <a:outerShdw blurRad="38100" dist="38100" dir="2700000" algn="tl">
                  <a:srgbClr val="DDDDDD"/>
                </a:outerShdw>
              </a:effectLst>
              <a:latin typeface="Arial Unicode MS" charset="0"/>
              <a:cs typeface="Arial Unicode MS" charset="0"/>
            </a:endParaRPr>
          </a:p>
          <a:p>
            <a:pPr eaLnBrk="1" hangingPunct="1">
              <a:lnSpc>
                <a:spcPct val="90000"/>
              </a:lnSpc>
              <a:spcBef>
                <a:spcPts val="163"/>
              </a:spcBef>
              <a:buFont typeface="Arial" charset="0"/>
              <a:buNone/>
              <a:defRPr/>
            </a:pPr>
            <a:r>
              <a:rPr lang="en-US" dirty="0">
                <a:solidFill>
                  <a:srgbClr val="000000"/>
                </a:solidFill>
                <a:effectLst>
                  <a:outerShdw blurRad="38100" dist="38100" dir="2700000" algn="tl">
                    <a:srgbClr val="DDDDDD"/>
                  </a:outerShdw>
                </a:effectLst>
                <a:latin typeface="Arial Unicode MS" charset="0"/>
                <a:cs typeface="Arial Unicode MS" charset="0"/>
              </a:rPr>
              <a:t>{T,</a:t>
            </a:r>
            <a:r>
              <a:rPr lang="en-US" dirty="0">
                <a:sym typeface="Symbol" charset="0"/>
              </a:rPr>
              <a:t> </a:t>
            </a:r>
            <a:r>
              <a:rPr lang="en-US" dirty="0"/>
              <a:t>}		</a:t>
            </a:r>
            <a:r>
              <a:rPr lang="en-US" dirty="0">
                <a:solidFill>
                  <a:srgbClr val="000000"/>
                </a:solidFill>
                <a:effectLst>
                  <a:outerShdw blurRad="38100" dist="38100" dir="2700000" algn="tl">
                    <a:srgbClr val="DDDDDD"/>
                  </a:outerShdw>
                </a:effectLst>
                <a:latin typeface="Arial Unicode MS" charset="0"/>
                <a:cs typeface="Arial Unicode MS" charset="0"/>
              </a:rPr>
              <a:t>{T,</a:t>
            </a:r>
            <a:r>
              <a:rPr lang="en-US" dirty="0">
                <a:sym typeface="Symbol" charset="0"/>
              </a:rPr>
              <a:t> </a:t>
            </a:r>
            <a:r>
              <a:rPr lang="en-US" dirty="0"/>
              <a:t>}=</a:t>
            </a:r>
            <a:r>
              <a:rPr lang="en-US" dirty="0">
                <a:solidFill>
                  <a:srgbClr val="000000"/>
                </a:solidFill>
                <a:effectLst>
                  <a:outerShdw blurRad="38100" dist="38100" dir="2700000" algn="tl">
                    <a:srgbClr val="DDDDDD"/>
                  </a:outerShdw>
                </a:effectLst>
                <a:latin typeface="Arial Unicode MS" charset="0"/>
                <a:cs typeface="Arial Unicode MS" charset="0"/>
              </a:rPr>
              <a:t>{</a:t>
            </a:r>
            <a:r>
              <a:rPr lang="en-US" dirty="0">
                <a:sym typeface="Symbol" charset="0"/>
              </a:rPr>
              <a:t></a:t>
            </a:r>
            <a:r>
              <a:rPr lang="en-US" dirty="0"/>
              <a:t>}			</a:t>
            </a:r>
            <a:r>
              <a:rPr lang="en-US" dirty="0">
                <a:solidFill>
                  <a:srgbClr val="000000"/>
                </a:solidFill>
                <a:effectLst>
                  <a:outerShdw blurRad="38100" dist="38100" dir="2700000" algn="tl">
                    <a:srgbClr val="DDDDDD"/>
                  </a:outerShdw>
                </a:effectLst>
                <a:latin typeface="Arial Unicode MS" charset="0"/>
                <a:cs typeface="Arial Unicode MS" charset="0"/>
              </a:rPr>
              <a:t>{</a:t>
            </a:r>
            <a:r>
              <a:rPr lang="en-US" dirty="0">
                <a:sym typeface="Symbol" charset="0"/>
              </a:rPr>
              <a:t></a:t>
            </a:r>
            <a:r>
              <a:rPr lang="en-US" dirty="0"/>
              <a:t>}</a:t>
            </a:r>
          </a:p>
          <a:p>
            <a:pPr eaLnBrk="1" hangingPunct="1">
              <a:lnSpc>
                <a:spcPct val="90000"/>
              </a:lnSpc>
              <a:spcBef>
                <a:spcPts val="163"/>
              </a:spcBef>
              <a:buFont typeface="Arial" charset="0"/>
              <a:buNone/>
              <a:defRPr/>
            </a:pPr>
            <a:endParaRPr lang="en-US" dirty="0">
              <a:solidFill>
                <a:srgbClr val="000000"/>
              </a:solidFill>
            </a:endParaRPr>
          </a:p>
          <a:p>
            <a:pPr eaLnBrk="1" hangingPunct="1">
              <a:lnSpc>
                <a:spcPct val="90000"/>
              </a:lnSpc>
              <a:spcBef>
                <a:spcPts val="163"/>
              </a:spcBef>
              <a:buFont typeface="Arial" charset="0"/>
              <a:buNone/>
              <a:defRPr/>
            </a:pPr>
            <a:r>
              <a:rPr lang="en-US" dirty="0">
                <a:solidFill>
                  <a:srgbClr val="000000"/>
                </a:solidFill>
                <a:effectLst>
                  <a:outerShdw blurRad="38100" dist="38100" dir="2700000" algn="tl">
                    <a:srgbClr val="DDDDDD"/>
                  </a:outerShdw>
                </a:effectLst>
                <a:latin typeface="Arial Unicode MS" charset="0"/>
                <a:cs typeface="Arial Unicode MS" charset="0"/>
              </a:rPr>
              <a:t>  {</a:t>
            </a:r>
            <a:r>
              <a:rPr lang="en-US" dirty="0">
                <a:sym typeface="Symbol" charset="0"/>
              </a:rPr>
              <a:t></a:t>
            </a:r>
            <a:r>
              <a:rPr lang="en-US" dirty="0"/>
              <a:t>}	</a:t>
            </a:r>
          </a:p>
          <a:p>
            <a:pPr eaLnBrk="1" hangingPunct="1">
              <a:lnSpc>
                <a:spcPct val="90000"/>
              </a:lnSpc>
              <a:spcBef>
                <a:spcPts val="163"/>
              </a:spcBef>
              <a:buFont typeface="Arial" charset="0"/>
              <a:buNone/>
              <a:defRPr/>
            </a:pPr>
            <a:r>
              <a:rPr lang="en-US" dirty="0" err="1">
                <a:solidFill>
                  <a:srgbClr val="008000"/>
                </a:solidFill>
              </a:rPr>
              <a:t>Egli</a:t>
            </a:r>
            <a:r>
              <a:rPr lang="en-US" dirty="0">
                <a:solidFill>
                  <a:srgbClr val="008000"/>
                </a:solidFill>
              </a:rPr>
              <a:t>-Milner         	Smyth</a:t>
            </a:r>
            <a:r>
              <a:rPr lang="en-US" dirty="0">
                <a:solidFill>
                  <a:srgbClr val="000000"/>
                </a:solidFill>
              </a:rPr>
              <a:t>			</a:t>
            </a:r>
            <a:r>
              <a:rPr lang="en-US" dirty="0">
                <a:solidFill>
                  <a:srgbClr val="008000"/>
                </a:solidFill>
              </a:rPr>
              <a:t>Hoare</a:t>
            </a:r>
          </a:p>
        </p:txBody>
      </p:sp>
      <p:cxnSp>
        <p:nvCxnSpPr>
          <p:cNvPr id="5" name="Straight Connector 4">
            <a:extLst>
              <a:ext uri="{FF2B5EF4-FFF2-40B4-BE49-F238E27FC236}">
                <a16:creationId xmlns:a16="http://schemas.microsoft.com/office/drawing/2014/main" id="{B3DC0682-3683-8EBC-F219-F036FBCB8FCC}"/>
              </a:ext>
            </a:extLst>
          </p:cNvPr>
          <p:cNvCxnSpPr>
            <a:cxnSpLocks noChangeShapeType="1"/>
          </p:cNvCxnSpPr>
          <p:nvPr/>
        </p:nvCxnSpPr>
        <p:spPr bwMode="auto">
          <a:xfrm rot="16200000" flipH="1">
            <a:off x="832644" y="4306094"/>
            <a:ext cx="382587" cy="9525"/>
          </a:xfrm>
          <a:prstGeom prst="line">
            <a:avLst/>
          </a:prstGeom>
          <a:noFill/>
          <a:ln w="25400">
            <a:solidFill>
              <a:schemeClr val="accent1"/>
            </a:solidFill>
            <a:round/>
            <a:headEnd/>
            <a:tailEnd/>
          </a:ln>
          <a:effectLst>
            <a:outerShdw blurRad="40000" dist="20000" dir="5400000" rotWithShape="0">
              <a:srgbClr val="FF0000">
                <a:alpha val="37999"/>
              </a:srgbClr>
            </a:outerShdw>
          </a:effectLst>
          <a:extLst>
            <a:ext uri="{909E8E84-426E-40DD-AFC4-6F175D3DCCD1}">
              <a14:hiddenFill xmlns:a14="http://schemas.microsoft.com/office/drawing/2010/main">
                <a:noFill/>
              </a14:hiddenFill>
            </a:ext>
          </a:extLst>
        </p:spPr>
      </p:cxnSp>
      <p:cxnSp>
        <p:nvCxnSpPr>
          <p:cNvPr id="7" name="Straight Connector 6">
            <a:extLst>
              <a:ext uri="{FF2B5EF4-FFF2-40B4-BE49-F238E27FC236}">
                <a16:creationId xmlns:a16="http://schemas.microsoft.com/office/drawing/2014/main" id="{FAC7CEE7-0644-07CB-1BA3-B83056E8454C}"/>
              </a:ext>
            </a:extLst>
          </p:cNvPr>
          <p:cNvCxnSpPr>
            <a:cxnSpLocks noChangeShapeType="1"/>
          </p:cNvCxnSpPr>
          <p:nvPr/>
        </p:nvCxnSpPr>
        <p:spPr bwMode="auto">
          <a:xfrm rot="16200000" flipH="1">
            <a:off x="3798094" y="4306094"/>
            <a:ext cx="381000" cy="7938"/>
          </a:xfrm>
          <a:prstGeom prst="line">
            <a:avLst/>
          </a:prstGeom>
          <a:noFill/>
          <a:ln w="25400">
            <a:solidFill>
              <a:schemeClr val="accent1"/>
            </a:solidFill>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9" name="Straight Connector 8">
            <a:extLst>
              <a:ext uri="{FF2B5EF4-FFF2-40B4-BE49-F238E27FC236}">
                <a16:creationId xmlns:a16="http://schemas.microsoft.com/office/drawing/2014/main" id="{2B0F9F2B-0967-E069-7FB0-8CF5268CE784}"/>
              </a:ext>
            </a:extLst>
          </p:cNvPr>
          <p:cNvCxnSpPr>
            <a:cxnSpLocks noChangeShapeType="1"/>
          </p:cNvCxnSpPr>
          <p:nvPr/>
        </p:nvCxnSpPr>
        <p:spPr bwMode="auto">
          <a:xfrm rot="16200000" flipH="1">
            <a:off x="6981825" y="4256088"/>
            <a:ext cx="488950" cy="0"/>
          </a:xfrm>
          <a:prstGeom prst="line">
            <a:avLst/>
          </a:prstGeom>
          <a:noFill/>
          <a:ln w="25400">
            <a:solidFill>
              <a:schemeClr val="accent1"/>
            </a:solidFill>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15" name="Straight Connector 14">
            <a:extLst>
              <a:ext uri="{FF2B5EF4-FFF2-40B4-BE49-F238E27FC236}">
                <a16:creationId xmlns:a16="http://schemas.microsoft.com/office/drawing/2014/main" id="{C72C96C5-434D-A69A-C233-518E00633BEB}"/>
              </a:ext>
            </a:extLst>
          </p:cNvPr>
          <p:cNvCxnSpPr>
            <a:cxnSpLocks noChangeShapeType="1"/>
          </p:cNvCxnSpPr>
          <p:nvPr/>
        </p:nvCxnSpPr>
        <p:spPr bwMode="auto">
          <a:xfrm rot="5400000">
            <a:off x="819944" y="5169694"/>
            <a:ext cx="419100" cy="1588"/>
          </a:xfrm>
          <a:prstGeom prst="line">
            <a:avLst/>
          </a:prstGeom>
          <a:noFill/>
          <a:ln w="25400">
            <a:solidFill>
              <a:schemeClr val="accent1"/>
            </a:solidFill>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Title 1">
            <a:extLst>
              <a:ext uri="{FF2B5EF4-FFF2-40B4-BE49-F238E27FC236}">
                <a16:creationId xmlns:a16="http://schemas.microsoft.com/office/drawing/2014/main" id="{1FDB96F7-F927-5D16-0EEF-D71195AAFCD4}"/>
              </a:ext>
            </a:extLst>
          </p:cNvPr>
          <p:cNvSpPr>
            <a:spLocks noGrp="1"/>
          </p:cNvSpPr>
          <p:nvPr>
            <p:ph type="title"/>
          </p:nvPr>
        </p:nvSpPr>
        <p:spPr/>
        <p:txBody>
          <a:bodyPr/>
          <a:lstStyle/>
          <a:p>
            <a:pPr eaLnBrk="1" hangingPunct="1"/>
            <a:r>
              <a:rPr lang="en-US" altLang="en-US">
                <a:solidFill>
                  <a:srgbClr val="0000FF"/>
                </a:solidFill>
                <a:ea typeface="ＭＳ Ｐゴシック" panose="020B0600070205080204" pitchFamily="34" charset="-128"/>
              </a:rPr>
              <a:t>Complication: May vs. Must !</a:t>
            </a:r>
          </a:p>
        </p:txBody>
      </p:sp>
      <p:sp>
        <p:nvSpPr>
          <p:cNvPr id="3" name="Content Placeholder 2">
            <a:extLst>
              <a:ext uri="{FF2B5EF4-FFF2-40B4-BE49-F238E27FC236}">
                <a16:creationId xmlns:a16="http://schemas.microsoft.com/office/drawing/2014/main" id="{8CA27BE3-1FA2-0484-D750-3763E88E0C97}"/>
              </a:ext>
            </a:extLst>
          </p:cNvPr>
          <p:cNvSpPr>
            <a:spLocks noGrp="1"/>
          </p:cNvSpPr>
          <p:nvPr>
            <p:ph idx="1"/>
          </p:nvPr>
        </p:nvSpPr>
        <p:spPr/>
        <p:txBody>
          <a:bodyPr>
            <a:normAutofit/>
          </a:bodyPr>
          <a:lstStyle/>
          <a:p>
            <a:pPr eaLnBrk="1" hangingPunct="1">
              <a:buFont typeface="Arial" charset="0"/>
              <a:buChar char="•"/>
              <a:defRPr/>
            </a:pPr>
            <a:r>
              <a:rPr lang="en-US"/>
              <a:t>p </a:t>
            </a:r>
            <a:r>
              <a:rPr lang="en-US">
                <a:solidFill>
                  <a:srgbClr val="000000"/>
                </a:solidFill>
                <a:effectLst>
                  <a:outerShdw blurRad="38100" dist="38100" dir="2700000" algn="tl">
                    <a:srgbClr val="DDDDDD"/>
                  </a:outerShdw>
                </a:effectLst>
                <a:latin typeface="Arial Unicode MS" charset="0"/>
                <a:cs typeface="Arial Unicode MS" charset="0"/>
              </a:rPr>
              <a:t>⊑</a:t>
            </a:r>
            <a:r>
              <a:rPr lang="en-US" sz="2800" baseline="-25000">
                <a:solidFill>
                  <a:srgbClr val="000000"/>
                </a:solidFill>
                <a:effectLst>
                  <a:outerShdw blurRad="38100" dist="38100" dir="2700000" algn="tl">
                    <a:srgbClr val="DDDDDD"/>
                  </a:outerShdw>
                </a:effectLst>
                <a:latin typeface="Arial Unicode MS" charset="0"/>
                <a:cs typeface="Arial Unicode MS" charset="0"/>
              </a:rPr>
              <a:t>i</a:t>
            </a:r>
            <a:r>
              <a:rPr lang="en-US">
                <a:solidFill>
                  <a:srgbClr val="000000"/>
                </a:solidFill>
                <a:effectLst>
                  <a:outerShdw blurRad="38100" dist="38100" dir="2700000" algn="tl">
                    <a:srgbClr val="DDDDDD"/>
                  </a:outerShdw>
                </a:effectLst>
                <a:latin typeface="Arial Unicode MS" charset="0"/>
                <a:cs typeface="Arial Unicode MS" charset="0"/>
              </a:rPr>
              <a:t> q</a:t>
            </a:r>
            <a:r>
              <a:rPr lang="en-US"/>
              <a:t> if </a:t>
            </a:r>
            <a:r>
              <a:rPr lang="en-US">
                <a:sym typeface="Symbol" charset="0"/>
              </a:rPr>
              <a:t></a:t>
            </a:r>
            <a:r>
              <a:rPr lang="en-US"/>
              <a:t> o</a:t>
            </a:r>
            <a:r>
              <a:rPr lang="en-US">
                <a:sym typeface="Symbol" charset="0"/>
              </a:rPr>
              <a:t>O and </a:t>
            </a:r>
            <a:r>
              <a:rPr lang="en-US"/>
              <a:t> </a:t>
            </a:r>
            <a:r>
              <a:rPr lang="en-US">
                <a:sym typeface="Symbol" charset="0"/>
              </a:rPr>
              <a:t>pP, let R(o,p)</a:t>
            </a:r>
            <a:r>
              <a:rPr lang="en-US">
                <a:solidFill>
                  <a:srgbClr val="000000"/>
                </a:solidFill>
                <a:effectLst>
                  <a:outerShdw blurRad="38100" dist="38100" dir="2700000" algn="tl">
                    <a:srgbClr val="DDDDDD"/>
                  </a:outerShdw>
                </a:effectLst>
                <a:latin typeface="Arial Unicode MS" charset="0"/>
                <a:cs typeface="Arial Unicode MS" charset="0"/>
              </a:rPr>
              <a:t> ⊑</a:t>
            </a:r>
            <a:r>
              <a:rPr lang="en-US" baseline="-25000">
                <a:solidFill>
                  <a:srgbClr val="000000"/>
                </a:solidFill>
                <a:effectLst>
                  <a:outerShdw blurRad="38100" dist="38100" dir="2700000" algn="tl">
                    <a:srgbClr val="DDDDDD"/>
                  </a:outerShdw>
                </a:effectLst>
                <a:latin typeface="Arial Unicode MS" charset="0"/>
                <a:cs typeface="Arial Unicode MS" charset="0"/>
              </a:rPr>
              <a:t>i</a:t>
            </a:r>
            <a:r>
              <a:rPr lang="en-US">
                <a:sym typeface="Symbol" charset="0"/>
              </a:rPr>
              <a:t>R(o,q) for i=Egli-Milner, Smyth, Hoare</a:t>
            </a:r>
          </a:p>
          <a:p>
            <a:pPr eaLnBrk="1" hangingPunct="1">
              <a:buFont typeface="Arial" charset="0"/>
              <a:buChar char="•"/>
              <a:defRPr/>
            </a:pPr>
            <a:r>
              <a:rPr lang="en-US">
                <a:sym typeface="Symbol" charset="0"/>
              </a:rPr>
              <a:t>That is the three partial orders give 3 different test equivalences!</a:t>
            </a:r>
          </a:p>
          <a:p>
            <a:pPr lvl="1" eaLnBrk="1" hangingPunct="1">
              <a:buFont typeface="Arial" charset="0"/>
              <a:buChar char="–"/>
              <a:defRPr/>
            </a:pPr>
            <a:r>
              <a:rPr lang="en-US">
                <a:solidFill>
                  <a:srgbClr val="FF6600"/>
                </a:solidFill>
                <a:sym typeface="Symbol" charset="0"/>
              </a:rPr>
              <a:t>Consequence???</a:t>
            </a:r>
          </a:p>
          <a:p>
            <a:pPr eaLnBrk="1" hangingPunct="1">
              <a:buFont typeface="Arial" charset="0"/>
              <a:buChar char="•"/>
              <a:defRPr/>
            </a:pPr>
            <a:r>
              <a:rPr lang="en-US">
                <a:sym typeface="Symbol" charset="0"/>
              </a:rPr>
              <a:t>p </a:t>
            </a:r>
            <a:r>
              <a:rPr lang="en-US">
                <a:solidFill>
                  <a:srgbClr val="0000FF"/>
                </a:solidFill>
                <a:sym typeface="Symbol" charset="0"/>
              </a:rPr>
              <a:t>may</a:t>
            </a:r>
            <a:r>
              <a:rPr lang="en-US">
                <a:sym typeface="Symbol" charset="0"/>
              </a:rPr>
              <a:t> satisfy O if TR(O,p)</a:t>
            </a:r>
            <a:r>
              <a:rPr lang="en-US">
                <a:solidFill>
                  <a:srgbClr val="000000"/>
                </a:solidFill>
                <a:effectLst>
                  <a:outerShdw blurRad="38100" dist="38100" dir="2700000" algn="tl">
                    <a:srgbClr val="DDDDDD"/>
                  </a:outerShdw>
                </a:effectLst>
                <a:cs typeface="Arial Unicode MS" charset="0"/>
              </a:rPr>
              <a:t> </a:t>
            </a:r>
          </a:p>
          <a:p>
            <a:pPr eaLnBrk="1" hangingPunct="1">
              <a:buFont typeface="Arial" charset="0"/>
              <a:buChar char="•"/>
              <a:defRPr/>
            </a:pPr>
            <a:r>
              <a:rPr lang="en-US">
                <a:solidFill>
                  <a:srgbClr val="000000"/>
                </a:solidFill>
                <a:effectLst>
                  <a:outerShdw blurRad="38100" dist="38100" dir="2700000" algn="tl">
                    <a:srgbClr val="DDDDDD"/>
                  </a:outerShdw>
                </a:effectLst>
                <a:cs typeface="Arial Unicode MS" charset="0"/>
                <a:sym typeface="Symbol" charset="0"/>
              </a:rPr>
              <a:t>p </a:t>
            </a:r>
            <a:r>
              <a:rPr lang="en-US">
                <a:solidFill>
                  <a:srgbClr val="0000FF"/>
                </a:solidFill>
                <a:effectLst>
                  <a:outerShdw blurRad="38100" dist="38100" dir="2700000" algn="tl">
                    <a:srgbClr val="DDDDDD"/>
                  </a:outerShdw>
                </a:effectLst>
                <a:cs typeface="Arial Unicode MS" charset="0"/>
                <a:sym typeface="Symbol" charset="0"/>
              </a:rPr>
              <a:t>must</a:t>
            </a:r>
            <a:r>
              <a:rPr lang="en-US">
                <a:solidFill>
                  <a:srgbClr val="000000"/>
                </a:solidFill>
                <a:effectLst>
                  <a:outerShdw blurRad="38100" dist="38100" dir="2700000" algn="tl">
                    <a:srgbClr val="DDDDDD"/>
                  </a:outerShdw>
                </a:effectLst>
                <a:cs typeface="Arial Unicode MS" charset="0"/>
                <a:sym typeface="Symbol" charset="0"/>
              </a:rPr>
              <a:t> satisfy O if {T}=</a:t>
            </a:r>
            <a:r>
              <a:rPr lang="en-US">
                <a:sym typeface="Symbol" charset="0"/>
              </a:rPr>
              <a:t>R(O,p)</a:t>
            </a:r>
          </a:p>
          <a:p>
            <a:pPr eaLnBrk="1" hangingPunct="1">
              <a:buFont typeface="Arial" charset="0"/>
              <a:buChar char="•"/>
              <a:defRPr/>
            </a:pPr>
            <a:r>
              <a:rPr lang="en-US">
                <a:solidFill>
                  <a:srgbClr val="000000"/>
                </a:solidFill>
                <a:effectLst>
                  <a:outerShdw blurRad="38100" dist="38100" dir="2700000" algn="tl">
                    <a:srgbClr val="DDDDDD"/>
                  </a:outerShdw>
                </a:effectLst>
                <a:cs typeface="Arial Unicode MS" charset="0"/>
                <a:sym typeface="Symbol" charset="0"/>
              </a:rPr>
              <a:t>Difference??</a:t>
            </a:r>
            <a:r>
              <a:rPr lang="en-US">
                <a:solidFill>
                  <a:srgbClr val="000000"/>
                </a:solidFill>
                <a:effectLst>
                  <a:outerShdw blurRad="38100" dist="38100" dir="2700000" algn="tl">
                    <a:srgbClr val="DDDDDD"/>
                  </a:outerShdw>
                </a:effectLst>
                <a:cs typeface="Arial Unicode MS" charset="0"/>
              </a:rPr>
              <a:t> </a:t>
            </a:r>
            <a:r>
              <a:rPr lang="en-US">
                <a:sym typeface="Symbol" charset="0"/>
              </a:rPr>
              <a:t> </a:t>
            </a:r>
            <a:r>
              <a:rPr lang="en-US"/>
              <a:t> </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14">
            <a:extLst>
              <a:ext uri="{FF2B5EF4-FFF2-40B4-BE49-F238E27FC236}">
                <a16:creationId xmlns:a16="http://schemas.microsoft.com/office/drawing/2014/main" id="{F267A76D-9AC7-F774-7BBB-250D43CB2AAB}"/>
              </a:ext>
            </a:extLst>
          </p:cNvPr>
          <p:cNvSpPr txBox="1">
            <a:spLocks noGrp="1" noChangeArrowheads="1"/>
          </p:cNvSpPr>
          <p:nvPr/>
        </p:nvSpPr>
        <p:spPr bwMode="auto">
          <a:xfrm>
            <a:off x="6553200" y="6248400"/>
            <a:ext cx="2133600" cy="457200"/>
          </a:xfrm>
          <a:prstGeom prst="rect">
            <a:avLst/>
          </a:prstGeom>
          <a:noFill/>
          <a:ln>
            <a:miter lim="800000"/>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r" eaLnBrk="1" hangingPunct="1"/>
            <a:fld id="{CA4A3FF3-41E4-3040-B30D-3CD6D298CD17}" type="slidenum">
              <a:rPr lang="en-US" altLang="en-US" sz="1000">
                <a:effectLst>
                  <a:outerShdw blurRad="38100" dist="38100" dir="2700000" algn="tl">
                    <a:srgbClr val="C0C0C0"/>
                  </a:outerShdw>
                </a:effectLst>
                <a:latin typeface="Calibri" panose="020F0502020204030204" pitchFamily="34" charset="0"/>
              </a:rPr>
              <a:pPr algn="r" eaLnBrk="1" hangingPunct="1"/>
              <a:t>48</a:t>
            </a:fld>
            <a:endParaRPr lang="en-US" altLang="en-US" sz="1000">
              <a:effectLst>
                <a:outerShdw blurRad="38100" dist="38100" dir="2700000" algn="tl">
                  <a:srgbClr val="C0C0C0"/>
                </a:outerShdw>
              </a:effectLst>
              <a:latin typeface="Calibri" panose="020F0502020204030204" pitchFamily="34" charset="0"/>
            </a:endParaRPr>
          </a:p>
        </p:txBody>
      </p:sp>
      <p:sp>
        <p:nvSpPr>
          <p:cNvPr id="64514" name="Rectangle 2">
            <a:extLst>
              <a:ext uri="{FF2B5EF4-FFF2-40B4-BE49-F238E27FC236}">
                <a16:creationId xmlns:a16="http://schemas.microsoft.com/office/drawing/2014/main" id="{612EE9A4-8B62-D6C1-0A47-93462F3D7C2B}"/>
              </a:ext>
            </a:extLst>
          </p:cNvPr>
          <p:cNvSpPr>
            <a:spLocks noGrp="1" noChangeArrowheads="1"/>
          </p:cNvSpPr>
          <p:nvPr>
            <p:ph type="title" idx="4294967295"/>
          </p:nvPr>
        </p:nvSpPr>
        <p:spPr/>
        <p:txBody>
          <a:bodyPr/>
          <a:lstStyle/>
          <a:p>
            <a:pPr eaLnBrk="1" hangingPunct="1"/>
            <a:r>
              <a:rPr lang="en-US" altLang="en-US">
                <a:solidFill>
                  <a:srgbClr val="0000FF"/>
                </a:solidFill>
                <a:ea typeface="ＭＳ Ｐゴシック" panose="020B0600070205080204" pitchFamily="34" charset="-128"/>
              </a:rPr>
              <a:t>Weak Bisimulation</a:t>
            </a:r>
          </a:p>
        </p:txBody>
      </p:sp>
      <p:sp>
        <p:nvSpPr>
          <p:cNvPr id="64515" name="Rectangle 3">
            <a:extLst>
              <a:ext uri="{FF2B5EF4-FFF2-40B4-BE49-F238E27FC236}">
                <a16:creationId xmlns:a16="http://schemas.microsoft.com/office/drawing/2014/main" id="{2F9B3C8E-C58F-FA64-65EE-56B2C8DCC214}"/>
              </a:ext>
            </a:extLst>
          </p:cNvPr>
          <p:cNvSpPr>
            <a:spLocks noGrp="1" noChangeArrowheads="1"/>
          </p:cNvSpPr>
          <p:nvPr>
            <p:ph type="body" idx="4294967295"/>
          </p:nvPr>
        </p:nvSpPr>
        <p:spPr>
          <a:xfrm>
            <a:off x="381000" y="1524000"/>
            <a:ext cx="8305800" cy="2895600"/>
          </a:xfrm>
        </p:spPr>
        <p:txBody>
          <a:bodyPr/>
          <a:lstStyle/>
          <a:p>
            <a:pPr eaLnBrk="1" hangingPunct="1"/>
            <a:r>
              <a:rPr lang="en-US" altLang="en-US">
                <a:solidFill>
                  <a:srgbClr val="0000FF"/>
                </a:solidFill>
                <a:ea typeface="ＭＳ Ｐゴシック" panose="020B0600070205080204" pitchFamily="34" charset="-128"/>
              </a:rPr>
              <a:t>R </a:t>
            </a:r>
            <a:r>
              <a:rPr lang="en-US" altLang="en-US">
                <a:solidFill>
                  <a:srgbClr val="0000FF"/>
                </a:solidFill>
                <a:latin typeface="Arial Unicode MS" panose="020B0604020202020204" pitchFamily="34" charset="-128"/>
                <a:ea typeface="ＭＳ Ｐゴシック" panose="020B0600070205080204" pitchFamily="34" charset="-128"/>
              </a:rPr>
              <a:t>⊆ Proc X Proc </a:t>
            </a:r>
            <a:r>
              <a:rPr lang="en-US" altLang="en-US">
                <a:latin typeface="Arial Unicode MS" panose="020B0604020202020204" pitchFamily="34" charset="-128"/>
                <a:ea typeface="ＭＳ Ｐゴシック" panose="020B0600070205080204" pitchFamily="34" charset="-128"/>
              </a:rPr>
              <a:t>is a </a:t>
            </a:r>
            <a:r>
              <a:rPr lang="en-US" altLang="en-US">
                <a:solidFill>
                  <a:srgbClr val="0000FF"/>
                </a:solidFill>
                <a:latin typeface="Arial Unicode MS" panose="020B0604020202020204" pitchFamily="34" charset="-128"/>
                <a:ea typeface="ＭＳ Ｐゴシック" panose="020B0600070205080204" pitchFamily="34" charset="-128"/>
              </a:rPr>
              <a:t>weak-bisimulation ≈</a:t>
            </a:r>
            <a:r>
              <a:rPr lang="en-US" altLang="en-US" baseline="-25000">
                <a:solidFill>
                  <a:srgbClr val="0000FF"/>
                </a:solidFill>
                <a:latin typeface="Arial Unicode MS" panose="020B0604020202020204" pitchFamily="34" charset="-128"/>
                <a:ea typeface="ＭＳ Ｐゴシック" panose="020B0600070205080204" pitchFamily="34" charset="-128"/>
              </a:rPr>
              <a:t>t</a:t>
            </a:r>
            <a:r>
              <a:rPr lang="en-US" altLang="en-US">
                <a:solidFill>
                  <a:srgbClr val="0000FF"/>
                </a:solidFill>
                <a:latin typeface="Arial Unicode MS" panose="020B0604020202020204" pitchFamily="34" charset="-128"/>
                <a:ea typeface="ＭＳ Ｐゴシック" panose="020B0600070205080204" pitchFamily="34" charset="-128"/>
              </a:rPr>
              <a:t> </a:t>
            </a:r>
            <a:r>
              <a:rPr lang="en-US" altLang="en-US">
                <a:latin typeface="Arial Unicode MS" panose="020B0604020202020204" pitchFamily="34" charset="-128"/>
                <a:ea typeface="ＭＳ Ｐゴシック" panose="020B0600070205080204" pitchFamily="34" charset="-128"/>
              </a:rPr>
              <a:t>iff </a:t>
            </a:r>
            <a:r>
              <a:rPr lang="en-US" altLang="en-US">
                <a:ea typeface="ＭＳ Ｐゴシック" panose="020B0600070205080204" pitchFamily="34" charset="-128"/>
                <a:sym typeface="Symbol" pitchFamily="2" charset="2"/>
              </a:rPr>
              <a:t>∀x∈</a:t>
            </a:r>
            <a:r>
              <a:rPr lang="el-GR" altLang="en-US">
                <a:ea typeface="ＭＳ Ｐゴシック" panose="020B0600070205080204" pitchFamily="34" charset="-128"/>
                <a:cs typeface="Arial" panose="020B0604020202020204" pitchFamily="34" charset="0"/>
              </a:rPr>
              <a:t>Σ</a:t>
            </a:r>
            <a:r>
              <a:rPr lang="en-US" altLang="en-US" baseline="30000">
                <a:ea typeface="ＭＳ Ｐゴシック" panose="020B0600070205080204" pitchFamily="34" charset="-128"/>
                <a:cs typeface="Arial" panose="020B0604020202020204" pitchFamily="34" charset="0"/>
              </a:rPr>
              <a:t>t,</a:t>
            </a:r>
            <a:r>
              <a:rPr lang="en-US" altLang="en-US" baseline="30000">
                <a:latin typeface="Symbol" pitchFamily="2" charset="2"/>
                <a:ea typeface="ＭＳ Ｐゴシック" panose="020B0600070205080204" pitchFamily="34" charset="-128"/>
                <a:cs typeface="Arial" panose="020B0604020202020204" pitchFamily="34" charset="0"/>
              </a:rPr>
              <a:t>t</a:t>
            </a:r>
            <a:r>
              <a:rPr lang="en-US" altLang="en-US">
                <a:ea typeface="ＭＳ Ｐゴシック" panose="020B0600070205080204" pitchFamily="34" charset="-128"/>
                <a:sym typeface="Symbol" pitchFamily="2" charset="2"/>
              </a:rPr>
              <a:t>, R(p,q)</a:t>
            </a:r>
          </a:p>
          <a:p>
            <a:pPr lvl="1" eaLnBrk="1" hangingPunct="1">
              <a:buFont typeface="Arial" panose="020B0604020202020204" pitchFamily="34" charset="0"/>
              <a:buNone/>
            </a:pPr>
            <a:r>
              <a:rPr lang="en-US" altLang="en-US">
                <a:ea typeface="ＭＳ Ｐゴシック" panose="020B0600070205080204" pitchFamily="34" charset="-128"/>
              </a:rPr>
              <a:t>p⇒</a:t>
            </a:r>
            <a:r>
              <a:rPr lang="en-US" altLang="en-US">
                <a:ea typeface="ＭＳ Ｐゴシック" panose="020B0600070205080204" pitchFamily="34" charset="-128"/>
                <a:cs typeface="Arial" panose="020B0604020202020204" pitchFamily="34" charset="0"/>
              </a:rPr>
              <a:t>x</a:t>
            </a:r>
            <a:r>
              <a:rPr lang="en-US" altLang="en-US">
                <a:ea typeface="ＭＳ Ｐゴシック" panose="020B0600070205080204" pitchFamily="34" charset="-128"/>
              </a:rPr>
              <a:t>⇒p</a:t>
            </a:r>
            <a:r>
              <a:rPr lang="ja-JP" altLang="en-US">
                <a:ea typeface="ＭＳ Ｐゴシック" panose="020B0600070205080204" pitchFamily="34" charset="-128"/>
              </a:rPr>
              <a:t>’</a:t>
            </a:r>
            <a:r>
              <a:rPr lang="en-US" altLang="ja-JP">
                <a:ea typeface="ＭＳ Ｐゴシック" panose="020B0600070205080204" pitchFamily="34" charset="-128"/>
                <a:sym typeface="Symbol" pitchFamily="2" charset="2"/>
              </a:rPr>
              <a:t>,  q</a:t>
            </a:r>
            <a:r>
              <a:rPr lang="ja-JP" altLang="en-US">
                <a:ea typeface="ＭＳ Ｐゴシック" panose="020B0600070205080204" pitchFamily="34" charset="-128"/>
                <a:sym typeface="Symbol" pitchFamily="2" charset="2"/>
              </a:rPr>
              <a:t>’</a:t>
            </a:r>
            <a:r>
              <a:rPr lang="en-US" altLang="ja-JP">
                <a:ea typeface="ＭＳ Ｐゴシック" panose="020B0600070205080204" pitchFamily="34" charset="-128"/>
                <a:sym typeface="Symbol" pitchFamily="2" charset="2"/>
              </a:rPr>
              <a:t> q</a:t>
            </a:r>
            <a:r>
              <a:rPr lang="en-US" altLang="ja-JP">
                <a:ea typeface="ＭＳ Ｐゴシック" panose="020B0600070205080204" pitchFamily="34" charset="-128"/>
              </a:rPr>
              <a:t>⇒</a:t>
            </a:r>
            <a:r>
              <a:rPr lang="en-US" altLang="ja-JP">
                <a:ea typeface="ＭＳ Ｐゴシック" panose="020B0600070205080204" pitchFamily="34" charset="-128"/>
                <a:cs typeface="Arial" panose="020B0604020202020204" pitchFamily="34" charset="0"/>
              </a:rPr>
              <a:t>x</a:t>
            </a:r>
            <a:r>
              <a:rPr lang="en-US" altLang="ja-JP">
                <a:ea typeface="ＭＳ Ｐゴシック" panose="020B0600070205080204" pitchFamily="34" charset="-128"/>
              </a:rPr>
              <a:t>⇒q</a:t>
            </a:r>
            <a:r>
              <a:rPr lang="ja-JP" altLang="en-US">
                <a:ea typeface="ＭＳ Ｐゴシック" panose="020B0600070205080204" pitchFamily="34" charset="-128"/>
              </a:rPr>
              <a:t>’</a:t>
            </a:r>
            <a:r>
              <a:rPr lang="en-US" altLang="ja-JP">
                <a:ea typeface="ＭＳ Ｐゴシック" panose="020B0600070205080204" pitchFamily="34" charset="-128"/>
                <a:sym typeface="Symbol" pitchFamily="2" charset="2"/>
              </a:rPr>
              <a:t> and R(p</a:t>
            </a:r>
            <a:r>
              <a:rPr lang="ja-JP" altLang="en-US">
                <a:ea typeface="ＭＳ Ｐゴシック" panose="020B0600070205080204" pitchFamily="34" charset="-128"/>
                <a:sym typeface="Symbol" pitchFamily="2" charset="2"/>
              </a:rPr>
              <a:t>’</a:t>
            </a:r>
            <a:r>
              <a:rPr lang="en-US" altLang="ja-JP">
                <a:ea typeface="ＭＳ Ｐゴシック" panose="020B0600070205080204" pitchFamily="34" charset="-128"/>
                <a:sym typeface="Symbol" pitchFamily="2" charset="2"/>
              </a:rPr>
              <a:t>,q</a:t>
            </a:r>
            <a:r>
              <a:rPr lang="ja-JP" altLang="en-US">
                <a:ea typeface="ＭＳ Ｐゴシック" panose="020B0600070205080204" pitchFamily="34" charset="-128"/>
                <a:sym typeface="Symbol" pitchFamily="2" charset="2"/>
              </a:rPr>
              <a:t>’</a:t>
            </a:r>
            <a:r>
              <a:rPr lang="en-US" altLang="ja-JP">
                <a:ea typeface="ＭＳ Ｐゴシック" panose="020B0600070205080204" pitchFamily="34" charset="-128"/>
                <a:sym typeface="Symbol" pitchFamily="2" charset="2"/>
              </a:rPr>
              <a:t>)</a:t>
            </a:r>
          </a:p>
          <a:p>
            <a:pPr lvl="1" eaLnBrk="1" hangingPunct="1">
              <a:buFont typeface="Arial" panose="020B0604020202020204" pitchFamily="34" charset="0"/>
              <a:buNone/>
            </a:pPr>
            <a:r>
              <a:rPr lang="en-US" altLang="en-US">
                <a:ea typeface="ＭＳ Ｐゴシック" panose="020B0600070205080204" pitchFamily="34" charset="-128"/>
              </a:rPr>
              <a:t>q⇒</a:t>
            </a:r>
            <a:r>
              <a:rPr lang="en-US" altLang="en-US">
                <a:ea typeface="ＭＳ Ｐゴシック" panose="020B0600070205080204" pitchFamily="34" charset="-128"/>
                <a:cs typeface="Arial" panose="020B0604020202020204" pitchFamily="34" charset="0"/>
              </a:rPr>
              <a:t>x</a:t>
            </a:r>
            <a:r>
              <a:rPr lang="en-US" altLang="en-US">
                <a:ea typeface="ＭＳ Ｐゴシック" panose="020B0600070205080204" pitchFamily="34" charset="-128"/>
              </a:rPr>
              <a:t>⇒q</a:t>
            </a:r>
            <a:r>
              <a:rPr lang="ja-JP" altLang="en-US">
                <a:ea typeface="ＭＳ Ｐゴシック" panose="020B0600070205080204" pitchFamily="34" charset="-128"/>
              </a:rPr>
              <a:t>’</a:t>
            </a:r>
            <a:r>
              <a:rPr lang="en-US" altLang="ja-JP">
                <a:ea typeface="ＭＳ Ｐゴシック" panose="020B0600070205080204" pitchFamily="34" charset="-128"/>
                <a:sym typeface="Symbol" pitchFamily="2" charset="2"/>
              </a:rPr>
              <a:t>,  p</a:t>
            </a:r>
            <a:r>
              <a:rPr lang="ja-JP" altLang="en-US">
                <a:ea typeface="ＭＳ Ｐゴシック" panose="020B0600070205080204" pitchFamily="34" charset="-128"/>
                <a:sym typeface="Symbol" pitchFamily="2" charset="2"/>
              </a:rPr>
              <a:t>’</a:t>
            </a:r>
            <a:r>
              <a:rPr lang="en-US" altLang="ja-JP">
                <a:ea typeface="ＭＳ Ｐゴシック" panose="020B0600070205080204" pitchFamily="34" charset="-128"/>
                <a:sym typeface="Symbol" pitchFamily="2" charset="2"/>
              </a:rPr>
              <a:t> p</a:t>
            </a:r>
            <a:r>
              <a:rPr lang="en-US" altLang="ja-JP">
                <a:ea typeface="ＭＳ Ｐゴシック" panose="020B0600070205080204" pitchFamily="34" charset="-128"/>
              </a:rPr>
              <a:t>⇒</a:t>
            </a:r>
            <a:r>
              <a:rPr lang="en-US" altLang="ja-JP">
                <a:ea typeface="ＭＳ Ｐゴシック" panose="020B0600070205080204" pitchFamily="34" charset="-128"/>
                <a:cs typeface="Arial" panose="020B0604020202020204" pitchFamily="34" charset="0"/>
              </a:rPr>
              <a:t>x</a:t>
            </a:r>
            <a:r>
              <a:rPr lang="en-US" altLang="ja-JP">
                <a:ea typeface="ＭＳ Ｐゴシック" panose="020B0600070205080204" pitchFamily="34" charset="-128"/>
              </a:rPr>
              <a:t>⇒p</a:t>
            </a:r>
            <a:r>
              <a:rPr lang="ja-JP" altLang="en-US">
                <a:ea typeface="ＭＳ Ｐゴシック" panose="020B0600070205080204" pitchFamily="34" charset="-128"/>
              </a:rPr>
              <a:t>’</a:t>
            </a:r>
            <a:r>
              <a:rPr lang="en-US" altLang="ja-JP">
                <a:ea typeface="ＭＳ Ｐゴシック" panose="020B0600070205080204" pitchFamily="34" charset="-128"/>
                <a:sym typeface="Symbol" pitchFamily="2" charset="2"/>
              </a:rPr>
              <a:t> and R(p</a:t>
            </a:r>
            <a:r>
              <a:rPr lang="ja-JP" altLang="en-US">
                <a:ea typeface="ＭＳ Ｐゴシック" panose="020B0600070205080204" pitchFamily="34" charset="-128"/>
                <a:sym typeface="Symbol" pitchFamily="2" charset="2"/>
              </a:rPr>
              <a:t>’</a:t>
            </a:r>
            <a:r>
              <a:rPr lang="en-US" altLang="ja-JP">
                <a:ea typeface="ＭＳ Ｐゴシック" panose="020B0600070205080204" pitchFamily="34" charset="-128"/>
                <a:sym typeface="Symbol" pitchFamily="2" charset="2"/>
              </a:rPr>
              <a:t>,q</a:t>
            </a:r>
            <a:r>
              <a:rPr lang="ja-JP" altLang="en-US">
                <a:ea typeface="ＭＳ Ｐゴシック" panose="020B0600070205080204" pitchFamily="34" charset="-128"/>
                <a:sym typeface="Symbol" pitchFamily="2" charset="2"/>
              </a:rPr>
              <a:t>’</a:t>
            </a:r>
            <a:r>
              <a:rPr lang="en-US" altLang="ja-JP">
                <a:ea typeface="ＭＳ Ｐゴシック" panose="020B0600070205080204" pitchFamily="34" charset="-128"/>
                <a:sym typeface="Symbol" pitchFamily="2" charset="2"/>
              </a:rPr>
              <a:t>)</a:t>
            </a:r>
          </a:p>
          <a:p>
            <a:pPr lvl="1" eaLnBrk="1" hangingPunct="1">
              <a:buFont typeface="Arial" panose="020B0604020202020204" pitchFamily="34" charset="0"/>
              <a:buNone/>
            </a:pPr>
            <a:r>
              <a:rPr lang="en-US" altLang="en-US">
                <a:ea typeface="ＭＳ Ｐゴシック" panose="020B0600070205080204" pitchFamily="34" charset="-128"/>
                <a:sym typeface="Symbol" pitchFamily="2" charset="2"/>
              </a:rPr>
              <a:t>Note: </a:t>
            </a:r>
            <a:r>
              <a:rPr lang="en-US" altLang="en-US">
                <a:ea typeface="ＭＳ Ｐゴシック" panose="020B0600070205080204" pitchFamily="34" charset="-128"/>
              </a:rPr>
              <a:t>⇒</a:t>
            </a:r>
            <a:r>
              <a:rPr lang="en-US" altLang="en-US">
                <a:ea typeface="ＭＳ Ｐゴシック" panose="020B0600070205080204" pitchFamily="34" charset="-128"/>
                <a:cs typeface="Arial" panose="020B0604020202020204" pitchFamily="34" charset="0"/>
              </a:rPr>
              <a:t>x</a:t>
            </a:r>
            <a:r>
              <a:rPr lang="en-US" altLang="en-US">
                <a:ea typeface="ＭＳ Ｐゴシック" panose="020B0600070205080204" pitchFamily="34" charset="-128"/>
              </a:rPr>
              <a:t>⇒ may have  </a:t>
            </a:r>
            <a:r>
              <a:rPr lang="en-US" altLang="en-US">
                <a:solidFill>
                  <a:srgbClr val="FF0000"/>
                </a:solidFill>
                <a:latin typeface="Symbol" pitchFamily="2" charset="2"/>
                <a:ea typeface="ＭＳ Ｐゴシック" panose="020B0600070205080204" pitchFamily="34" charset="-128"/>
              </a:rPr>
              <a:t>t</a:t>
            </a:r>
            <a:r>
              <a:rPr lang="en-US" altLang="en-US">
                <a:ea typeface="ＭＳ Ｐゴシック" panose="020B0600070205080204" pitchFamily="34" charset="-128"/>
              </a:rPr>
              <a:t> transitions </a:t>
            </a:r>
          </a:p>
        </p:txBody>
      </p:sp>
      <p:sp>
        <p:nvSpPr>
          <p:cNvPr id="64516" name="Oval 4">
            <a:extLst>
              <a:ext uri="{FF2B5EF4-FFF2-40B4-BE49-F238E27FC236}">
                <a16:creationId xmlns:a16="http://schemas.microsoft.com/office/drawing/2014/main" id="{C94F41CF-36C5-F8EF-724E-4CB410C1BB4D}"/>
              </a:ext>
            </a:extLst>
          </p:cNvPr>
          <p:cNvSpPr>
            <a:spLocks noChangeArrowheads="1"/>
          </p:cNvSpPr>
          <p:nvPr/>
        </p:nvSpPr>
        <p:spPr bwMode="auto">
          <a:xfrm>
            <a:off x="990600" y="5105400"/>
            <a:ext cx="381000" cy="3810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1800">
                <a:latin typeface="Calibri" panose="020F0502020204030204" pitchFamily="34" charset="0"/>
              </a:rPr>
              <a:t>P</a:t>
            </a:r>
          </a:p>
        </p:txBody>
      </p:sp>
      <p:sp>
        <p:nvSpPr>
          <p:cNvPr id="64517" name="Oval 5">
            <a:extLst>
              <a:ext uri="{FF2B5EF4-FFF2-40B4-BE49-F238E27FC236}">
                <a16:creationId xmlns:a16="http://schemas.microsoft.com/office/drawing/2014/main" id="{2E041294-5F83-E9B3-8A5F-91E92AD3C0D9}"/>
              </a:ext>
            </a:extLst>
          </p:cNvPr>
          <p:cNvSpPr>
            <a:spLocks noChangeArrowheads="1"/>
          </p:cNvSpPr>
          <p:nvPr/>
        </p:nvSpPr>
        <p:spPr bwMode="auto">
          <a:xfrm>
            <a:off x="990600" y="6096000"/>
            <a:ext cx="381000" cy="3810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1800">
                <a:latin typeface="Calibri" panose="020F0502020204030204" pitchFamily="34" charset="0"/>
              </a:rPr>
              <a:t>Q</a:t>
            </a:r>
          </a:p>
        </p:txBody>
      </p:sp>
      <p:sp>
        <p:nvSpPr>
          <p:cNvPr id="64518" name="Oval 6">
            <a:extLst>
              <a:ext uri="{FF2B5EF4-FFF2-40B4-BE49-F238E27FC236}">
                <a16:creationId xmlns:a16="http://schemas.microsoft.com/office/drawing/2014/main" id="{E8B51214-4F65-E1CA-B6A6-935A51CA136F}"/>
              </a:ext>
            </a:extLst>
          </p:cNvPr>
          <p:cNvSpPr>
            <a:spLocks noChangeArrowheads="1"/>
          </p:cNvSpPr>
          <p:nvPr/>
        </p:nvSpPr>
        <p:spPr bwMode="auto">
          <a:xfrm>
            <a:off x="2590800" y="5105400"/>
            <a:ext cx="381000" cy="3810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1800">
                <a:latin typeface="Calibri" panose="020F0502020204030204" pitchFamily="34" charset="0"/>
              </a:rPr>
              <a:t>P</a:t>
            </a:r>
            <a:r>
              <a:rPr lang="ja-JP" altLang="en-US" sz="1800">
                <a:latin typeface="Calibri" panose="020F0502020204030204" pitchFamily="34" charset="0"/>
              </a:rPr>
              <a:t>’</a:t>
            </a:r>
            <a:endParaRPr lang="en-US" altLang="en-US" sz="1800">
              <a:latin typeface="Calibri" panose="020F0502020204030204" pitchFamily="34" charset="0"/>
            </a:endParaRPr>
          </a:p>
        </p:txBody>
      </p:sp>
      <p:sp>
        <p:nvSpPr>
          <p:cNvPr id="64519" name="Oval 7">
            <a:extLst>
              <a:ext uri="{FF2B5EF4-FFF2-40B4-BE49-F238E27FC236}">
                <a16:creationId xmlns:a16="http://schemas.microsoft.com/office/drawing/2014/main" id="{11E86A1F-AFBF-D6A4-6830-15129199B7E4}"/>
              </a:ext>
            </a:extLst>
          </p:cNvPr>
          <p:cNvSpPr>
            <a:spLocks noChangeArrowheads="1"/>
          </p:cNvSpPr>
          <p:nvPr/>
        </p:nvSpPr>
        <p:spPr bwMode="auto">
          <a:xfrm>
            <a:off x="2590800" y="6096000"/>
            <a:ext cx="381000" cy="381000"/>
          </a:xfrm>
          <a:prstGeom prst="ellipse">
            <a:avLst/>
          </a:prstGeom>
          <a:solidFill>
            <a:srgbClr val="800080"/>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1800">
                <a:latin typeface="Calibri" panose="020F0502020204030204" pitchFamily="34" charset="0"/>
              </a:rPr>
              <a:t>Q</a:t>
            </a:r>
            <a:r>
              <a:rPr lang="ja-JP" altLang="en-US" sz="1800">
                <a:latin typeface="Calibri" panose="020F0502020204030204" pitchFamily="34" charset="0"/>
              </a:rPr>
              <a:t>’</a:t>
            </a:r>
            <a:endParaRPr lang="en-US" altLang="en-US" sz="1800">
              <a:latin typeface="Calibri" panose="020F0502020204030204" pitchFamily="34" charset="0"/>
            </a:endParaRPr>
          </a:p>
        </p:txBody>
      </p:sp>
      <p:sp>
        <p:nvSpPr>
          <p:cNvPr id="64520" name="Line 8">
            <a:extLst>
              <a:ext uri="{FF2B5EF4-FFF2-40B4-BE49-F238E27FC236}">
                <a16:creationId xmlns:a16="http://schemas.microsoft.com/office/drawing/2014/main" id="{53A8B1BC-D548-8607-50CC-757824AE8B48}"/>
              </a:ext>
            </a:extLst>
          </p:cNvPr>
          <p:cNvSpPr>
            <a:spLocks noChangeShapeType="1"/>
          </p:cNvSpPr>
          <p:nvPr/>
        </p:nvSpPr>
        <p:spPr bwMode="auto">
          <a:xfrm>
            <a:off x="1447800" y="5334000"/>
            <a:ext cx="1066800" cy="0"/>
          </a:xfrm>
          <a:prstGeom prst="line">
            <a:avLst/>
          </a:prstGeom>
          <a:noFill/>
          <a:ln w="38100">
            <a:solidFill>
              <a:srgbClr val="00FF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4521" name="Line 9">
            <a:extLst>
              <a:ext uri="{FF2B5EF4-FFF2-40B4-BE49-F238E27FC236}">
                <a16:creationId xmlns:a16="http://schemas.microsoft.com/office/drawing/2014/main" id="{935C4EF7-89C5-7DC4-A1A7-6FD445CD7966}"/>
              </a:ext>
            </a:extLst>
          </p:cNvPr>
          <p:cNvSpPr>
            <a:spLocks noChangeShapeType="1"/>
          </p:cNvSpPr>
          <p:nvPr/>
        </p:nvSpPr>
        <p:spPr bwMode="auto">
          <a:xfrm>
            <a:off x="1143000" y="5486400"/>
            <a:ext cx="0" cy="609600"/>
          </a:xfrm>
          <a:prstGeom prst="line">
            <a:avLst/>
          </a:prstGeom>
          <a:noFill/>
          <a:ln w="76200" cmpd="tri">
            <a:solidFill>
              <a:srgbClr val="FF0000"/>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64522" name="Line 10">
            <a:extLst>
              <a:ext uri="{FF2B5EF4-FFF2-40B4-BE49-F238E27FC236}">
                <a16:creationId xmlns:a16="http://schemas.microsoft.com/office/drawing/2014/main" id="{D664F10B-88F7-0ACC-A584-DBD5A4AD4CF0}"/>
              </a:ext>
            </a:extLst>
          </p:cNvPr>
          <p:cNvSpPr>
            <a:spLocks noChangeShapeType="1"/>
          </p:cNvSpPr>
          <p:nvPr/>
        </p:nvSpPr>
        <p:spPr bwMode="auto">
          <a:xfrm>
            <a:off x="2743200" y="5486400"/>
            <a:ext cx="0" cy="609600"/>
          </a:xfrm>
          <a:prstGeom prst="line">
            <a:avLst/>
          </a:prstGeom>
          <a:noFill/>
          <a:ln w="76200" cmpd="tri">
            <a:solidFill>
              <a:srgbClr val="FF0000"/>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64523" name="Text Box 11">
            <a:extLst>
              <a:ext uri="{FF2B5EF4-FFF2-40B4-BE49-F238E27FC236}">
                <a16:creationId xmlns:a16="http://schemas.microsoft.com/office/drawing/2014/main" id="{815234D9-AB3A-F38C-55E1-7427639381A9}"/>
              </a:ext>
            </a:extLst>
          </p:cNvPr>
          <p:cNvSpPr txBox="1">
            <a:spLocks noChangeArrowheads="1"/>
          </p:cNvSpPr>
          <p:nvPr/>
        </p:nvSpPr>
        <p:spPr bwMode="auto">
          <a:xfrm>
            <a:off x="1752600" y="5029200"/>
            <a:ext cx="3206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latin typeface="Calibri" panose="020F0502020204030204" pitchFamily="34" charset="0"/>
              </a:rPr>
              <a:t>X</a:t>
            </a:r>
          </a:p>
        </p:txBody>
      </p:sp>
      <p:sp>
        <p:nvSpPr>
          <p:cNvPr id="64524" name="Line 12">
            <a:extLst>
              <a:ext uri="{FF2B5EF4-FFF2-40B4-BE49-F238E27FC236}">
                <a16:creationId xmlns:a16="http://schemas.microsoft.com/office/drawing/2014/main" id="{E6463348-80E1-5221-E323-C9418DD2F9FB}"/>
              </a:ext>
            </a:extLst>
          </p:cNvPr>
          <p:cNvSpPr>
            <a:spLocks noChangeShapeType="1"/>
          </p:cNvSpPr>
          <p:nvPr/>
        </p:nvSpPr>
        <p:spPr bwMode="auto">
          <a:xfrm>
            <a:off x="1447800" y="6248400"/>
            <a:ext cx="1066800" cy="0"/>
          </a:xfrm>
          <a:prstGeom prst="line">
            <a:avLst/>
          </a:prstGeom>
          <a:noFill/>
          <a:ln w="38100">
            <a:solidFill>
              <a:srgbClr val="00FF00"/>
            </a:solidFill>
            <a:prstDash val="sysDot"/>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4525" name="Text Box 13">
            <a:extLst>
              <a:ext uri="{FF2B5EF4-FFF2-40B4-BE49-F238E27FC236}">
                <a16:creationId xmlns:a16="http://schemas.microsoft.com/office/drawing/2014/main" id="{E084043C-7655-BAF4-954F-1BBF0C770C48}"/>
              </a:ext>
            </a:extLst>
          </p:cNvPr>
          <p:cNvSpPr txBox="1">
            <a:spLocks noChangeArrowheads="1"/>
          </p:cNvSpPr>
          <p:nvPr/>
        </p:nvSpPr>
        <p:spPr bwMode="auto">
          <a:xfrm>
            <a:off x="1752600" y="6248400"/>
            <a:ext cx="3206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latin typeface="Calibri" panose="020F0502020204030204" pitchFamily="34" charset="0"/>
              </a:rPr>
              <a:t>X</a:t>
            </a:r>
          </a:p>
        </p:txBody>
      </p:sp>
      <p:sp>
        <p:nvSpPr>
          <p:cNvPr id="64526" name="Text Box 14">
            <a:extLst>
              <a:ext uri="{FF2B5EF4-FFF2-40B4-BE49-F238E27FC236}">
                <a16:creationId xmlns:a16="http://schemas.microsoft.com/office/drawing/2014/main" id="{72BB9726-4884-4A76-AC8F-C79890792E1F}"/>
              </a:ext>
            </a:extLst>
          </p:cNvPr>
          <p:cNvSpPr txBox="1">
            <a:spLocks noChangeArrowheads="1"/>
          </p:cNvSpPr>
          <p:nvPr/>
        </p:nvSpPr>
        <p:spPr bwMode="auto">
          <a:xfrm>
            <a:off x="685800" y="5638800"/>
            <a:ext cx="3206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latin typeface="Calibri" panose="020F0502020204030204" pitchFamily="34" charset="0"/>
              </a:rPr>
              <a:t>R</a:t>
            </a:r>
          </a:p>
        </p:txBody>
      </p:sp>
      <p:sp>
        <p:nvSpPr>
          <p:cNvPr id="64527" name="Text Box 15">
            <a:extLst>
              <a:ext uri="{FF2B5EF4-FFF2-40B4-BE49-F238E27FC236}">
                <a16:creationId xmlns:a16="http://schemas.microsoft.com/office/drawing/2014/main" id="{3CC70F2F-BB4C-A3C1-10CE-DFFCF16A746E}"/>
              </a:ext>
            </a:extLst>
          </p:cNvPr>
          <p:cNvSpPr txBox="1">
            <a:spLocks noChangeArrowheads="1"/>
          </p:cNvSpPr>
          <p:nvPr/>
        </p:nvSpPr>
        <p:spPr bwMode="auto">
          <a:xfrm>
            <a:off x="2819400" y="5638800"/>
            <a:ext cx="3206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latin typeface="Calibri" panose="020F0502020204030204" pitchFamily="34" charset="0"/>
              </a:rPr>
              <a:t>R</a:t>
            </a:r>
          </a:p>
        </p:txBody>
      </p:sp>
      <p:sp>
        <p:nvSpPr>
          <p:cNvPr id="64528" name="Oval 16">
            <a:extLst>
              <a:ext uri="{FF2B5EF4-FFF2-40B4-BE49-F238E27FC236}">
                <a16:creationId xmlns:a16="http://schemas.microsoft.com/office/drawing/2014/main" id="{71F7EA27-0FCA-58F5-7D24-11A78A804DC7}"/>
              </a:ext>
            </a:extLst>
          </p:cNvPr>
          <p:cNvSpPr>
            <a:spLocks noChangeArrowheads="1"/>
          </p:cNvSpPr>
          <p:nvPr/>
        </p:nvSpPr>
        <p:spPr bwMode="auto">
          <a:xfrm>
            <a:off x="5410200" y="5105400"/>
            <a:ext cx="381000" cy="3810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1800">
                <a:latin typeface="Calibri" panose="020F0502020204030204" pitchFamily="34" charset="0"/>
              </a:rPr>
              <a:t>P</a:t>
            </a:r>
          </a:p>
        </p:txBody>
      </p:sp>
      <p:sp>
        <p:nvSpPr>
          <p:cNvPr id="64529" name="Oval 17">
            <a:extLst>
              <a:ext uri="{FF2B5EF4-FFF2-40B4-BE49-F238E27FC236}">
                <a16:creationId xmlns:a16="http://schemas.microsoft.com/office/drawing/2014/main" id="{867FF451-15D1-EF16-20D8-FCA0D7B2A087}"/>
              </a:ext>
            </a:extLst>
          </p:cNvPr>
          <p:cNvSpPr>
            <a:spLocks noChangeArrowheads="1"/>
          </p:cNvSpPr>
          <p:nvPr/>
        </p:nvSpPr>
        <p:spPr bwMode="auto">
          <a:xfrm>
            <a:off x="5410200" y="6096000"/>
            <a:ext cx="381000" cy="3810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1800">
                <a:latin typeface="Calibri" panose="020F0502020204030204" pitchFamily="34" charset="0"/>
              </a:rPr>
              <a:t>Q</a:t>
            </a:r>
          </a:p>
        </p:txBody>
      </p:sp>
      <p:sp>
        <p:nvSpPr>
          <p:cNvPr id="64530" name="Oval 18">
            <a:extLst>
              <a:ext uri="{FF2B5EF4-FFF2-40B4-BE49-F238E27FC236}">
                <a16:creationId xmlns:a16="http://schemas.microsoft.com/office/drawing/2014/main" id="{CA901CC4-8049-636C-2E20-D393F8A6B00D}"/>
              </a:ext>
            </a:extLst>
          </p:cNvPr>
          <p:cNvSpPr>
            <a:spLocks noChangeArrowheads="1"/>
          </p:cNvSpPr>
          <p:nvPr/>
        </p:nvSpPr>
        <p:spPr bwMode="auto">
          <a:xfrm>
            <a:off x="7010400" y="5105400"/>
            <a:ext cx="381000" cy="381000"/>
          </a:xfrm>
          <a:prstGeom prst="ellipse">
            <a:avLst/>
          </a:prstGeom>
          <a:solidFill>
            <a:srgbClr val="800080"/>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1800">
                <a:latin typeface="Calibri" panose="020F0502020204030204" pitchFamily="34" charset="0"/>
              </a:rPr>
              <a:t>P</a:t>
            </a:r>
            <a:r>
              <a:rPr lang="ja-JP" altLang="en-US" sz="1800">
                <a:latin typeface="Calibri" panose="020F0502020204030204" pitchFamily="34" charset="0"/>
              </a:rPr>
              <a:t>’</a:t>
            </a:r>
            <a:endParaRPr lang="en-US" altLang="en-US" sz="1800">
              <a:latin typeface="Calibri" panose="020F0502020204030204" pitchFamily="34" charset="0"/>
            </a:endParaRPr>
          </a:p>
        </p:txBody>
      </p:sp>
      <p:sp>
        <p:nvSpPr>
          <p:cNvPr id="64531" name="Oval 19">
            <a:extLst>
              <a:ext uri="{FF2B5EF4-FFF2-40B4-BE49-F238E27FC236}">
                <a16:creationId xmlns:a16="http://schemas.microsoft.com/office/drawing/2014/main" id="{757D53AD-6D47-4463-8819-3231CE66F50C}"/>
              </a:ext>
            </a:extLst>
          </p:cNvPr>
          <p:cNvSpPr>
            <a:spLocks noChangeArrowheads="1"/>
          </p:cNvSpPr>
          <p:nvPr/>
        </p:nvSpPr>
        <p:spPr bwMode="auto">
          <a:xfrm>
            <a:off x="7010400" y="6096000"/>
            <a:ext cx="381000" cy="3810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1800">
                <a:latin typeface="Calibri" panose="020F0502020204030204" pitchFamily="34" charset="0"/>
              </a:rPr>
              <a:t>Q</a:t>
            </a:r>
            <a:r>
              <a:rPr lang="ja-JP" altLang="en-US" sz="1800">
                <a:latin typeface="Calibri" panose="020F0502020204030204" pitchFamily="34" charset="0"/>
              </a:rPr>
              <a:t>’</a:t>
            </a:r>
            <a:endParaRPr lang="en-US" altLang="en-US" sz="1800">
              <a:latin typeface="Calibri" panose="020F0502020204030204" pitchFamily="34" charset="0"/>
            </a:endParaRPr>
          </a:p>
        </p:txBody>
      </p:sp>
      <p:sp>
        <p:nvSpPr>
          <p:cNvPr id="64532" name="Line 20">
            <a:extLst>
              <a:ext uri="{FF2B5EF4-FFF2-40B4-BE49-F238E27FC236}">
                <a16:creationId xmlns:a16="http://schemas.microsoft.com/office/drawing/2014/main" id="{1B7F3E6A-DE16-2249-3D43-1BEDEA076AC2}"/>
              </a:ext>
            </a:extLst>
          </p:cNvPr>
          <p:cNvSpPr>
            <a:spLocks noChangeShapeType="1"/>
          </p:cNvSpPr>
          <p:nvPr/>
        </p:nvSpPr>
        <p:spPr bwMode="auto">
          <a:xfrm>
            <a:off x="5867400" y="6324600"/>
            <a:ext cx="1066800" cy="0"/>
          </a:xfrm>
          <a:prstGeom prst="line">
            <a:avLst/>
          </a:prstGeom>
          <a:noFill/>
          <a:ln w="38100">
            <a:solidFill>
              <a:srgbClr val="00FF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4533" name="Line 21">
            <a:extLst>
              <a:ext uri="{FF2B5EF4-FFF2-40B4-BE49-F238E27FC236}">
                <a16:creationId xmlns:a16="http://schemas.microsoft.com/office/drawing/2014/main" id="{BBD21796-DE9E-F46D-E91D-F6887473D1A7}"/>
              </a:ext>
            </a:extLst>
          </p:cNvPr>
          <p:cNvSpPr>
            <a:spLocks noChangeShapeType="1"/>
          </p:cNvSpPr>
          <p:nvPr/>
        </p:nvSpPr>
        <p:spPr bwMode="auto">
          <a:xfrm>
            <a:off x="5562600" y="5486400"/>
            <a:ext cx="0" cy="609600"/>
          </a:xfrm>
          <a:prstGeom prst="line">
            <a:avLst/>
          </a:prstGeom>
          <a:noFill/>
          <a:ln w="76200" cmpd="tri">
            <a:solidFill>
              <a:srgbClr val="FF0000"/>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64534" name="Line 22">
            <a:extLst>
              <a:ext uri="{FF2B5EF4-FFF2-40B4-BE49-F238E27FC236}">
                <a16:creationId xmlns:a16="http://schemas.microsoft.com/office/drawing/2014/main" id="{B8E95376-F6D4-8C59-CBD2-6DD00190B635}"/>
              </a:ext>
            </a:extLst>
          </p:cNvPr>
          <p:cNvSpPr>
            <a:spLocks noChangeShapeType="1"/>
          </p:cNvSpPr>
          <p:nvPr/>
        </p:nvSpPr>
        <p:spPr bwMode="auto">
          <a:xfrm>
            <a:off x="7162800" y="5486400"/>
            <a:ext cx="0" cy="609600"/>
          </a:xfrm>
          <a:prstGeom prst="line">
            <a:avLst/>
          </a:prstGeom>
          <a:noFill/>
          <a:ln w="76200" cmpd="tri">
            <a:solidFill>
              <a:srgbClr val="FF0000"/>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64535" name="Line 23">
            <a:extLst>
              <a:ext uri="{FF2B5EF4-FFF2-40B4-BE49-F238E27FC236}">
                <a16:creationId xmlns:a16="http://schemas.microsoft.com/office/drawing/2014/main" id="{A80DAF0A-57A1-5D06-74EB-096941D6378E}"/>
              </a:ext>
            </a:extLst>
          </p:cNvPr>
          <p:cNvSpPr>
            <a:spLocks noChangeShapeType="1"/>
          </p:cNvSpPr>
          <p:nvPr/>
        </p:nvSpPr>
        <p:spPr bwMode="auto">
          <a:xfrm>
            <a:off x="5867400" y="5334000"/>
            <a:ext cx="1066800" cy="0"/>
          </a:xfrm>
          <a:prstGeom prst="line">
            <a:avLst/>
          </a:prstGeom>
          <a:noFill/>
          <a:ln w="38100">
            <a:solidFill>
              <a:srgbClr val="00FF00"/>
            </a:solidFill>
            <a:prstDash val="sysDot"/>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4536" name="Text Box 24">
            <a:extLst>
              <a:ext uri="{FF2B5EF4-FFF2-40B4-BE49-F238E27FC236}">
                <a16:creationId xmlns:a16="http://schemas.microsoft.com/office/drawing/2014/main" id="{84A4EC2C-C50D-792E-2662-7DB39679A86F}"/>
              </a:ext>
            </a:extLst>
          </p:cNvPr>
          <p:cNvSpPr txBox="1">
            <a:spLocks noChangeArrowheads="1"/>
          </p:cNvSpPr>
          <p:nvPr/>
        </p:nvSpPr>
        <p:spPr bwMode="auto">
          <a:xfrm>
            <a:off x="5105400" y="5638800"/>
            <a:ext cx="3206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latin typeface="Calibri" panose="020F0502020204030204" pitchFamily="34" charset="0"/>
              </a:rPr>
              <a:t>R</a:t>
            </a:r>
          </a:p>
        </p:txBody>
      </p:sp>
      <p:sp>
        <p:nvSpPr>
          <p:cNvPr id="64537" name="Text Box 25">
            <a:extLst>
              <a:ext uri="{FF2B5EF4-FFF2-40B4-BE49-F238E27FC236}">
                <a16:creationId xmlns:a16="http://schemas.microsoft.com/office/drawing/2014/main" id="{F454C751-5C7D-2D9A-A480-A97CF55107FB}"/>
              </a:ext>
            </a:extLst>
          </p:cNvPr>
          <p:cNvSpPr txBox="1">
            <a:spLocks noChangeArrowheads="1"/>
          </p:cNvSpPr>
          <p:nvPr/>
        </p:nvSpPr>
        <p:spPr bwMode="auto">
          <a:xfrm>
            <a:off x="7239000" y="5638800"/>
            <a:ext cx="3206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latin typeface="Calibri" panose="020F0502020204030204" pitchFamily="34" charset="0"/>
              </a:rPr>
              <a:t>R</a:t>
            </a:r>
          </a:p>
        </p:txBody>
      </p:sp>
      <p:sp>
        <p:nvSpPr>
          <p:cNvPr id="64538" name="Text Box 26">
            <a:extLst>
              <a:ext uri="{FF2B5EF4-FFF2-40B4-BE49-F238E27FC236}">
                <a16:creationId xmlns:a16="http://schemas.microsoft.com/office/drawing/2014/main" id="{CA687D32-056E-DC0C-ABEF-CBD4B918F4FB}"/>
              </a:ext>
            </a:extLst>
          </p:cNvPr>
          <p:cNvSpPr txBox="1">
            <a:spLocks noChangeArrowheads="1"/>
          </p:cNvSpPr>
          <p:nvPr/>
        </p:nvSpPr>
        <p:spPr bwMode="auto">
          <a:xfrm>
            <a:off x="6172200" y="5029200"/>
            <a:ext cx="3206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latin typeface="Calibri" panose="020F0502020204030204" pitchFamily="34" charset="0"/>
              </a:rPr>
              <a:t>X</a:t>
            </a:r>
          </a:p>
        </p:txBody>
      </p:sp>
      <p:sp>
        <p:nvSpPr>
          <p:cNvPr id="64539" name="Text Box 27">
            <a:extLst>
              <a:ext uri="{FF2B5EF4-FFF2-40B4-BE49-F238E27FC236}">
                <a16:creationId xmlns:a16="http://schemas.microsoft.com/office/drawing/2014/main" id="{AE6A6D76-2747-8DB8-651A-86C2989F63D3}"/>
              </a:ext>
            </a:extLst>
          </p:cNvPr>
          <p:cNvSpPr txBox="1">
            <a:spLocks noChangeArrowheads="1"/>
          </p:cNvSpPr>
          <p:nvPr/>
        </p:nvSpPr>
        <p:spPr bwMode="auto">
          <a:xfrm>
            <a:off x="6172200" y="6324600"/>
            <a:ext cx="3206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latin typeface="Calibri" panose="020F0502020204030204" pitchFamily="34" charset="0"/>
              </a:rPr>
              <a:t>X</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14">
            <a:extLst>
              <a:ext uri="{FF2B5EF4-FFF2-40B4-BE49-F238E27FC236}">
                <a16:creationId xmlns:a16="http://schemas.microsoft.com/office/drawing/2014/main" id="{0F953CBE-C1B8-EBCE-C9B5-4623D915E1E9}"/>
              </a:ext>
            </a:extLst>
          </p:cNvPr>
          <p:cNvSpPr txBox="1">
            <a:spLocks noGrp="1" noChangeArrowheads="1"/>
          </p:cNvSpPr>
          <p:nvPr/>
        </p:nvSpPr>
        <p:spPr bwMode="auto">
          <a:xfrm>
            <a:off x="6553200" y="6248400"/>
            <a:ext cx="2133600" cy="457200"/>
          </a:xfrm>
          <a:prstGeom prst="rect">
            <a:avLst/>
          </a:prstGeom>
          <a:noFill/>
          <a:ln>
            <a:miter lim="800000"/>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r" eaLnBrk="1" hangingPunct="1"/>
            <a:fld id="{40AD2B00-9D7A-7340-833C-094C53987891}" type="slidenum">
              <a:rPr lang="en-US" altLang="en-US" sz="1000">
                <a:effectLst>
                  <a:outerShdw blurRad="38100" dist="38100" dir="2700000" algn="tl">
                    <a:srgbClr val="C0C0C0"/>
                  </a:outerShdw>
                </a:effectLst>
                <a:latin typeface="Calibri" panose="020F0502020204030204" pitchFamily="34" charset="0"/>
              </a:rPr>
              <a:pPr algn="r" eaLnBrk="1" hangingPunct="1"/>
              <a:t>49</a:t>
            </a:fld>
            <a:endParaRPr lang="en-US" altLang="en-US" sz="1000">
              <a:effectLst>
                <a:outerShdw blurRad="38100" dist="38100" dir="2700000" algn="tl">
                  <a:srgbClr val="C0C0C0"/>
                </a:outerShdw>
              </a:effectLst>
              <a:latin typeface="Calibri" panose="020F0502020204030204" pitchFamily="34" charset="0"/>
            </a:endParaRPr>
          </a:p>
        </p:txBody>
      </p:sp>
      <p:sp>
        <p:nvSpPr>
          <p:cNvPr id="66562" name="Rectangle 2">
            <a:extLst>
              <a:ext uri="{FF2B5EF4-FFF2-40B4-BE49-F238E27FC236}">
                <a16:creationId xmlns:a16="http://schemas.microsoft.com/office/drawing/2014/main" id="{5230576E-0AFC-CFE1-3ED6-857F4CD16D33}"/>
              </a:ext>
            </a:extLst>
          </p:cNvPr>
          <p:cNvSpPr>
            <a:spLocks noGrp="1" noChangeArrowheads="1"/>
          </p:cNvSpPr>
          <p:nvPr>
            <p:ph type="title" idx="4294967295"/>
          </p:nvPr>
        </p:nvSpPr>
        <p:spPr/>
        <p:txBody>
          <a:bodyPr/>
          <a:lstStyle/>
          <a:p>
            <a:pPr eaLnBrk="1" hangingPunct="1"/>
            <a:r>
              <a:rPr lang="en-US" altLang="en-US">
                <a:solidFill>
                  <a:srgbClr val="0000FF"/>
                </a:solidFill>
                <a:ea typeface="ＭＳ Ｐゴシック" panose="020B0600070205080204" pitchFamily="34" charset="-128"/>
              </a:rPr>
              <a:t>Strong Bisimulation</a:t>
            </a:r>
          </a:p>
        </p:txBody>
      </p:sp>
      <p:sp>
        <p:nvSpPr>
          <p:cNvPr id="66563" name="Rectangle 3">
            <a:extLst>
              <a:ext uri="{FF2B5EF4-FFF2-40B4-BE49-F238E27FC236}">
                <a16:creationId xmlns:a16="http://schemas.microsoft.com/office/drawing/2014/main" id="{3DC1BD6C-5F3E-3BBB-0B5E-2E6A09D07A1A}"/>
              </a:ext>
            </a:extLst>
          </p:cNvPr>
          <p:cNvSpPr>
            <a:spLocks noGrp="1" noChangeArrowheads="1"/>
          </p:cNvSpPr>
          <p:nvPr>
            <p:ph type="body" idx="4294967295"/>
          </p:nvPr>
        </p:nvSpPr>
        <p:spPr>
          <a:xfrm>
            <a:off x="381000" y="1524000"/>
            <a:ext cx="8229600" cy="2438400"/>
          </a:xfrm>
        </p:spPr>
        <p:txBody>
          <a:bodyPr/>
          <a:lstStyle/>
          <a:p>
            <a:pPr eaLnBrk="1" hangingPunct="1"/>
            <a:r>
              <a:rPr lang="en-US" altLang="en-US">
                <a:solidFill>
                  <a:srgbClr val="0000FF"/>
                </a:solidFill>
                <a:ea typeface="ＭＳ Ｐゴシック" panose="020B0600070205080204" pitchFamily="34" charset="-128"/>
              </a:rPr>
              <a:t>R </a:t>
            </a:r>
            <a:r>
              <a:rPr lang="en-US" altLang="en-US">
                <a:solidFill>
                  <a:srgbClr val="0000FF"/>
                </a:solidFill>
                <a:latin typeface="Arial Unicode MS" panose="020B0604020202020204" pitchFamily="34" charset="-128"/>
                <a:ea typeface="ＭＳ Ｐゴシック" panose="020B0600070205080204" pitchFamily="34" charset="-128"/>
              </a:rPr>
              <a:t>⊆ Proc X Proc </a:t>
            </a:r>
            <a:r>
              <a:rPr lang="en-US" altLang="en-US">
                <a:latin typeface="Arial Unicode MS" panose="020B0604020202020204" pitchFamily="34" charset="-128"/>
                <a:ea typeface="ＭＳ Ｐゴシック" panose="020B0600070205080204" pitchFamily="34" charset="-128"/>
              </a:rPr>
              <a:t>is a </a:t>
            </a:r>
            <a:r>
              <a:rPr lang="en-US" altLang="en-US">
                <a:solidFill>
                  <a:srgbClr val="FF0000"/>
                </a:solidFill>
                <a:latin typeface="Arial Unicode MS" panose="020B0604020202020204" pitchFamily="34" charset="-128"/>
                <a:ea typeface="ＭＳ Ｐゴシック" panose="020B0600070205080204" pitchFamily="34" charset="-128"/>
              </a:rPr>
              <a:t>weak-bisimulation </a:t>
            </a:r>
            <a:r>
              <a:rPr lang="en-US" altLang="en-US">
                <a:solidFill>
                  <a:srgbClr val="0000FF"/>
                </a:solidFill>
                <a:latin typeface="Arial Unicode MS" panose="020B0604020202020204" pitchFamily="34" charset="-128"/>
                <a:ea typeface="ＭＳ Ｐゴシック" panose="020B0600070205080204" pitchFamily="34" charset="-128"/>
              </a:rPr>
              <a:t>≈</a:t>
            </a:r>
            <a:r>
              <a:rPr lang="en-US" altLang="en-US" baseline="-25000">
                <a:solidFill>
                  <a:srgbClr val="0000FF"/>
                </a:solidFill>
                <a:latin typeface="Arial Unicode MS" panose="020B0604020202020204" pitchFamily="34" charset="-128"/>
                <a:ea typeface="ＭＳ Ｐゴシック" panose="020B0600070205080204" pitchFamily="34" charset="-128"/>
              </a:rPr>
              <a:t>t</a:t>
            </a:r>
            <a:r>
              <a:rPr lang="en-US" altLang="en-US">
                <a:latin typeface="Arial Unicode MS" panose="020B0604020202020204" pitchFamily="34" charset="-128"/>
                <a:ea typeface="ＭＳ Ｐゴシック" panose="020B0600070205080204" pitchFamily="34" charset="-128"/>
              </a:rPr>
              <a:t> iff </a:t>
            </a:r>
            <a:r>
              <a:rPr lang="en-US" altLang="en-US">
                <a:ea typeface="ＭＳ Ｐゴシック" panose="020B0600070205080204" pitchFamily="34" charset="-128"/>
                <a:sym typeface="Symbol" pitchFamily="2" charset="2"/>
              </a:rPr>
              <a:t>∀x∈</a:t>
            </a:r>
            <a:r>
              <a:rPr lang="el-GR" altLang="en-US">
                <a:ea typeface="ＭＳ Ｐゴシック" panose="020B0600070205080204" pitchFamily="34" charset="-128"/>
                <a:cs typeface="Arial" panose="020B0604020202020204" pitchFamily="34" charset="0"/>
              </a:rPr>
              <a:t>Σ</a:t>
            </a:r>
            <a:r>
              <a:rPr lang="en-US" altLang="en-US" baseline="30000">
                <a:ea typeface="ＭＳ Ｐゴシック" panose="020B0600070205080204" pitchFamily="34" charset="-128"/>
                <a:cs typeface="Arial" panose="020B0604020202020204" pitchFamily="34" charset="0"/>
              </a:rPr>
              <a:t>t,</a:t>
            </a:r>
            <a:r>
              <a:rPr lang="en-US" altLang="en-US" baseline="30000">
                <a:latin typeface="Symbol" pitchFamily="2" charset="2"/>
                <a:ea typeface="ＭＳ Ｐゴシック" panose="020B0600070205080204" pitchFamily="34" charset="-128"/>
                <a:cs typeface="Arial" panose="020B0604020202020204" pitchFamily="34" charset="0"/>
              </a:rPr>
              <a:t>t</a:t>
            </a:r>
            <a:r>
              <a:rPr lang="en-US" altLang="en-US">
                <a:ea typeface="ＭＳ Ｐゴシック" panose="020B0600070205080204" pitchFamily="34" charset="-128"/>
                <a:sym typeface="Symbol" pitchFamily="2" charset="2"/>
              </a:rPr>
              <a:t>, R(p,q)</a:t>
            </a:r>
          </a:p>
          <a:p>
            <a:pPr lvl="1" eaLnBrk="1" hangingPunct="1">
              <a:buFont typeface="Arial" panose="020B0604020202020204" pitchFamily="34" charset="0"/>
              <a:buNone/>
            </a:pPr>
            <a:r>
              <a:rPr lang="en-US" altLang="en-US">
                <a:ea typeface="ＭＳ Ｐゴシック" panose="020B0600070205080204" pitchFamily="34" charset="-128"/>
              </a:rPr>
              <a:t>p</a:t>
            </a:r>
            <a:r>
              <a:rPr lang="en-US" altLang="en-US">
                <a:latin typeface="Arial Unicode MS" panose="020B0604020202020204" pitchFamily="34" charset="-128"/>
                <a:ea typeface="ＭＳ Ｐゴシック" panose="020B0600070205080204" pitchFamily="34" charset="-128"/>
              </a:rPr>
              <a:t>→</a:t>
            </a:r>
            <a:r>
              <a:rPr lang="en-US" altLang="en-US">
                <a:ea typeface="ＭＳ Ｐゴシック" panose="020B0600070205080204" pitchFamily="34" charset="-128"/>
                <a:cs typeface="Arial" panose="020B0604020202020204" pitchFamily="34" charset="0"/>
              </a:rPr>
              <a:t>x</a:t>
            </a:r>
            <a:r>
              <a:rPr lang="en-US" altLang="en-US">
                <a:latin typeface="Arial Unicode MS" panose="020B0604020202020204" pitchFamily="34" charset="-128"/>
                <a:ea typeface="ＭＳ Ｐゴシック" panose="020B0600070205080204" pitchFamily="34" charset="-128"/>
              </a:rPr>
              <a:t>→</a:t>
            </a:r>
            <a:r>
              <a:rPr lang="en-US" altLang="en-US">
                <a:ea typeface="ＭＳ Ｐゴシック" panose="020B0600070205080204" pitchFamily="34" charset="-128"/>
              </a:rPr>
              <a:t>p</a:t>
            </a:r>
            <a:r>
              <a:rPr lang="ja-JP" altLang="en-US">
                <a:ea typeface="ＭＳ Ｐゴシック" panose="020B0600070205080204" pitchFamily="34" charset="-128"/>
              </a:rPr>
              <a:t>’</a:t>
            </a:r>
            <a:r>
              <a:rPr lang="en-US" altLang="ja-JP">
                <a:ea typeface="ＭＳ Ｐゴシック" panose="020B0600070205080204" pitchFamily="34" charset="-128"/>
                <a:sym typeface="Symbol" pitchFamily="2" charset="2"/>
              </a:rPr>
              <a:t>,  q</a:t>
            </a:r>
            <a:r>
              <a:rPr lang="ja-JP" altLang="en-US">
                <a:ea typeface="ＭＳ Ｐゴシック" panose="020B0600070205080204" pitchFamily="34" charset="-128"/>
                <a:sym typeface="Symbol" pitchFamily="2" charset="2"/>
              </a:rPr>
              <a:t>’</a:t>
            </a:r>
            <a:r>
              <a:rPr lang="en-US" altLang="ja-JP">
                <a:ea typeface="ＭＳ Ｐゴシック" panose="020B0600070205080204" pitchFamily="34" charset="-128"/>
                <a:sym typeface="Symbol" pitchFamily="2" charset="2"/>
              </a:rPr>
              <a:t> q</a:t>
            </a:r>
            <a:r>
              <a:rPr lang="en-US" altLang="ja-JP">
                <a:latin typeface="Arial Unicode MS" panose="020B0604020202020204" pitchFamily="34" charset="-128"/>
                <a:ea typeface="ＭＳ Ｐゴシック" panose="020B0600070205080204" pitchFamily="34" charset="-128"/>
              </a:rPr>
              <a:t>→</a:t>
            </a:r>
            <a:r>
              <a:rPr lang="en-US" altLang="ja-JP">
                <a:ea typeface="ＭＳ Ｐゴシック" panose="020B0600070205080204" pitchFamily="34" charset="-128"/>
                <a:cs typeface="Arial" panose="020B0604020202020204" pitchFamily="34" charset="0"/>
              </a:rPr>
              <a:t>x</a:t>
            </a:r>
            <a:r>
              <a:rPr lang="en-US" altLang="ja-JP">
                <a:latin typeface="Arial Unicode MS" panose="020B0604020202020204" pitchFamily="34" charset="-128"/>
                <a:ea typeface="ＭＳ Ｐゴシック" panose="020B0600070205080204" pitchFamily="34" charset="-128"/>
              </a:rPr>
              <a:t>→</a:t>
            </a:r>
            <a:r>
              <a:rPr lang="en-US" altLang="ja-JP">
                <a:ea typeface="ＭＳ Ｐゴシック" panose="020B0600070205080204" pitchFamily="34" charset="-128"/>
              </a:rPr>
              <a:t>q</a:t>
            </a:r>
            <a:r>
              <a:rPr lang="ja-JP" altLang="en-US">
                <a:ea typeface="ＭＳ Ｐゴシック" panose="020B0600070205080204" pitchFamily="34" charset="-128"/>
              </a:rPr>
              <a:t>’</a:t>
            </a:r>
            <a:r>
              <a:rPr lang="en-US" altLang="ja-JP">
                <a:ea typeface="ＭＳ Ｐゴシック" panose="020B0600070205080204" pitchFamily="34" charset="-128"/>
                <a:sym typeface="Symbol" pitchFamily="2" charset="2"/>
              </a:rPr>
              <a:t> and R(p</a:t>
            </a:r>
            <a:r>
              <a:rPr lang="ja-JP" altLang="en-US">
                <a:ea typeface="ＭＳ Ｐゴシック" panose="020B0600070205080204" pitchFamily="34" charset="-128"/>
                <a:sym typeface="Symbol" pitchFamily="2" charset="2"/>
              </a:rPr>
              <a:t>’</a:t>
            </a:r>
            <a:r>
              <a:rPr lang="en-US" altLang="ja-JP">
                <a:ea typeface="ＭＳ Ｐゴシック" panose="020B0600070205080204" pitchFamily="34" charset="-128"/>
                <a:sym typeface="Symbol" pitchFamily="2" charset="2"/>
              </a:rPr>
              <a:t>,q</a:t>
            </a:r>
            <a:r>
              <a:rPr lang="ja-JP" altLang="en-US">
                <a:ea typeface="ＭＳ Ｐゴシック" panose="020B0600070205080204" pitchFamily="34" charset="-128"/>
                <a:sym typeface="Symbol" pitchFamily="2" charset="2"/>
              </a:rPr>
              <a:t>’</a:t>
            </a:r>
            <a:r>
              <a:rPr lang="en-US" altLang="ja-JP">
                <a:ea typeface="ＭＳ Ｐゴシック" panose="020B0600070205080204" pitchFamily="34" charset="-128"/>
                <a:sym typeface="Symbol" pitchFamily="2" charset="2"/>
              </a:rPr>
              <a:t>)</a:t>
            </a:r>
          </a:p>
          <a:p>
            <a:pPr lvl="1" eaLnBrk="1" hangingPunct="1">
              <a:buFont typeface="Arial" panose="020B0604020202020204" pitchFamily="34" charset="0"/>
              <a:buNone/>
            </a:pPr>
            <a:r>
              <a:rPr lang="en-US" altLang="en-US">
                <a:ea typeface="ＭＳ Ｐゴシック" panose="020B0600070205080204" pitchFamily="34" charset="-128"/>
              </a:rPr>
              <a:t>q</a:t>
            </a:r>
            <a:r>
              <a:rPr lang="en-US" altLang="en-US">
                <a:latin typeface="Arial Unicode MS" panose="020B0604020202020204" pitchFamily="34" charset="-128"/>
                <a:ea typeface="ＭＳ Ｐゴシック" panose="020B0600070205080204" pitchFamily="34" charset="-128"/>
              </a:rPr>
              <a:t>→</a:t>
            </a:r>
            <a:r>
              <a:rPr lang="en-US" altLang="en-US">
                <a:ea typeface="ＭＳ Ｐゴシック" panose="020B0600070205080204" pitchFamily="34" charset="-128"/>
                <a:cs typeface="Arial" panose="020B0604020202020204" pitchFamily="34" charset="0"/>
              </a:rPr>
              <a:t>x</a:t>
            </a:r>
            <a:r>
              <a:rPr lang="en-US" altLang="en-US">
                <a:latin typeface="Arial Unicode MS" panose="020B0604020202020204" pitchFamily="34" charset="-128"/>
                <a:ea typeface="ＭＳ Ｐゴシック" panose="020B0600070205080204" pitchFamily="34" charset="-128"/>
              </a:rPr>
              <a:t>→</a:t>
            </a:r>
            <a:r>
              <a:rPr lang="en-US" altLang="en-US">
                <a:ea typeface="ＭＳ Ｐゴシック" panose="020B0600070205080204" pitchFamily="34" charset="-128"/>
              </a:rPr>
              <a:t>q</a:t>
            </a:r>
            <a:r>
              <a:rPr lang="ja-JP" altLang="en-US">
                <a:ea typeface="ＭＳ Ｐゴシック" panose="020B0600070205080204" pitchFamily="34" charset="-128"/>
              </a:rPr>
              <a:t>’</a:t>
            </a:r>
            <a:r>
              <a:rPr lang="en-US" altLang="ja-JP">
                <a:ea typeface="ＭＳ Ｐゴシック" panose="020B0600070205080204" pitchFamily="34" charset="-128"/>
                <a:sym typeface="Symbol" pitchFamily="2" charset="2"/>
              </a:rPr>
              <a:t>,  p</a:t>
            </a:r>
            <a:r>
              <a:rPr lang="ja-JP" altLang="en-US">
                <a:ea typeface="ＭＳ Ｐゴシック" panose="020B0600070205080204" pitchFamily="34" charset="-128"/>
                <a:sym typeface="Symbol" pitchFamily="2" charset="2"/>
              </a:rPr>
              <a:t>’</a:t>
            </a:r>
            <a:r>
              <a:rPr lang="en-US" altLang="ja-JP">
                <a:ea typeface="ＭＳ Ｐゴシック" panose="020B0600070205080204" pitchFamily="34" charset="-128"/>
                <a:sym typeface="Symbol" pitchFamily="2" charset="2"/>
              </a:rPr>
              <a:t> p</a:t>
            </a:r>
            <a:r>
              <a:rPr lang="en-US" altLang="ja-JP">
                <a:latin typeface="Arial Unicode MS" panose="020B0604020202020204" pitchFamily="34" charset="-128"/>
                <a:ea typeface="ＭＳ Ｐゴシック" panose="020B0600070205080204" pitchFamily="34" charset="-128"/>
              </a:rPr>
              <a:t>→</a:t>
            </a:r>
            <a:r>
              <a:rPr lang="en-US" altLang="ja-JP">
                <a:ea typeface="ＭＳ Ｐゴシック" panose="020B0600070205080204" pitchFamily="34" charset="-128"/>
                <a:cs typeface="Arial" panose="020B0604020202020204" pitchFamily="34" charset="0"/>
              </a:rPr>
              <a:t>x</a:t>
            </a:r>
            <a:r>
              <a:rPr lang="en-US" altLang="ja-JP">
                <a:latin typeface="Arial Unicode MS" panose="020B0604020202020204" pitchFamily="34" charset="-128"/>
                <a:ea typeface="ＭＳ Ｐゴシック" panose="020B0600070205080204" pitchFamily="34" charset="-128"/>
              </a:rPr>
              <a:t>→</a:t>
            </a:r>
            <a:r>
              <a:rPr lang="en-US" altLang="ja-JP">
                <a:ea typeface="ＭＳ Ｐゴシック" panose="020B0600070205080204" pitchFamily="34" charset="-128"/>
              </a:rPr>
              <a:t>p</a:t>
            </a:r>
            <a:r>
              <a:rPr lang="ja-JP" altLang="en-US">
                <a:ea typeface="ＭＳ Ｐゴシック" panose="020B0600070205080204" pitchFamily="34" charset="-128"/>
              </a:rPr>
              <a:t>’</a:t>
            </a:r>
            <a:r>
              <a:rPr lang="en-US" altLang="ja-JP">
                <a:ea typeface="ＭＳ Ｐゴシック" panose="020B0600070205080204" pitchFamily="34" charset="-128"/>
                <a:sym typeface="Symbol" pitchFamily="2" charset="2"/>
              </a:rPr>
              <a:t> and R(p</a:t>
            </a:r>
            <a:r>
              <a:rPr lang="ja-JP" altLang="en-US">
                <a:ea typeface="ＭＳ Ｐゴシック" panose="020B0600070205080204" pitchFamily="34" charset="-128"/>
                <a:sym typeface="Symbol" pitchFamily="2" charset="2"/>
              </a:rPr>
              <a:t>’</a:t>
            </a:r>
            <a:r>
              <a:rPr lang="en-US" altLang="ja-JP">
                <a:ea typeface="ＭＳ Ｐゴシック" panose="020B0600070205080204" pitchFamily="34" charset="-128"/>
                <a:sym typeface="Symbol" pitchFamily="2" charset="2"/>
              </a:rPr>
              <a:t>,q</a:t>
            </a:r>
            <a:r>
              <a:rPr lang="ja-JP" altLang="en-US">
                <a:ea typeface="ＭＳ Ｐゴシック" panose="020B0600070205080204" pitchFamily="34" charset="-128"/>
                <a:sym typeface="Symbol" pitchFamily="2" charset="2"/>
              </a:rPr>
              <a:t>’</a:t>
            </a:r>
            <a:r>
              <a:rPr lang="en-US" altLang="ja-JP">
                <a:ea typeface="ＭＳ Ｐゴシック" panose="020B0600070205080204" pitchFamily="34" charset="-128"/>
                <a:sym typeface="Symbol" pitchFamily="2" charset="2"/>
              </a:rPr>
              <a:t>)</a:t>
            </a:r>
            <a:endParaRPr lang="en-US" altLang="en-US">
              <a:ea typeface="ＭＳ Ｐゴシック" panose="020B0600070205080204" pitchFamily="34" charset="-128"/>
            </a:endParaRPr>
          </a:p>
        </p:txBody>
      </p:sp>
      <p:sp>
        <p:nvSpPr>
          <p:cNvPr id="66564" name="Oval 4">
            <a:extLst>
              <a:ext uri="{FF2B5EF4-FFF2-40B4-BE49-F238E27FC236}">
                <a16:creationId xmlns:a16="http://schemas.microsoft.com/office/drawing/2014/main" id="{421E4602-846F-5157-5F02-DE0B5A4D6F9B}"/>
              </a:ext>
            </a:extLst>
          </p:cNvPr>
          <p:cNvSpPr>
            <a:spLocks noChangeArrowheads="1"/>
          </p:cNvSpPr>
          <p:nvPr/>
        </p:nvSpPr>
        <p:spPr bwMode="auto">
          <a:xfrm>
            <a:off x="990600" y="5105400"/>
            <a:ext cx="381000" cy="3810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1800">
                <a:latin typeface="Calibri" panose="020F0502020204030204" pitchFamily="34" charset="0"/>
              </a:rPr>
              <a:t>P</a:t>
            </a:r>
          </a:p>
        </p:txBody>
      </p:sp>
      <p:sp>
        <p:nvSpPr>
          <p:cNvPr id="66565" name="Oval 5">
            <a:extLst>
              <a:ext uri="{FF2B5EF4-FFF2-40B4-BE49-F238E27FC236}">
                <a16:creationId xmlns:a16="http://schemas.microsoft.com/office/drawing/2014/main" id="{F04B7D24-4C1C-071D-33C6-DD330E1F5CB7}"/>
              </a:ext>
            </a:extLst>
          </p:cNvPr>
          <p:cNvSpPr>
            <a:spLocks noChangeArrowheads="1"/>
          </p:cNvSpPr>
          <p:nvPr/>
        </p:nvSpPr>
        <p:spPr bwMode="auto">
          <a:xfrm>
            <a:off x="990600" y="6096000"/>
            <a:ext cx="381000" cy="3810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1800">
                <a:latin typeface="Calibri" panose="020F0502020204030204" pitchFamily="34" charset="0"/>
              </a:rPr>
              <a:t>Q</a:t>
            </a:r>
          </a:p>
        </p:txBody>
      </p:sp>
      <p:sp>
        <p:nvSpPr>
          <p:cNvPr id="66566" name="Oval 6">
            <a:extLst>
              <a:ext uri="{FF2B5EF4-FFF2-40B4-BE49-F238E27FC236}">
                <a16:creationId xmlns:a16="http://schemas.microsoft.com/office/drawing/2014/main" id="{647EF828-F32C-D2EF-6013-FBBC98B1BFAC}"/>
              </a:ext>
            </a:extLst>
          </p:cNvPr>
          <p:cNvSpPr>
            <a:spLocks noChangeArrowheads="1"/>
          </p:cNvSpPr>
          <p:nvPr/>
        </p:nvSpPr>
        <p:spPr bwMode="auto">
          <a:xfrm>
            <a:off x="2590800" y="5105400"/>
            <a:ext cx="381000" cy="3810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1800">
                <a:latin typeface="Calibri" panose="020F0502020204030204" pitchFamily="34" charset="0"/>
              </a:rPr>
              <a:t>P</a:t>
            </a:r>
            <a:r>
              <a:rPr lang="ja-JP" altLang="en-US" sz="1800">
                <a:latin typeface="Calibri" panose="020F0502020204030204" pitchFamily="34" charset="0"/>
              </a:rPr>
              <a:t>’</a:t>
            </a:r>
            <a:endParaRPr lang="en-US" altLang="en-US" sz="1800">
              <a:latin typeface="Calibri" panose="020F0502020204030204" pitchFamily="34" charset="0"/>
            </a:endParaRPr>
          </a:p>
        </p:txBody>
      </p:sp>
      <p:sp>
        <p:nvSpPr>
          <p:cNvPr id="66567" name="Oval 7">
            <a:extLst>
              <a:ext uri="{FF2B5EF4-FFF2-40B4-BE49-F238E27FC236}">
                <a16:creationId xmlns:a16="http://schemas.microsoft.com/office/drawing/2014/main" id="{411F464B-672E-E90E-877B-5DBE191A0778}"/>
              </a:ext>
            </a:extLst>
          </p:cNvPr>
          <p:cNvSpPr>
            <a:spLocks noChangeArrowheads="1"/>
          </p:cNvSpPr>
          <p:nvPr/>
        </p:nvSpPr>
        <p:spPr bwMode="auto">
          <a:xfrm>
            <a:off x="2590800" y="6096000"/>
            <a:ext cx="381000" cy="381000"/>
          </a:xfrm>
          <a:prstGeom prst="ellipse">
            <a:avLst/>
          </a:prstGeom>
          <a:solidFill>
            <a:srgbClr val="800080"/>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1800">
                <a:latin typeface="Calibri" panose="020F0502020204030204" pitchFamily="34" charset="0"/>
              </a:rPr>
              <a:t>Q</a:t>
            </a:r>
            <a:r>
              <a:rPr lang="ja-JP" altLang="en-US" sz="1800">
                <a:latin typeface="Calibri" panose="020F0502020204030204" pitchFamily="34" charset="0"/>
              </a:rPr>
              <a:t>’</a:t>
            </a:r>
            <a:endParaRPr lang="en-US" altLang="en-US" sz="1800">
              <a:latin typeface="Calibri" panose="020F0502020204030204" pitchFamily="34" charset="0"/>
            </a:endParaRPr>
          </a:p>
        </p:txBody>
      </p:sp>
      <p:sp>
        <p:nvSpPr>
          <p:cNvPr id="66568" name="Line 8">
            <a:extLst>
              <a:ext uri="{FF2B5EF4-FFF2-40B4-BE49-F238E27FC236}">
                <a16:creationId xmlns:a16="http://schemas.microsoft.com/office/drawing/2014/main" id="{F9BDD159-DA57-5004-2A1D-271ED3107897}"/>
              </a:ext>
            </a:extLst>
          </p:cNvPr>
          <p:cNvSpPr>
            <a:spLocks noChangeShapeType="1"/>
          </p:cNvSpPr>
          <p:nvPr/>
        </p:nvSpPr>
        <p:spPr bwMode="auto">
          <a:xfrm>
            <a:off x="1447800" y="5334000"/>
            <a:ext cx="1066800" cy="0"/>
          </a:xfrm>
          <a:prstGeom prst="line">
            <a:avLst/>
          </a:prstGeom>
          <a:noFill/>
          <a:ln w="38100">
            <a:solidFill>
              <a:srgbClr val="00FF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6569" name="Line 9">
            <a:extLst>
              <a:ext uri="{FF2B5EF4-FFF2-40B4-BE49-F238E27FC236}">
                <a16:creationId xmlns:a16="http://schemas.microsoft.com/office/drawing/2014/main" id="{9007B7BD-31F3-24F0-5AA8-0C274650E8B0}"/>
              </a:ext>
            </a:extLst>
          </p:cNvPr>
          <p:cNvSpPr>
            <a:spLocks noChangeShapeType="1"/>
          </p:cNvSpPr>
          <p:nvPr/>
        </p:nvSpPr>
        <p:spPr bwMode="auto">
          <a:xfrm>
            <a:off x="1143000" y="5486400"/>
            <a:ext cx="0" cy="609600"/>
          </a:xfrm>
          <a:prstGeom prst="line">
            <a:avLst/>
          </a:prstGeom>
          <a:noFill/>
          <a:ln w="76200" cmpd="tri">
            <a:solidFill>
              <a:srgbClr val="FF0000"/>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66570" name="Line 10">
            <a:extLst>
              <a:ext uri="{FF2B5EF4-FFF2-40B4-BE49-F238E27FC236}">
                <a16:creationId xmlns:a16="http://schemas.microsoft.com/office/drawing/2014/main" id="{D61F3277-DB09-6644-C4C6-273E62728D10}"/>
              </a:ext>
            </a:extLst>
          </p:cNvPr>
          <p:cNvSpPr>
            <a:spLocks noChangeShapeType="1"/>
          </p:cNvSpPr>
          <p:nvPr/>
        </p:nvSpPr>
        <p:spPr bwMode="auto">
          <a:xfrm>
            <a:off x="2743200" y="5486400"/>
            <a:ext cx="0" cy="609600"/>
          </a:xfrm>
          <a:prstGeom prst="line">
            <a:avLst/>
          </a:prstGeom>
          <a:noFill/>
          <a:ln w="76200" cmpd="tri">
            <a:solidFill>
              <a:srgbClr val="FF0000"/>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66571" name="Text Box 11">
            <a:extLst>
              <a:ext uri="{FF2B5EF4-FFF2-40B4-BE49-F238E27FC236}">
                <a16:creationId xmlns:a16="http://schemas.microsoft.com/office/drawing/2014/main" id="{B5D51F13-E1D8-37CE-8539-3AC0DD521E7D}"/>
              </a:ext>
            </a:extLst>
          </p:cNvPr>
          <p:cNvSpPr txBox="1">
            <a:spLocks noChangeArrowheads="1"/>
          </p:cNvSpPr>
          <p:nvPr/>
        </p:nvSpPr>
        <p:spPr bwMode="auto">
          <a:xfrm>
            <a:off x="1752600" y="5029200"/>
            <a:ext cx="3206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latin typeface="Calibri" panose="020F0502020204030204" pitchFamily="34" charset="0"/>
              </a:rPr>
              <a:t>X</a:t>
            </a:r>
          </a:p>
        </p:txBody>
      </p:sp>
      <p:sp>
        <p:nvSpPr>
          <p:cNvPr id="66572" name="Line 12">
            <a:extLst>
              <a:ext uri="{FF2B5EF4-FFF2-40B4-BE49-F238E27FC236}">
                <a16:creationId xmlns:a16="http://schemas.microsoft.com/office/drawing/2014/main" id="{B4E12526-1307-32D2-0DE5-B911E5C5E938}"/>
              </a:ext>
            </a:extLst>
          </p:cNvPr>
          <p:cNvSpPr>
            <a:spLocks noChangeShapeType="1"/>
          </p:cNvSpPr>
          <p:nvPr/>
        </p:nvSpPr>
        <p:spPr bwMode="auto">
          <a:xfrm>
            <a:off x="1447800" y="6248400"/>
            <a:ext cx="1066800" cy="0"/>
          </a:xfrm>
          <a:prstGeom prst="line">
            <a:avLst/>
          </a:prstGeom>
          <a:noFill/>
          <a:ln w="38100">
            <a:solidFill>
              <a:srgbClr val="00FF00"/>
            </a:solidFill>
            <a:prstDash val="sysDot"/>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6573" name="Text Box 13">
            <a:extLst>
              <a:ext uri="{FF2B5EF4-FFF2-40B4-BE49-F238E27FC236}">
                <a16:creationId xmlns:a16="http://schemas.microsoft.com/office/drawing/2014/main" id="{D1BBFCEE-9494-7F9E-BEF8-0161899741D1}"/>
              </a:ext>
            </a:extLst>
          </p:cNvPr>
          <p:cNvSpPr txBox="1">
            <a:spLocks noChangeArrowheads="1"/>
          </p:cNvSpPr>
          <p:nvPr/>
        </p:nvSpPr>
        <p:spPr bwMode="auto">
          <a:xfrm>
            <a:off x="1752600" y="6248400"/>
            <a:ext cx="3206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latin typeface="Calibri" panose="020F0502020204030204" pitchFamily="34" charset="0"/>
              </a:rPr>
              <a:t>X</a:t>
            </a:r>
          </a:p>
        </p:txBody>
      </p:sp>
      <p:sp>
        <p:nvSpPr>
          <p:cNvPr id="66574" name="Text Box 14">
            <a:extLst>
              <a:ext uri="{FF2B5EF4-FFF2-40B4-BE49-F238E27FC236}">
                <a16:creationId xmlns:a16="http://schemas.microsoft.com/office/drawing/2014/main" id="{7858B073-C5FE-CD93-BD6D-CD28A7DB1934}"/>
              </a:ext>
            </a:extLst>
          </p:cNvPr>
          <p:cNvSpPr txBox="1">
            <a:spLocks noChangeArrowheads="1"/>
          </p:cNvSpPr>
          <p:nvPr/>
        </p:nvSpPr>
        <p:spPr bwMode="auto">
          <a:xfrm>
            <a:off x="685800" y="5638800"/>
            <a:ext cx="3206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latin typeface="Calibri" panose="020F0502020204030204" pitchFamily="34" charset="0"/>
              </a:rPr>
              <a:t>R</a:t>
            </a:r>
          </a:p>
        </p:txBody>
      </p:sp>
      <p:sp>
        <p:nvSpPr>
          <p:cNvPr id="66575" name="Text Box 15">
            <a:extLst>
              <a:ext uri="{FF2B5EF4-FFF2-40B4-BE49-F238E27FC236}">
                <a16:creationId xmlns:a16="http://schemas.microsoft.com/office/drawing/2014/main" id="{A00B7E99-5A89-5613-9BF8-1FA4C552E727}"/>
              </a:ext>
            </a:extLst>
          </p:cNvPr>
          <p:cNvSpPr txBox="1">
            <a:spLocks noChangeArrowheads="1"/>
          </p:cNvSpPr>
          <p:nvPr/>
        </p:nvSpPr>
        <p:spPr bwMode="auto">
          <a:xfrm>
            <a:off x="2819400" y="5638800"/>
            <a:ext cx="3206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latin typeface="Calibri" panose="020F0502020204030204" pitchFamily="34" charset="0"/>
              </a:rPr>
              <a:t>R</a:t>
            </a:r>
          </a:p>
        </p:txBody>
      </p:sp>
      <p:sp>
        <p:nvSpPr>
          <p:cNvPr id="66576" name="Oval 16">
            <a:extLst>
              <a:ext uri="{FF2B5EF4-FFF2-40B4-BE49-F238E27FC236}">
                <a16:creationId xmlns:a16="http://schemas.microsoft.com/office/drawing/2014/main" id="{49AB8A9D-B759-CD89-682E-348557DA5F21}"/>
              </a:ext>
            </a:extLst>
          </p:cNvPr>
          <p:cNvSpPr>
            <a:spLocks noChangeArrowheads="1"/>
          </p:cNvSpPr>
          <p:nvPr/>
        </p:nvSpPr>
        <p:spPr bwMode="auto">
          <a:xfrm>
            <a:off x="5410200" y="5105400"/>
            <a:ext cx="381000" cy="3810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1800">
                <a:latin typeface="Calibri" panose="020F0502020204030204" pitchFamily="34" charset="0"/>
              </a:rPr>
              <a:t>P</a:t>
            </a:r>
          </a:p>
        </p:txBody>
      </p:sp>
      <p:sp>
        <p:nvSpPr>
          <p:cNvPr id="66577" name="Oval 17">
            <a:extLst>
              <a:ext uri="{FF2B5EF4-FFF2-40B4-BE49-F238E27FC236}">
                <a16:creationId xmlns:a16="http://schemas.microsoft.com/office/drawing/2014/main" id="{DE7DF55B-7880-07D8-689A-6FDFFD2B2B35}"/>
              </a:ext>
            </a:extLst>
          </p:cNvPr>
          <p:cNvSpPr>
            <a:spLocks noChangeArrowheads="1"/>
          </p:cNvSpPr>
          <p:nvPr/>
        </p:nvSpPr>
        <p:spPr bwMode="auto">
          <a:xfrm>
            <a:off x="5410200" y="6096000"/>
            <a:ext cx="381000" cy="3810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1800">
                <a:latin typeface="Calibri" panose="020F0502020204030204" pitchFamily="34" charset="0"/>
              </a:rPr>
              <a:t>Q</a:t>
            </a:r>
          </a:p>
        </p:txBody>
      </p:sp>
      <p:sp>
        <p:nvSpPr>
          <p:cNvPr id="66578" name="Oval 18">
            <a:extLst>
              <a:ext uri="{FF2B5EF4-FFF2-40B4-BE49-F238E27FC236}">
                <a16:creationId xmlns:a16="http://schemas.microsoft.com/office/drawing/2014/main" id="{B13ED4F2-DD35-A68F-23C2-C23E7D386AC5}"/>
              </a:ext>
            </a:extLst>
          </p:cNvPr>
          <p:cNvSpPr>
            <a:spLocks noChangeArrowheads="1"/>
          </p:cNvSpPr>
          <p:nvPr/>
        </p:nvSpPr>
        <p:spPr bwMode="auto">
          <a:xfrm>
            <a:off x="7010400" y="5105400"/>
            <a:ext cx="381000" cy="381000"/>
          </a:xfrm>
          <a:prstGeom prst="ellipse">
            <a:avLst/>
          </a:prstGeom>
          <a:solidFill>
            <a:srgbClr val="800080"/>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1800">
                <a:latin typeface="Calibri" panose="020F0502020204030204" pitchFamily="34" charset="0"/>
              </a:rPr>
              <a:t>P</a:t>
            </a:r>
            <a:r>
              <a:rPr lang="ja-JP" altLang="en-US" sz="1800">
                <a:latin typeface="Calibri" panose="020F0502020204030204" pitchFamily="34" charset="0"/>
              </a:rPr>
              <a:t>’</a:t>
            </a:r>
            <a:endParaRPr lang="en-US" altLang="en-US" sz="1800">
              <a:latin typeface="Calibri" panose="020F0502020204030204" pitchFamily="34" charset="0"/>
            </a:endParaRPr>
          </a:p>
        </p:txBody>
      </p:sp>
      <p:sp>
        <p:nvSpPr>
          <p:cNvPr id="66579" name="Oval 19">
            <a:extLst>
              <a:ext uri="{FF2B5EF4-FFF2-40B4-BE49-F238E27FC236}">
                <a16:creationId xmlns:a16="http://schemas.microsoft.com/office/drawing/2014/main" id="{809F936E-EAE8-4CFA-8DA4-CEFDB6808BD4}"/>
              </a:ext>
            </a:extLst>
          </p:cNvPr>
          <p:cNvSpPr>
            <a:spLocks noChangeArrowheads="1"/>
          </p:cNvSpPr>
          <p:nvPr/>
        </p:nvSpPr>
        <p:spPr bwMode="auto">
          <a:xfrm>
            <a:off x="7010400" y="6096000"/>
            <a:ext cx="381000" cy="3810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1800">
                <a:latin typeface="Calibri" panose="020F0502020204030204" pitchFamily="34" charset="0"/>
              </a:rPr>
              <a:t>Q</a:t>
            </a:r>
            <a:r>
              <a:rPr lang="ja-JP" altLang="en-US" sz="1800">
                <a:latin typeface="Calibri" panose="020F0502020204030204" pitchFamily="34" charset="0"/>
              </a:rPr>
              <a:t>’</a:t>
            </a:r>
            <a:endParaRPr lang="en-US" altLang="en-US" sz="1800">
              <a:latin typeface="Calibri" panose="020F0502020204030204" pitchFamily="34" charset="0"/>
            </a:endParaRPr>
          </a:p>
        </p:txBody>
      </p:sp>
      <p:sp>
        <p:nvSpPr>
          <p:cNvPr id="66580" name="Line 20">
            <a:extLst>
              <a:ext uri="{FF2B5EF4-FFF2-40B4-BE49-F238E27FC236}">
                <a16:creationId xmlns:a16="http://schemas.microsoft.com/office/drawing/2014/main" id="{812179AD-F76D-9C3E-ACF9-BC87DBB63D0E}"/>
              </a:ext>
            </a:extLst>
          </p:cNvPr>
          <p:cNvSpPr>
            <a:spLocks noChangeShapeType="1"/>
          </p:cNvSpPr>
          <p:nvPr/>
        </p:nvSpPr>
        <p:spPr bwMode="auto">
          <a:xfrm>
            <a:off x="5867400" y="6324600"/>
            <a:ext cx="1066800" cy="0"/>
          </a:xfrm>
          <a:prstGeom prst="line">
            <a:avLst/>
          </a:prstGeom>
          <a:noFill/>
          <a:ln w="38100">
            <a:solidFill>
              <a:srgbClr val="00FF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6581" name="Line 21">
            <a:extLst>
              <a:ext uri="{FF2B5EF4-FFF2-40B4-BE49-F238E27FC236}">
                <a16:creationId xmlns:a16="http://schemas.microsoft.com/office/drawing/2014/main" id="{FEF6C67A-ECC2-3622-783B-DECB11AF8C4A}"/>
              </a:ext>
            </a:extLst>
          </p:cNvPr>
          <p:cNvSpPr>
            <a:spLocks noChangeShapeType="1"/>
          </p:cNvSpPr>
          <p:nvPr/>
        </p:nvSpPr>
        <p:spPr bwMode="auto">
          <a:xfrm>
            <a:off x="5562600" y="5486400"/>
            <a:ext cx="0" cy="609600"/>
          </a:xfrm>
          <a:prstGeom prst="line">
            <a:avLst/>
          </a:prstGeom>
          <a:noFill/>
          <a:ln w="76200" cmpd="tri">
            <a:solidFill>
              <a:srgbClr val="FF0000"/>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66582" name="Line 22">
            <a:extLst>
              <a:ext uri="{FF2B5EF4-FFF2-40B4-BE49-F238E27FC236}">
                <a16:creationId xmlns:a16="http://schemas.microsoft.com/office/drawing/2014/main" id="{31A41D0D-71E0-FA8F-0719-CD3B0B4B99F4}"/>
              </a:ext>
            </a:extLst>
          </p:cNvPr>
          <p:cNvSpPr>
            <a:spLocks noChangeShapeType="1"/>
          </p:cNvSpPr>
          <p:nvPr/>
        </p:nvSpPr>
        <p:spPr bwMode="auto">
          <a:xfrm>
            <a:off x="7162800" y="5486400"/>
            <a:ext cx="0" cy="609600"/>
          </a:xfrm>
          <a:prstGeom prst="line">
            <a:avLst/>
          </a:prstGeom>
          <a:noFill/>
          <a:ln w="76200" cmpd="tri">
            <a:solidFill>
              <a:srgbClr val="FF0000"/>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66583" name="Line 23">
            <a:extLst>
              <a:ext uri="{FF2B5EF4-FFF2-40B4-BE49-F238E27FC236}">
                <a16:creationId xmlns:a16="http://schemas.microsoft.com/office/drawing/2014/main" id="{D6DF9CA7-8830-54DD-676B-D012FACE705D}"/>
              </a:ext>
            </a:extLst>
          </p:cNvPr>
          <p:cNvSpPr>
            <a:spLocks noChangeShapeType="1"/>
          </p:cNvSpPr>
          <p:nvPr/>
        </p:nvSpPr>
        <p:spPr bwMode="auto">
          <a:xfrm>
            <a:off x="5867400" y="5334000"/>
            <a:ext cx="1066800" cy="0"/>
          </a:xfrm>
          <a:prstGeom prst="line">
            <a:avLst/>
          </a:prstGeom>
          <a:noFill/>
          <a:ln w="38100">
            <a:solidFill>
              <a:srgbClr val="00FF00"/>
            </a:solidFill>
            <a:prstDash val="sysDot"/>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6584" name="Text Box 24">
            <a:extLst>
              <a:ext uri="{FF2B5EF4-FFF2-40B4-BE49-F238E27FC236}">
                <a16:creationId xmlns:a16="http://schemas.microsoft.com/office/drawing/2014/main" id="{99292B5F-E158-DB1D-01CE-7BBFE6C5F3CA}"/>
              </a:ext>
            </a:extLst>
          </p:cNvPr>
          <p:cNvSpPr txBox="1">
            <a:spLocks noChangeArrowheads="1"/>
          </p:cNvSpPr>
          <p:nvPr/>
        </p:nvSpPr>
        <p:spPr bwMode="auto">
          <a:xfrm>
            <a:off x="5105400" y="5638800"/>
            <a:ext cx="3206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latin typeface="Calibri" panose="020F0502020204030204" pitchFamily="34" charset="0"/>
              </a:rPr>
              <a:t>R</a:t>
            </a:r>
          </a:p>
        </p:txBody>
      </p:sp>
      <p:sp>
        <p:nvSpPr>
          <p:cNvPr id="66585" name="Text Box 25">
            <a:extLst>
              <a:ext uri="{FF2B5EF4-FFF2-40B4-BE49-F238E27FC236}">
                <a16:creationId xmlns:a16="http://schemas.microsoft.com/office/drawing/2014/main" id="{A686AA51-2509-AC0A-EE09-6375F9A26623}"/>
              </a:ext>
            </a:extLst>
          </p:cNvPr>
          <p:cNvSpPr txBox="1">
            <a:spLocks noChangeArrowheads="1"/>
          </p:cNvSpPr>
          <p:nvPr/>
        </p:nvSpPr>
        <p:spPr bwMode="auto">
          <a:xfrm>
            <a:off x="7239000" y="5638800"/>
            <a:ext cx="3206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latin typeface="Calibri" panose="020F0502020204030204" pitchFamily="34" charset="0"/>
              </a:rPr>
              <a:t>R</a:t>
            </a:r>
          </a:p>
        </p:txBody>
      </p:sp>
      <p:sp>
        <p:nvSpPr>
          <p:cNvPr id="66586" name="Text Box 26">
            <a:extLst>
              <a:ext uri="{FF2B5EF4-FFF2-40B4-BE49-F238E27FC236}">
                <a16:creationId xmlns:a16="http://schemas.microsoft.com/office/drawing/2014/main" id="{973E9BA6-2A1F-F648-96D2-4F11B5D09349}"/>
              </a:ext>
            </a:extLst>
          </p:cNvPr>
          <p:cNvSpPr txBox="1">
            <a:spLocks noChangeArrowheads="1"/>
          </p:cNvSpPr>
          <p:nvPr/>
        </p:nvSpPr>
        <p:spPr bwMode="auto">
          <a:xfrm>
            <a:off x="6172200" y="5029200"/>
            <a:ext cx="3206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latin typeface="Calibri" panose="020F0502020204030204" pitchFamily="34" charset="0"/>
              </a:rPr>
              <a:t>X</a:t>
            </a:r>
          </a:p>
        </p:txBody>
      </p:sp>
      <p:sp>
        <p:nvSpPr>
          <p:cNvPr id="66587" name="Text Box 27">
            <a:extLst>
              <a:ext uri="{FF2B5EF4-FFF2-40B4-BE49-F238E27FC236}">
                <a16:creationId xmlns:a16="http://schemas.microsoft.com/office/drawing/2014/main" id="{D99B4AE2-78EB-4DBF-626F-8310F18979F0}"/>
              </a:ext>
            </a:extLst>
          </p:cNvPr>
          <p:cNvSpPr txBox="1">
            <a:spLocks noChangeArrowheads="1"/>
          </p:cNvSpPr>
          <p:nvPr/>
        </p:nvSpPr>
        <p:spPr bwMode="auto">
          <a:xfrm>
            <a:off x="6172200" y="6324600"/>
            <a:ext cx="3206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latin typeface="Calibri" panose="020F0502020204030204" pitchFamily="34" charset="0"/>
              </a:rPr>
              <a:t>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576</TotalTime>
  <Words>4467</Words>
  <Application>Microsoft Macintosh PowerPoint</Application>
  <PresentationFormat>On-screen Show (4:3)</PresentationFormat>
  <Paragraphs>578</Paragraphs>
  <Slides>49</Slides>
  <Notes>2</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49</vt:i4>
      </vt:variant>
    </vt:vector>
  </HeadingPairs>
  <TitlesOfParts>
    <vt:vector size="58" baseType="lpstr">
      <vt:lpstr>Arial</vt:lpstr>
      <vt:lpstr>ＭＳ Ｐゴシック</vt:lpstr>
      <vt:lpstr>Calibri</vt:lpstr>
      <vt:lpstr>Symbol</vt:lpstr>
      <vt:lpstr>Wingdings</vt:lpstr>
      <vt:lpstr>Times New Roman</vt:lpstr>
      <vt:lpstr>Arial Unicode MS</vt:lpstr>
      <vt:lpstr>Office Theme</vt:lpstr>
      <vt:lpstr>Document</vt:lpstr>
      <vt:lpstr>p - Calculus A Model for Mobile Processes</vt:lpstr>
      <vt:lpstr>References</vt:lpstr>
      <vt:lpstr>Theoretical Foundations of Concurrency</vt:lpstr>
      <vt:lpstr>A Quick Overview of the Syntax</vt:lpstr>
      <vt:lpstr>The Structure of a Process </vt:lpstr>
      <vt:lpstr>A Sequential Process in p-calculus  </vt:lpstr>
      <vt:lpstr>A Recursive Sequential Process in p-calculus </vt:lpstr>
      <vt:lpstr>A Process with Alternative Behavior</vt:lpstr>
      <vt:lpstr>Communicating Processes in p-calculus </vt:lpstr>
      <vt:lpstr>Binding Names on Input</vt:lpstr>
      <vt:lpstr>Semantics of Concurrent Communication</vt:lpstr>
      <vt:lpstr>Modeling Mobility in p-Calculus</vt:lpstr>
      <vt:lpstr>Example Mobile Processes in p-Calculus </vt:lpstr>
      <vt:lpstr>Milner’s Mobility Example for p-Calculus-1 </vt:lpstr>
      <vt:lpstr>Milner’s Mobility Example for p-Calculus: 2 </vt:lpstr>
      <vt:lpstr>Milner’s Mobility Example for p-Calculus: 3</vt:lpstr>
      <vt:lpstr>Milner’s Mobility Example for p-Calculus: 4 </vt:lpstr>
      <vt:lpstr>Process Replication in p-Calculus </vt:lpstr>
      <vt:lpstr>Restricting Names in p-Calculus  - Scoping - </vt:lpstr>
      <vt:lpstr>Polyadic p-Calculus </vt:lpstr>
      <vt:lpstr>A Process with Alternative Behaviors</vt:lpstr>
      <vt:lpstr>A Process with Alternative Behaviors</vt:lpstr>
      <vt:lpstr>Modeling a Bounded Buffer</vt:lpstr>
      <vt:lpstr>Reusing a Process Definition </vt:lpstr>
      <vt:lpstr>Modeling Mutual Exclusion - 1 </vt:lpstr>
      <vt:lpstr>Modeling Mutual Exclusion - 2 </vt:lpstr>
      <vt:lpstr>Modeling a Bounded Buffer</vt:lpstr>
      <vt:lpstr>Equality of Processes</vt:lpstr>
      <vt:lpstr>Structural Congruence</vt:lpstr>
      <vt:lpstr>Reaction Rules</vt:lpstr>
      <vt:lpstr>Reaction Rules</vt:lpstr>
      <vt:lpstr>Modeling a Process's Behavior</vt:lpstr>
      <vt:lpstr>More of the Behavior</vt:lpstr>
      <vt:lpstr>Showing a Process’s Behavior</vt:lpstr>
      <vt:lpstr>Process Equivalence</vt:lpstr>
      <vt:lpstr>Bisimulation</vt:lpstr>
      <vt:lpstr>Process Equivalences</vt:lpstr>
      <vt:lpstr>Test Equivalence</vt:lpstr>
      <vt:lpstr>The Basic Concept </vt:lpstr>
      <vt:lpstr>Definitions</vt:lpstr>
      <vt:lpstr>Definitions - 2</vt:lpstr>
      <vt:lpstr>An Example</vt:lpstr>
      <vt:lpstr>Formulating a Test Result</vt:lpstr>
      <vt:lpstr>Test Equivalence</vt:lpstr>
      <vt:lpstr>Can use Partial Orders to Compare</vt:lpstr>
      <vt:lpstr>Comparisons</vt:lpstr>
      <vt:lpstr>Complication: May vs. Must !</vt:lpstr>
      <vt:lpstr>Weak Bisimulation</vt:lpstr>
      <vt:lpstr>Strong Bisimulation</vt:lpstr>
    </vt:vector>
  </TitlesOfParts>
  <Company>GMU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 Calculus A Model for Mobile Processes</dc:title>
  <dc:creator>duminda wijesekera</dc:creator>
  <cp:lastModifiedBy>Duminda Wijesekera</cp:lastModifiedBy>
  <cp:revision>114</cp:revision>
  <dcterms:created xsi:type="dcterms:W3CDTF">2013-10-01T14:37:20Z</dcterms:created>
  <dcterms:modified xsi:type="dcterms:W3CDTF">2025-12-29T21:24:20Z</dcterms:modified>
</cp:coreProperties>
</file>