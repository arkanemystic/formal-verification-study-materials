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1" r:id="rId1"/>
  </p:sldMasterIdLst>
  <p:notesMasterIdLst>
    <p:notesMasterId r:id="rId51"/>
  </p:notesMasterIdLst>
  <p:handoutMasterIdLst>
    <p:handoutMasterId r:id="rId52"/>
  </p:handoutMasterIdLst>
  <p:sldIdLst>
    <p:sldId id="256" r:id="rId2"/>
    <p:sldId id="30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7" r:id="rId47"/>
    <p:sldId id="302" r:id="rId48"/>
    <p:sldId id="304" r:id="rId49"/>
    <p:sldId id="303" r:id="rId5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16"/>
    <p:restoredTop sz="94239"/>
  </p:normalViewPr>
  <p:slideViewPr>
    <p:cSldViewPr snapToGrid="0" snapToObjects="1">
      <p:cViewPr varScale="1">
        <p:scale>
          <a:sx n="72" d="100"/>
          <a:sy n="72" d="100"/>
        </p:scale>
        <p:origin x="752" y="2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B22D9C-CBA0-941A-67CA-0CA59CFBB76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C316CF1-27E1-99D7-13D3-AF8E4B35E732}"/>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7EB45FA9-4488-4144-9EE2-67BF39C11C70}" type="datetime1">
              <a:rPr lang="en-US" altLang="en-US"/>
              <a:pPr/>
              <a:t>2/11/26</a:t>
            </a:fld>
            <a:endParaRPr lang="en-US" altLang="en-US"/>
          </a:p>
        </p:txBody>
      </p:sp>
      <p:sp>
        <p:nvSpPr>
          <p:cNvPr id="4" name="Footer Placeholder 3">
            <a:extLst>
              <a:ext uri="{FF2B5EF4-FFF2-40B4-BE49-F238E27FC236}">
                <a16:creationId xmlns:a16="http://schemas.microsoft.com/office/drawing/2014/main" id="{5919CEC1-D488-A2D0-9537-C6CAB7046B5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52A70F31-4876-4055-7C43-FF583C7AD59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5CADC61F-CE20-9B4B-A79D-7C42CB0D009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57AC93-C9CD-BCC1-30CA-61586C7BA5F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B9A22C1C-E9E5-F088-4DD0-A6887C94BEB9}"/>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6FE00EB4-2816-7C41-AD3C-1F4AFE1230A5}" type="datetime1">
              <a:rPr lang="en-US" altLang="en-US"/>
              <a:pPr/>
              <a:t>2/11/26</a:t>
            </a:fld>
            <a:endParaRPr lang="en-US" altLang="en-US"/>
          </a:p>
        </p:txBody>
      </p:sp>
      <p:sp>
        <p:nvSpPr>
          <p:cNvPr id="4" name="Slide Image Placeholder 3">
            <a:extLst>
              <a:ext uri="{FF2B5EF4-FFF2-40B4-BE49-F238E27FC236}">
                <a16:creationId xmlns:a16="http://schemas.microsoft.com/office/drawing/2014/main" id="{FEA60ACD-4E73-F434-2ADA-71F942ED3DF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AE857F9-B7F4-6EE0-AF3D-B71B50A8E0D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B18E68D-EC03-4082-2B9A-D3D74309ABB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61C6E32B-1131-D2AB-6EBA-DA5A9591E0C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0E898F15-BF67-9944-81F3-18EF12AA3FB0}"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3045D268-05BD-724D-0ACF-DFC117A1ED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a:extLst>
              <a:ext uri="{FF2B5EF4-FFF2-40B4-BE49-F238E27FC236}">
                <a16:creationId xmlns:a16="http://schemas.microsoft.com/office/drawing/2014/main" id="{CC1ABC6A-C649-5F00-48AC-A4351B467B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33C403DC-EE5F-0CC6-D811-FE235A8D6D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a:extLst>
              <a:ext uri="{FF2B5EF4-FFF2-40B4-BE49-F238E27FC236}">
                <a16:creationId xmlns:a16="http://schemas.microsoft.com/office/drawing/2014/main" id="{C8357940-7E2C-3A79-D3A8-7044630BC7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AF9F6C2-98A6-DEA6-C482-E3D1AB80BF62}"/>
              </a:ext>
            </a:extLst>
          </p:cNvPr>
          <p:cNvSpPr>
            <a:spLocks noGrp="1"/>
          </p:cNvSpPr>
          <p:nvPr>
            <p:ph type="dt" sz="half" idx="10"/>
          </p:nvPr>
        </p:nvSpPr>
        <p:spPr/>
        <p:txBody>
          <a:bodyPr/>
          <a:lstStyle>
            <a:lvl1pPr>
              <a:defRPr/>
            </a:lvl1pPr>
          </a:lstStyle>
          <a:p>
            <a:fld id="{1172E4B7-48CB-1742-8BA7-BF8B53790A83}" type="datetime1">
              <a:rPr lang="en-US" altLang="en-US"/>
              <a:pPr/>
              <a:t>2/11/26</a:t>
            </a:fld>
            <a:endParaRPr lang="en-US" altLang="en-US"/>
          </a:p>
        </p:txBody>
      </p:sp>
      <p:sp>
        <p:nvSpPr>
          <p:cNvPr id="5" name="Footer Placeholder 4">
            <a:extLst>
              <a:ext uri="{FF2B5EF4-FFF2-40B4-BE49-F238E27FC236}">
                <a16:creationId xmlns:a16="http://schemas.microsoft.com/office/drawing/2014/main" id="{F177B10D-1791-69E2-7239-1E2825FADAD5}"/>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DB966A88-534D-4E50-E7B1-27BFCB50C458}"/>
              </a:ext>
            </a:extLst>
          </p:cNvPr>
          <p:cNvSpPr>
            <a:spLocks noGrp="1"/>
          </p:cNvSpPr>
          <p:nvPr>
            <p:ph type="sldNum" sz="quarter" idx="12"/>
          </p:nvPr>
        </p:nvSpPr>
        <p:spPr/>
        <p:txBody>
          <a:bodyPr/>
          <a:lstStyle>
            <a:lvl1pPr>
              <a:defRPr/>
            </a:lvl1pPr>
          </a:lstStyle>
          <a:p>
            <a:fld id="{AFE4AA03-855D-E140-9A0A-75CFCFB0B9DE}" type="slidenum">
              <a:rPr lang="en-US" altLang="en-US"/>
              <a:pPr/>
              <a:t>‹#›</a:t>
            </a:fld>
            <a:endParaRPr lang="en-US" altLang="en-US"/>
          </a:p>
        </p:txBody>
      </p:sp>
    </p:spTree>
    <p:extLst>
      <p:ext uri="{BB962C8B-B14F-4D97-AF65-F5344CB8AC3E}">
        <p14:creationId xmlns:p14="http://schemas.microsoft.com/office/powerpoint/2010/main" val="3579929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DCFEC-F8D3-D28C-7B27-731E6023102B}"/>
              </a:ext>
            </a:extLst>
          </p:cNvPr>
          <p:cNvSpPr>
            <a:spLocks noGrp="1"/>
          </p:cNvSpPr>
          <p:nvPr>
            <p:ph type="dt" sz="half" idx="10"/>
          </p:nvPr>
        </p:nvSpPr>
        <p:spPr/>
        <p:txBody>
          <a:bodyPr/>
          <a:lstStyle>
            <a:lvl1pPr>
              <a:defRPr/>
            </a:lvl1pPr>
          </a:lstStyle>
          <a:p>
            <a:fld id="{C5739DA4-F80E-EB4C-B69F-CA0E0FC8112F}" type="datetime1">
              <a:rPr lang="en-US" altLang="en-US"/>
              <a:pPr/>
              <a:t>2/11/26</a:t>
            </a:fld>
            <a:endParaRPr lang="en-US" altLang="en-US"/>
          </a:p>
        </p:txBody>
      </p:sp>
      <p:sp>
        <p:nvSpPr>
          <p:cNvPr id="5" name="Footer Placeholder 4">
            <a:extLst>
              <a:ext uri="{FF2B5EF4-FFF2-40B4-BE49-F238E27FC236}">
                <a16:creationId xmlns:a16="http://schemas.microsoft.com/office/drawing/2014/main" id="{849CF3EA-D881-D7CC-23C4-E5AECF65C6C8}"/>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3DCD516E-8D6A-5D9B-B022-9EE8061E4C1D}"/>
              </a:ext>
            </a:extLst>
          </p:cNvPr>
          <p:cNvSpPr>
            <a:spLocks noGrp="1"/>
          </p:cNvSpPr>
          <p:nvPr>
            <p:ph type="sldNum" sz="quarter" idx="12"/>
          </p:nvPr>
        </p:nvSpPr>
        <p:spPr/>
        <p:txBody>
          <a:bodyPr/>
          <a:lstStyle>
            <a:lvl1pPr>
              <a:defRPr/>
            </a:lvl1pPr>
          </a:lstStyle>
          <a:p>
            <a:fld id="{D215415D-0FDD-AD46-82B6-89A8039AC09D}" type="slidenum">
              <a:rPr lang="en-US" altLang="en-US"/>
              <a:pPr/>
              <a:t>‹#›</a:t>
            </a:fld>
            <a:endParaRPr lang="en-US" altLang="en-US"/>
          </a:p>
        </p:txBody>
      </p:sp>
    </p:spTree>
    <p:extLst>
      <p:ext uri="{BB962C8B-B14F-4D97-AF65-F5344CB8AC3E}">
        <p14:creationId xmlns:p14="http://schemas.microsoft.com/office/powerpoint/2010/main" val="559692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73704-5BB9-6AF9-8B5E-9B15708469D7}"/>
              </a:ext>
            </a:extLst>
          </p:cNvPr>
          <p:cNvSpPr>
            <a:spLocks noGrp="1"/>
          </p:cNvSpPr>
          <p:nvPr>
            <p:ph type="dt" sz="half" idx="10"/>
          </p:nvPr>
        </p:nvSpPr>
        <p:spPr/>
        <p:txBody>
          <a:bodyPr/>
          <a:lstStyle>
            <a:lvl1pPr>
              <a:defRPr/>
            </a:lvl1pPr>
          </a:lstStyle>
          <a:p>
            <a:fld id="{D25231F9-286D-C04B-AD4A-0C3F80D41B3D}" type="datetime1">
              <a:rPr lang="en-US" altLang="en-US"/>
              <a:pPr/>
              <a:t>2/11/26</a:t>
            </a:fld>
            <a:endParaRPr lang="en-US" altLang="en-US"/>
          </a:p>
        </p:txBody>
      </p:sp>
      <p:sp>
        <p:nvSpPr>
          <p:cNvPr id="5" name="Footer Placeholder 4">
            <a:extLst>
              <a:ext uri="{FF2B5EF4-FFF2-40B4-BE49-F238E27FC236}">
                <a16:creationId xmlns:a16="http://schemas.microsoft.com/office/drawing/2014/main" id="{98E9EEC4-3CE2-2769-C503-338979436254}"/>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73ACC16B-7199-38BB-7E76-8882770FC104}"/>
              </a:ext>
            </a:extLst>
          </p:cNvPr>
          <p:cNvSpPr>
            <a:spLocks noGrp="1"/>
          </p:cNvSpPr>
          <p:nvPr>
            <p:ph type="sldNum" sz="quarter" idx="12"/>
          </p:nvPr>
        </p:nvSpPr>
        <p:spPr/>
        <p:txBody>
          <a:bodyPr/>
          <a:lstStyle>
            <a:lvl1pPr>
              <a:defRPr/>
            </a:lvl1pPr>
          </a:lstStyle>
          <a:p>
            <a:fld id="{50282BAB-0380-0442-9CA8-6F346BC3245E}" type="slidenum">
              <a:rPr lang="en-US" altLang="en-US"/>
              <a:pPr/>
              <a:t>‹#›</a:t>
            </a:fld>
            <a:endParaRPr lang="en-US" altLang="en-US"/>
          </a:p>
        </p:txBody>
      </p:sp>
    </p:spTree>
    <p:extLst>
      <p:ext uri="{BB962C8B-B14F-4D97-AF65-F5344CB8AC3E}">
        <p14:creationId xmlns:p14="http://schemas.microsoft.com/office/powerpoint/2010/main" val="1899468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8E0A8BA-BC74-0BE2-F168-F3F24DF84B2D}"/>
              </a:ext>
            </a:extLst>
          </p:cNvPr>
          <p:cNvSpPr>
            <a:spLocks noGrp="1"/>
          </p:cNvSpPr>
          <p:nvPr>
            <p:ph type="dt" sz="half" idx="10"/>
          </p:nvPr>
        </p:nvSpPr>
        <p:spPr/>
        <p:txBody>
          <a:bodyPr/>
          <a:lstStyle>
            <a:lvl1pPr>
              <a:defRPr/>
            </a:lvl1pPr>
          </a:lstStyle>
          <a:p>
            <a:fld id="{8456232C-1983-9748-B982-167E22DA4801}" type="datetime1">
              <a:rPr lang="en-US" altLang="en-US"/>
              <a:pPr/>
              <a:t>2/11/26</a:t>
            </a:fld>
            <a:endParaRPr lang="en-US" altLang="en-US"/>
          </a:p>
        </p:txBody>
      </p:sp>
      <p:sp>
        <p:nvSpPr>
          <p:cNvPr id="6" name="Footer Placeholder 4">
            <a:extLst>
              <a:ext uri="{FF2B5EF4-FFF2-40B4-BE49-F238E27FC236}">
                <a16:creationId xmlns:a16="http://schemas.microsoft.com/office/drawing/2014/main" id="{84DE0CCE-D104-6740-B7AF-FEEC2B31137B}"/>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B5589E02-D0D2-0575-05D1-1D0963DAC499}"/>
              </a:ext>
            </a:extLst>
          </p:cNvPr>
          <p:cNvSpPr>
            <a:spLocks noGrp="1"/>
          </p:cNvSpPr>
          <p:nvPr>
            <p:ph type="sldNum" sz="quarter" idx="12"/>
          </p:nvPr>
        </p:nvSpPr>
        <p:spPr/>
        <p:txBody>
          <a:bodyPr/>
          <a:lstStyle>
            <a:lvl1pPr>
              <a:defRPr/>
            </a:lvl1pPr>
          </a:lstStyle>
          <a:p>
            <a:fld id="{5F478F4A-65F8-6F40-89D7-027FF8ECDEA8}" type="slidenum">
              <a:rPr lang="en-US" altLang="en-US"/>
              <a:pPr/>
              <a:t>‹#›</a:t>
            </a:fld>
            <a:endParaRPr lang="en-US" altLang="en-US"/>
          </a:p>
        </p:txBody>
      </p:sp>
    </p:spTree>
    <p:extLst>
      <p:ext uri="{BB962C8B-B14F-4D97-AF65-F5344CB8AC3E}">
        <p14:creationId xmlns:p14="http://schemas.microsoft.com/office/powerpoint/2010/main" val="426825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14C434BC-F7CE-DBCC-069A-D571B8848540}"/>
              </a:ext>
            </a:extLst>
          </p:cNvPr>
          <p:cNvSpPr>
            <a:spLocks noGrp="1"/>
          </p:cNvSpPr>
          <p:nvPr>
            <p:ph type="dt" sz="half" idx="10"/>
          </p:nvPr>
        </p:nvSpPr>
        <p:spPr/>
        <p:txBody>
          <a:bodyPr/>
          <a:lstStyle>
            <a:lvl1pPr>
              <a:defRPr/>
            </a:lvl1pPr>
          </a:lstStyle>
          <a:p>
            <a:fld id="{AE4BB08A-49BE-5946-9771-17DBC93BA92D}" type="datetime1">
              <a:rPr lang="en-US" altLang="en-US"/>
              <a:pPr/>
              <a:t>2/11/26</a:t>
            </a:fld>
            <a:endParaRPr lang="en-US" altLang="en-US"/>
          </a:p>
        </p:txBody>
      </p:sp>
      <p:sp>
        <p:nvSpPr>
          <p:cNvPr id="8" name="Footer Placeholder 4">
            <a:extLst>
              <a:ext uri="{FF2B5EF4-FFF2-40B4-BE49-F238E27FC236}">
                <a16:creationId xmlns:a16="http://schemas.microsoft.com/office/drawing/2014/main" id="{BBE6EA05-38C8-0704-28B7-B2BCE5C01022}"/>
              </a:ext>
            </a:extLst>
          </p:cNvPr>
          <p:cNvSpPr>
            <a:spLocks noGrp="1"/>
          </p:cNvSpPr>
          <p:nvPr>
            <p:ph type="ftr" sz="quarter" idx="11"/>
          </p:nvPr>
        </p:nvSpPr>
        <p:spPr/>
        <p:txBody>
          <a:bodyPr/>
          <a:lstStyle>
            <a:lvl1pPr>
              <a:defRPr/>
            </a:lvl1pPr>
          </a:lstStyle>
          <a:p>
            <a:pPr>
              <a:defRPr/>
            </a:pPr>
            <a:r>
              <a:rPr lang="en-US"/>
              <a:t>Introduction to Pi-Calculus</a:t>
            </a:r>
          </a:p>
        </p:txBody>
      </p:sp>
      <p:sp>
        <p:nvSpPr>
          <p:cNvPr id="9" name="Slide Number Placeholder 5">
            <a:extLst>
              <a:ext uri="{FF2B5EF4-FFF2-40B4-BE49-F238E27FC236}">
                <a16:creationId xmlns:a16="http://schemas.microsoft.com/office/drawing/2014/main" id="{1037489F-243A-6E70-C2CA-544F09C165C1}"/>
              </a:ext>
            </a:extLst>
          </p:cNvPr>
          <p:cNvSpPr>
            <a:spLocks noGrp="1"/>
          </p:cNvSpPr>
          <p:nvPr>
            <p:ph type="sldNum" sz="quarter" idx="12"/>
          </p:nvPr>
        </p:nvSpPr>
        <p:spPr/>
        <p:txBody>
          <a:bodyPr/>
          <a:lstStyle>
            <a:lvl1pPr>
              <a:defRPr/>
            </a:lvl1pPr>
          </a:lstStyle>
          <a:p>
            <a:fld id="{8A17727D-6191-3F4A-AD76-B1804A7A8AB4}" type="slidenum">
              <a:rPr lang="en-US" altLang="en-US"/>
              <a:pPr/>
              <a:t>‹#›</a:t>
            </a:fld>
            <a:endParaRPr lang="en-US" altLang="en-US"/>
          </a:p>
        </p:txBody>
      </p:sp>
    </p:spTree>
    <p:extLst>
      <p:ext uri="{BB962C8B-B14F-4D97-AF65-F5344CB8AC3E}">
        <p14:creationId xmlns:p14="http://schemas.microsoft.com/office/powerpoint/2010/main" val="61115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66C1E7A-E4DB-28E9-6989-FC9C1CB48FBE}"/>
              </a:ext>
            </a:extLst>
          </p:cNvPr>
          <p:cNvSpPr>
            <a:spLocks noGrp="1"/>
          </p:cNvSpPr>
          <p:nvPr>
            <p:ph type="dt" sz="half" idx="10"/>
          </p:nvPr>
        </p:nvSpPr>
        <p:spPr/>
        <p:txBody>
          <a:bodyPr/>
          <a:lstStyle>
            <a:lvl1pPr>
              <a:defRPr/>
            </a:lvl1pPr>
          </a:lstStyle>
          <a:p>
            <a:fld id="{64A305A4-4D07-3A4D-A28F-5AEADA4ED52F}" type="datetime1">
              <a:rPr lang="en-US" altLang="en-US"/>
              <a:pPr/>
              <a:t>2/11/26</a:t>
            </a:fld>
            <a:endParaRPr lang="en-US" altLang="en-US"/>
          </a:p>
        </p:txBody>
      </p:sp>
      <p:sp>
        <p:nvSpPr>
          <p:cNvPr id="4" name="Footer Placeholder 4">
            <a:extLst>
              <a:ext uri="{FF2B5EF4-FFF2-40B4-BE49-F238E27FC236}">
                <a16:creationId xmlns:a16="http://schemas.microsoft.com/office/drawing/2014/main" id="{C3CDBAB0-7D20-51A9-E3B0-FC7F0749E9BA}"/>
              </a:ext>
            </a:extLst>
          </p:cNvPr>
          <p:cNvSpPr>
            <a:spLocks noGrp="1"/>
          </p:cNvSpPr>
          <p:nvPr>
            <p:ph type="ftr" sz="quarter" idx="11"/>
          </p:nvPr>
        </p:nvSpPr>
        <p:spPr/>
        <p:txBody>
          <a:bodyPr/>
          <a:lstStyle>
            <a:lvl1pPr>
              <a:defRPr/>
            </a:lvl1pPr>
          </a:lstStyle>
          <a:p>
            <a:pPr>
              <a:defRPr/>
            </a:pPr>
            <a:r>
              <a:rPr lang="en-US"/>
              <a:t>Introduction to Pi-Calculus</a:t>
            </a:r>
          </a:p>
        </p:txBody>
      </p:sp>
      <p:sp>
        <p:nvSpPr>
          <p:cNvPr id="5" name="Slide Number Placeholder 5">
            <a:extLst>
              <a:ext uri="{FF2B5EF4-FFF2-40B4-BE49-F238E27FC236}">
                <a16:creationId xmlns:a16="http://schemas.microsoft.com/office/drawing/2014/main" id="{85E96693-3A33-93FB-E3E9-07575B254821}"/>
              </a:ext>
            </a:extLst>
          </p:cNvPr>
          <p:cNvSpPr>
            <a:spLocks noGrp="1"/>
          </p:cNvSpPr>
          <p:nvPr>
            <p:ph type="sldNum" sz="quarter" idx="12"/>
          </p:nvPr>
        </p:nvSpPr>
        <p:spPr/>
        <p:txBody>
          <a:bodyPr/>
          <a:lstStyle>
            <a:lvl1pPr>
              <a:defRPr/>
            </a:lvl1pPr>
          </a:lstStyle>
          <a:p>
            <a:fld id="{4C0BB9CE-B8E1-B247-82CC-FFA72028C018}" type="slidenum">
              <a:rPr lang="en-US" altLang="en-US"/>
              <a:pPr/>
              <a:t>‹#›</a:t>
            </a:fld>
            <a:endParaRPr lang="en-US" altLang="en-US"/>
          </a:p>
        </p:txBody>
      </p:sp>
    </p:spTree>
    <p:extLst>
      <p:ext uri="{BB962C8B-B14F-4D97-AF65-F5344CB8AC3E}">
        <p14:creationId xmlns:p14="http://schemas.microsoft.com/office/powerpoint/2010/main" val="317470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722790-9299-2AA9-D61A-D10B615905FD}"/>
              </a:ext>
            </a:extLst>
          </p:cNvPr>
          <p:cNvSpPr>
            <a:spLocks noGrp="1"/>
          </p:cNvSpPr>
          <p:nvPr>
            <p:ph type="dt" sz="half" idx="10"/>
          </p:nvPr>
        </p:nvSpPr>
        <p:spPr/>
        <p:txBody>
          <a:bodyPr/>
          <a:lstStyle>
            <a:lvl1pPr>
              <a:defRPr/>
            </a:lvl1pPr>
          </a:lstStyle>
          <a:p>
            <a:fld id="{37E444DF-03DC-604A-A4A0-137AF1E8BFCD}" type="datetime1">
              <a:rPr lang="en-US" altLang="en-US"/>
              <a:pPr/>
              <a:t>2/11/26</a:t>
            </a:fld>
            <a:endParaRPr lang="en-US" altLang="en-US"/>
          </a:p>
        </p:txBody>
      </p:sp>
      <p:sp>
        <p:nvSpPr>
          <p:cNvPr id="3" name="Footer Placeholder 4">
            <a:extLst>
              <a:ext uri="{FF2B5EF4-FFF2-40B4-BE49-F238E27FC236}">
                <a16:creationId xmlns:a16="http://schemas.microsoft.com/office/drawing/2014/main" id="{E1A2DDEE-3EE2-F754-EE49-1AE15B92AF20}"/>
              </a:ext>
            </a:extLst>
          </p:cNvPr>
          <p:cNvSpPr>
            <a:spLocks noGrp="1"/>
          </p:cNvSpPr>
          <p:nvPr>
            <p:ph type="ftr" sz="quarter" idx="11"/>
          </p:nvPr>
        </p:nvSpPr>
        <p:spPr/>
        <p:txBody>
          <a:bodyPr/>
          <a:lstStyle>
            <a:lvl1pPr>
              <a:defRPr/>
            </a:lvl1pPr>
          </a:lstStyle>
          <a:p>
            <a:pPr>
              <a:defRPr/>
            </a:pPr>
            <a:r>
              <a:rPr lang="en-US"/>
              <a:t>Introduction to Pi-Calculus</a:t>
            </a:r>
          </a:p>
        </p:txBody>
      </p:sp>
      <p:sp>
        <p:nvSpPr>
          <p:cNvPr id="4" name="Slide Number Placeholder 5">
            <a:extLst>
              <a:ext uri="{FF2B5EF4-FFF2-40B4-BE49-F238E27FC236}">
                <a16:creationId xmlns:a16="http://schemas.microsoft.com/office/drawing/2014/main" id="{2F68C4A6-B506-7D7E-8FF6-0B6F32165D27}"/>
              </a:ext>
            </a:extLst>
          </p:cNvPr>
          <p:cNvSpPr>
            <a:spLocks noGrp="1"/>
          </p:cNvSpPr>
          <p:nvPr>
            <p:ph type="sldNum" sz="quarter" idx="12"/>
          </p:nvPr>
        </p:nvSpPr>
        <p:spPr/>
        <p:txBody>
          <a:bodyPr/>
          <a:lstStyle>
            <a:lvl1pPr>
              <a:defRPr/>
            </a:lvl1pPr>
          </a:lstStyle>
          <a:p>
            <a:fld id="{DB369732-0BA6-8642-A68B-CEC5D737237F}" type="slidenum">
              <a:rPr lang="en-US" altLang="en-US"/>
              <a:pPr/>
              <a:t>‹#›</a:t>
            </a:fld>
            <a:endParaRPr lang="en-US" altLang="en-US"/>
          </a:p>
        </p:txBody>
      </p:sp>
    </p:spTree>
    <p:extLst>
      <p:ext uri="{BB962C8B-B14F-4D97-AF65-F5344CB8AC3E}">
        <p14:creationId xmlns:p14="http://schemas.microsoft.com/office/powerpoint/2010/main" val="1088735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D98EEF-3341-E8FE-ED48-434343C94C56}"/>
              </a:ext>
            </a:extLst>
          </p:cNvPr>
          <p:cNvSpPr>
            <a:spLocks noGrp="1"/>
          </p:cNvSpPr>
          <p:nvPr>
            <p:ph type="dt" sz="half" idx="10"/>
          </p:nvPr>
        </p:nvSpPr>
        <p:spPr/>
        <p:txBody>
          <a:bodyPr/>
          <a:lstStyle>
            <a:lvl1pPr>
              <a:defRPr/>
            </a:lvl1pPr>
          </a:lstStyle>
          <a:p>
            <a:fld id="{799EE4A3-19E3-C24A-B88F-1ECBE241853A}" type="datetime1">
              <a:rPr lang="en-US" altLang="en-US"/>
              <a:pPr/>
              <a:t>2/11/26</a:t>
            </a:fld>
            <a:endParaRPr lang="en-US" altLang="en-US"/>
          </a:p>
        </p:txBody>
      </p:sp>
      <p:sp>
        <p:nvSpPr>
          <p:cNvPr id="6" name="Footer Placeholder 4">
            <a:extLst>
              <a:ext uri="{FF2B5EF4-FFF2-40B4-BE49-F238E27FC236}">
                <a16:creationId xmlns:a16="http://schemas.microsoft.com/office/drawing/2014/main" id="{E45CE85C-D199-07D2-6875-E159DF002398}"/>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5C72BC37-86FC-15B5-EDCA-E4BCEE4A3338}"/>
              </a:ext>
            </a:extLst>
          </p:cNvPr>
          <p:cNvSpPr>
            <a:spLocks noGrp="1"/>
          </p:cNvSpPr>
          <p:nvPr>
            <p:ph type="sldNum" sz="quarter" idx="12"/>
          </p:nvPr>
        </p:nvSpPr>
        <p:spPr/>
        <p:txBody>
          <a:bodyPr/>
          <a:lstStyle>
            <a:lvl1pPr>
              <a:defRPr/>
            </a:lvl1pPr>
          </a:lstStyle>
          <a:p>
            <a:fld id="{2369FB4C-D7EB-824E-8477-8152BBEE9B84}" type="slidenum">
              <a:rPr lang="en-US" altLang="en-US"/>
              <a:pPr/>
              <a:t>‹#›</a:t>
            </a:fld>
            <a:endParaRPr lang="en-US" altLang="en-US"/>
          </a:p>
        </p:txBody>
      </p:sp>
    </p:spTree>
    <p:extLst>
      <p:ext uri="{BB962C8B-B14F-4D97-AF65-F5344CB8AC3E}">
        <p14:creationId xmlns:p14="http://schemas.microsoft.com/office/powerpoint/2010/main" val="193133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D6A341A-B44C-6C7D-3173-56BDAF651F24}"/>
              </a:ext>
            </a:extLst>
          </p:cNvPr>
          <p:cNvSpPr>
            <a:spLocks noGrp="1"/>
          </p:cNvSpPr>
          <p:nvPr>
            <p:ph type="dt" sz="half" idx="10"/>
          </p:nvPr>
        </p:nvSpPr>
        <p:spPr/>
        <p:txBody>
          <a:bodyPr/>
          <a:lstStyle>
            <a:lvl1pPr>
              <a:defRPr/>
            </a:lvl1pPr>
          </a:lstStyle>
          <a:p>
            <a:fld id="{02FEDE7E-17D4-BA4A-889F-755F5AF616EE}" type="datetime1">
              <a:rPr lang="en-US" altLang="en-US"/>
              <a:pPr/>
              <a:t>2/11/26</a:t>
            </a:fld>
            <a:endParaRPr lang="en-US" altLang="en-US"/>
          </a:p>
        </p:txBody>
      </p:sp>
      <p:sp>
        <p:nvSpPr>
          <p:cNvPr id="6" name="Footer Placeholder 4">
            <a:extLst>
              <a:ext uri="{FF2B5EF4-FFF2-40B4-BE49-F238E27FC236}">
                <a16:creationId xmlns:a16="http://schemas.microsoft.com/office/drawing/2014/main" id="{6798A0D2-5131-3469-3818-78CCCECB8910}"/>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21074FA2-6078-F5AA-2C17-CBA65C91FF7C}"/>
              </a:ext>
            </a:extLst>
          </p:cNvPr>
          <p:cNvSpPr>
            <a:spLocks noGrp="1"/>
          </p:cNvSpPr>
          <p:nvPr>
            <p:ph type="sldNum" sz="quarter" idx="12"/>
          </p:nvPr>
        </p:nvSpPr>
        <p:spPr/>
        <p:txBody>
          <a:bodyPr/>
          <a:lstStyle>
            <a:lvl1pPr>
              <a:defRPr/>
            </a:lvl1pPr>
          </a:lstStyle>
          <a:p>
            <a:fld id="{287FA0B4-14DC-A64C-8BAA-8340E0B1BC25}" type="slidenum">
              <a:rPr lang="en-US" altLang="en-US"/>
              <a:pPr/>
              <a:t>‹#›</a:t>
            </a:fld>
            <a:endParaRPr lang="en-US" altLang="en-US"/>
          </a:p>
        </p:txBody>
      </p:sp>
    </p:spTree>
    <p:extLst>
      <p:ext uri="{BB962C8B-B14F-4D97-AF65-F5344CB8AC3E}">
        <p14:creationId xmlns:p14="http://schemas.microsoft.com/office/powerpoint/2010/main" val="2694439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58571D-11F4-6647-B51B-10B8BFA3AC4F}"/>
              </a:ext>
            </a:extLst>
          </p:cNvPr>
          <p:cNvSpPr>
            <a:spLocks noGrp="1"/>
          </p:cNvSpPr>
          <p:nvPr>
            <p:ph type="dt" sz="half" idx="10"/>
          </p:nvPr>
        </p:nvSpPr>
        <p:spPr/>
        <p:txBody>
          <a:bodyPr/>
          <a:lstStyle>
            <a:lvl1pPr>
              <a:defRPr/>
            </a:lvl1pPr>
          </a:lstStyle>
          <a:p>
            <a:fld id="{B3232E36-9352-8242-AB37-20BDD8292392}" type="datetime1">
              <a:rPr lang="en-US" altLang="en-US"/>
              <a:pPr/>
              <a:t>2/11/26</a:t>
            </a:fld>
            <a:endParaRPr lang="en-US" altLang="en-US"/>
          </a:p>
        </p:txBody>
      </p:sp>
      <p:sp>
        <p:nvSpPr>
          <p:cNvPr id="5" name="Footer Placeholder 4">
            <a:extLst>
              <a:ext uri="{FF2B5EF4-FFF2-40B4-BE49-F238E27FC236}">
                <a16:creationId xmlns:a16="http://schemas.microsoft.com/office/drawing/2014/main" id="{06B68383-62A4-1DB9-5E06-417FC33035C2}"/>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25632F34-440A-DD68-44B9-4E3F575D3DB8}"/>
              </a:ext>
            </a:extLst>
          </p:cNvPr>
          <p:cNvSpPr>
            <a:spLocks noGrp="1"/>
          </p:cNvSpPr>
          <p:nvPr>
            <p:ph type="sldNum" sz="quarter" idx="12"/>
          </p:nvPr>
        </p:nvSpPr>
        <p:spPr/>
        <p:txBody>
          <a:bodyPr/>
          <a:lstStyle>
            <a:lvl1pPr>
              <a:defRPr/>
            </a:lvl1pPr>
          </a:lstStyle>
          <a:p>
            <a:fld id="{521A6577-7729-FE46-8460-35839AB6FE69}" type="slidenum">
              <a:rPr lang="en-US" altLang="en-US"/>
              <a:pPr/>
              <a:t>‹#›</a:t>
            </a:fld>
            <a:endParaRPr lang="en-US" altLang="en-US"/>
          </a:p>
        </p:txBody>
      </p:sp>
    </p:spTree>
    <p:extLst>
      <p:ext uri="{BB962C8B-B14F-4D97-AF65-F5344CB8AC3E}">
        <p14:creationId xmlns:p14="http://schemas.microsoft.com/office/powerpoint/2010/main" val="57878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D7B836-79D3-083D-0EB1-A32E24DB3EEA}"/>
              </a:ext>
            </a:extLst>
          </p:cNvPr>
          <p:cNvSpPr>
            <a:spLocks noGrp="1"/>
          </p:cNvSpPr>
          <p:nvPr>
            <p:ph type="dt" sz="half" idx="10"/>
          </p:nvPr>
        </p:nvSpPr>
        <p:spPr/>
        <p:txBody>
          <a:bodyPr/>
          <a:lstStyle>
            <a:lvl1pPr>
              <a:defRPr/>
            </a:lvl1pPr>
          </a:lstStyle>
          <a:p>
            <a:fld id="{157B9832-75C2-7C44-8671-B91580637D30}" type="datetime1">
              <a:rPr lang="en-US" altLang="en-US"/>
              <a:pPr/>
              <a:t>2/11/26</a:t>
            </a:fld>
            <a:endParaRPr lang="en-US" altLang="en-US"/>
          </a:p>
        </p:txBody>
      </p:sp>
      <p:sp>
        <p:nvSpPr>
          <p:cNvPr id="5" name="Footer Placeholder 4">
            <a:extLst>
              <a:ext uri="{FF2B5EF4-FFF2-40B4-BE49-F238E27FC236}">
                <a16:creationId xmlns:a16="http://schemas.microsoft.com/office/drawing/2014/main" id="{6BDEED1D-FC66-51EF-E950-4C1357D20B6A}"/>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1EBF000D-70E0-2184-86C5-D95317E3F14D}"/>
              </a:ext>
            </a:extLst>
          </p:cNvPr>
          <p:cNvSpPr>
            <a:spLocks noGrp="1"/>
          </p:cNvSpPr>
          <p:nvPr>
            <p:ph type="sldNum" sz="quarter" idx="12"/>
          </p:nvPr>
        </p:nvSpPr>
        <p:spPr/>
        <p:txBody>
          <a:bodyPr/>
          <a:lstStyle>
            <a:lvl1pPr>
              <a:defRPr/>
            </a:lvl1pPr>
          </a:lstStyle>
          <a:p>
            <a:fld id="{701F6EB2-EDBC-094C-9F31-4E253BD10919}" type="slidenum">
              <a:rPr lang="en-US" altLang="en-US"/>
              <a:pPr/>
              <a:t>‹#›</a:t>
            </a:fld>
            <a:endParaRPr lang="en-US" altLang="en-US"/>
          </a:p>
        </p:txBody>
      </p:sp>
    </p:spTree>
    <p:extLst>
      <p:ext uri="{BB962C8B-B14F-4D97-AF65-F5344CB8AC3E}">
        <p14:creationId xmlns:p14="http://schemas.microsoft.com/office/powerpoint/2010/main" val="3490729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lstStyle/>
          <a:p>
            <a:r>
              <a:rPr lang="en-US"/>
              <a:t>Click to edit Master title style</a:t>
            </a:r>
          </a:p>
        </p:txBody>
      </p:sp>
      <p:sp>
        <p:nvSpPr>
          <p:cNvPr id="3" name="Table Placeholder 2"/>
          <p:cNvSpPr>
            <a:spLocks noGrp="1"/>
          </p:cNvSpPr>
          <p:nvPr>
            <p:ph type="tbl" idx="1"/>
          </p:nvPr>
        </p:nvSpPr>
        <p:spPr>
          <a:xfrm>
            <a:off x="457200" y="1219200"/>
            <a:ext cx="8229600" cy="4648200"/>
          </a:xfrm>
        </p:spPr>
        <p:txBody>
          <a:bodyPr rtlCol="0">
            <a:normAutofit/>
          </a:bodyPr>
          <a:lstStyle/>
          <a:p>
            <a:pPr lvl="0"/>
            <a:endParaRPr lang="en-US" noProof="0"/>
          </a:p>
        </p:txBody>
      </p:sp>
      <p:sp>
        <p:nvSpPr>
          <p:cNvPr id="4" name="Footer Placeholder 3">
            <a:extLst>
              <a:ext uri="{FF2B5EF4-FFF2-40B4-BE49-F238E27FC236}">
                <a16:creationId xmlns:a16="http://schemas.microsoft.com/office/drawing/2014/main" id="{D90615B8-81A1-D4C8-4EA3-74FE4811FC63}"/>
              </a:ext>
            </a:extLst>
          </p:cNvPr>
          <p:cNvSpPr>
            <a:spLocks noGrp="1"/>
          </p:cNvSpPr>
          <p:nvPr>
            <p:ph type="ftr" sz="quarter" idx="10"/>
          </p:nvPr>
        </p:nvSpPr>
        <p:spPr>
          <a:xfrm>
            <a:off x="3124200" y="6248400"/>
            <a:ext cx="2895600" cy="457200"/>
          </a:xfrm>
        </p:spPr>
        <p:txBody>
          <a:bodyPr/>
          <a:lstStyle>
            <a:lvl1pPr>
              <a:defRPr/>
            </a:lvl1pPr>
          </a:lstStyle>
          <a:p>
            <a:pPr>
              <a:defRPr/>
            </a:pPr>
            <a:r>
              <a:rPr lang="en-US"/>
              <a:t>Introduction to Pi-Calculus</a:t>
            </a:r>
          </a:p>
        </p:txBody>
      </p:sp>
      <p:sp>
        <p:nvSpPr>
          <p:cNvPr id="5" name="Slide Number Placeholder 4">
            <a:extLst>
              <a:ext uri="{FF2B5EF4-FFF2-40B4-BE49-F238E27FC236}">
                <a16:creationId xmlns:a16="http://schemas.microsoft.com/office/drawing/2014/main" id="{66E2C1A7-5DCC-88EF-7D9C-E1FE13BF5270}"/>
              </a:ext>
            </a:extLst>
          </p:cNvPr>
          <p:cNvSpPr>
            <a:spLocks noGrp="1"/>
          </p:cNvSpPr>
          <p:nvPr>
            <p:ph type="sldNum" sz="quarter" idx="11"/>
          </p:nvPr>
        </p:nvSpPr>
        <p:spPr>
          <a:xfrm>
            <a:off x="6553200" y="6248400"/>
            <a:ext cx="2133600" cy="457200"/>
          </a:xfrm>
        </p:spPr>
        <p:txBody>
          <a:bodyPr/>
          <a:lstStyle>
            <a:lvl1pPr>
              <a:defRPr/>
            </a:lvl1pPr>
          </a:lstStyle>
          <a:p>
            <a:fld id="{43337C58-6BB8-CA48-B162-4E4AC53649A5}" type="slidenum">
              <a:rPr lang="en-US" altLang="en-US"/>
              <a:pPr/>
              <a:t>‹#›</a:t>
            </a:fld>
            <a:endParaRPr lang="en-US" altLang="en-US"/>
          </a:p>
        </p:txBody>
      </p:sp>
      <p:sp>
        <p:nvSpPr>
          <p:cNvPr id="6" name="Date Placeholder 5">
            <a:extLst>
              <a:ext uri="{FF2B5EF4-FFF2-40B4-BE49-F238E27FC236}">
                <a16:creationId xmlns:a16="http://schemas.microsoft.com/office/drawing/2014/main" id="{29745F2C-BC6E-647B-AD7F-7D45D6D93977}"/>
              </a:ext>
            </a:extLst>
          </p:cNvPr>
          <p:cNvSpPr>
            <a:spLocks noGrp="1"/>
          </p:cNvSpPr>
          <p:nvPr>
            <p:ph type="dt" sz="half" idx="12"/>
          </p:nvPr>
        </p:nvSpPr>
        <p:spPr>
          <a:xfrm>
            <a:off x="457200" y="6245225"/>
            <a:ext cx="2133600" cy="476250"/>
          </a:xfrm>
        </p:spPr>
        <p:txBody>
          <a:bodyPr/>
          <a:lstStyle>
            <a:lvl1pPr>
              <a:defRPr/>
            </a:lvl1pPr>
          </a:lstStyle>
          <a:p>
            <a:fld id="{51AE2E53-E604-5F40-B469-489BE6BD4071}" type="datetime1">
              <a:rPr lang="en-US" altLang="en-US"/>
              <a:pPr/>
              <a:t>2/11/26</a:t>
            </a:fld>
            <a:endParaRPr lang="en-US" altLang="en-US"/>
          </a:p>
        </p:txBody>
      </p:sp>
    </p:spTree>
    <p:extLst>
      <p:ext uri="{BB962C8B-B14F-4D97-AF65-F5344CB8AC3E}">
        <p14:creationId xmlns:p14="http://schemas.microsoft.com/office/powerpoint/2010/main" val="1780832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3EA6E15-71ED-BC97-C237-E5E540BDCC42}"/>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BD689B0-EB46-8870-69DD-A5AB144CDFF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F283949-5966-6964-9964-8E153B63706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0BF59D6A-9945-0A49-8BDF-4C816E79A4B5}" type="datetime1">
              <a:rPr lang="en-US" altLang="en-US"/>
              <a:pPr/>
              <a:t>2/11/26</a:t>
            </a:fld>
            <a:endParaRPr lang="en-US" altLang="en-US"/>
          </a:p>
        </p:txBody>
      </p:sp>
      <p:sp>
        <p:nvSpPr>
          <p:cNvPr id="5" name="Footer Placeholder 4">
            <a:extLst>
              <a:ext uri="{FF2B5EF4-FFF2-40B4-BE49-F238E27FC236}">
                <a16:creationId xmlns:a16="http://schemas.microsoft.com/office/drawing/2014/main" id="{1C99A0EE-D9A0-4388-B15B-DF761A6CEF68}"/>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ea typeface="ＭＳ Ｐゴシック" charset="0"/>
                <a:cs typeface="ＭＳ Ｐゴシック" charset="0"/>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F6568737-F078-C3DF-07C4-4FF62CF69AB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000A6B0-46A4-6D44-9AA6-21C51C3BC5A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Lst>
  <p:hf hd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barnesandnoble.com/c/davide-sangiorgi" TargetMode="External"/><Relationship Id="rId2" Type="http://schemas.openxmlformats.org/officeDocument/2006/relationships/hyperlink" Target="http://www.barnesandnoble.com/w/pi-calculus-davide-sangiorgi/1100953441?ean=978052154327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360E88A-9C94-2080-B8E0-3170B189C77F}"/>
              </a:ext>
            </a:extLst>
          </p:cNvPr>
          <p:cNvSpPr>
            <a:spLocks noGrp="1"/>
          </p:cNvSpPr>
          <p:nvPr>
            <p:ph type="ctrTitle"/>
          </p:nvPr>
        </p:nvSpPr>
        <p:spPr/>
        <p:txBody>
          <a:bodyPr/>
          <a:lstStyle/>
          <a:p>
            <a:pPr eaLnBrk="1" hangingPunct="1"/>
            <a:r>
              <a:rPr lang="en-US" altLang="en-US" sz="5400">
                <a:solidFill>
                  <a:srgbClr val="FF0000"/>
                </a:solidFill>
                <a:latin typeface="Symbol" pitchFamily="2" charset="2"/>
                <a:ea typeface="ＭＳ Ｐゴシック" panose="020B0600070205080204" pitchFamily="34" charset="-128"/>
              </a:rPr>
              <a:t>p</a:t>
            </a:r>
            <a:r>
              <a:rPr lang="en-US" altLang="en-US" sz="3600">
                <a:solidFill>
                  <a:srgbClr val="FF0000"/>
                </a:solidFill>
                <a:ea typeface="ＭＳ Ｐゴシック" panose="020B0600070205080204" pitchFamily="34" charset="-128"/>
              </a:rPr>
              <a:t> - Calculus</a:t>
            </a:r>
            <a:br>
              <a:rPr lang="en-US" altLang="en-US" sz="3600">
                <a:solidFill>
                  <a:srgbClr val="3366FF"/>
                </a:solidFill>
                <a:ea typeface="ＭＳ Ｐゴシック" panose="020B0600070205080204" pitchFamily="34" charset="-128"/>
              </a:rPr>
            </a:br>
            <a:r>
              <a:rPr lang="en-US" altLang="en-US" sz="3600">
                <a:solidFill>
                  <a:srgbClr val="3366FF"/>
                </a:solidFill>
                <a:ea typeface="ＭＳ Ｐゴシック" panose="020B0600070205080204" pitchFamily="34" charset="-128"/>
              </a:rPr>
              <a:t>A Model for Mobile Processes</a:t>
            </a:r>
          </a:p>
        </p:txBody>
      </p:sp>
      <p:sp>
        <p:nvSpPr>
          <p:cNvPr id="3" name="Subtitle 2">
            <a:extLst>
              <a:ext uri="{FF2B5EF4-FFF2-40B4-BE49-F238E27FC236}">
                <a16:creationId xmlns:a16="http://schemas.microsoft.com/office/drawing/2014/main" id="{0D010857-FD05-EE7A-24EE-96DE1D9CEF77}"/>
              </a:ext>
            </a:extLst>
          </p:cNvPr>
          <p:cNvSpPr>
            <a:spLocks noGrp="1"/>
          </p:cNvSpPr>
          <p:nvPr>
            <p:ph type="subTitle" idx="1"/>
          </p:nvPr>
        </p:nvSpPr>
        <p:spPr/>
        <p:txBody>
          <a:bodyPr rtlCol="0">
            <a:normAutofit/>
          </a:bodyPr>
          <a:lstStyle/>
          <a:p>
            <a:pPr eaLnBrk="1" fontAlgn="auto" hangingPunct="1">
              <a:spcAft>
                <a:spcPts val="0"/>
              </a:spcAft>
              <a:buFont typeface="Arial"/>
              <a:buNone/>
              <a:defRPr/>
            </a:pPr>
            <a:r>
              <a:rPr lang="en-US" dirty="0">
                <a:ea typeface="+mn-ea"/>
                <a:cs typeface="+mn-cs"/>
              </a:rPr>
              <a:t>CYSE 750, Spring 2026</a:t>
            </a:r>
          </a:p>
          <a:p>
            <a:pPr eaLnBrk="1" fontAlgn="auto" hangingPunct="1">
              <a:spcAft>
                <a:spcPts val="0"/>
              </a:spcAft>
              <a:buFont typeface="Arial"/>
              <a:buNone/>
              <a:defRPr/>
            </a:pPr>
            <a:r>
              <a:rPr lang="en-US" dirty="0">
                <a:ea typeface="+mn-ea"/>
                <a:cs typeface="+mn-cs"/>
              </a:rPr>
              <a:t>Duminda Wijesekera</a:t>
            </a:r>
          </a:p>
          <a:p>
            <a:pPr eaLnBrk="1" fontAlgn="auto" hangingPunct="1">
              <a:spcAft>
                <a:spcPts val="0"/>
              </a:spcAft>
              <a:buFont typeface="Arial"/>
              <a:buNone/>
              <a:defRPr/>
            </a:pPr>
            <a:r>
              <a:rPr lang="en-US" sz="2000" dirty="0">
                <a:ea typeface="+mn-ea"/>
                <a:cs typeface="+mn-cs"/>
              </a:rPr>
              <a:t>based on many papers and transparencies on the web</a:t>
            </a:r>
          </a:p>
        </p:txBody>
      </p:sp>
      <p:sp>
        <p:nvSpPr>
          <p:cNvPr id="16387" name="Footer Placeholder 3">
            <a:extLst>
              <a:ext uri="{FF2B5EF4-FFF2-40B4-BE49-F238E27FC236}">
                <a16:creationId xmlns:a16="http://schemas.microsoft.com/office/drawing/2014/main" id="{F77DF505-5F66-DB58-CBE3-F0C98EDADD9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6388" name="Slide Number Placeholder 4">
            <a:extLst>
              <a:ext uri="{FF2B5EF4-FFF2-40B4-BE49-F238E27FC236}">
                <a16:creationId xmlns:a16="http://schemas.microsoft.com/office/drawing/2014/main" id="{6A558C20-DA6A-3A67-8D04-1F90636BDD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76BCD8-FF1A-2043-AA73-07885B336ADF}" type="slidenum">
              <a:rPr lang="en-US" altLang="en-US" sz="1200">
                <a:solidFill>
                  <a:srgbClr val="898989"/>
                </a:solidFill>
              </a:rPr>
              <a:pPr eaLnBrk="1" hangingPunct="1"/>
              <a:t>1</a:t>
            </a:fld>
            <a:endParaRPr lang="en-US" altLang="en-US" sz="12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93D4B297-6D39-54B9-606E-2A4D48EC7D90}"/>
              </a:ext>
            </a:extLst>
          </p:cNvPr>
          <p:cNvSpPr>
            <a:spLocks noGrp="1"/>
          </p:cNvSpPr>
          <p:nvPr>
            <p:ph type="title"/>
          </p:nvPr>
        </p:nvSpPr>
        <p:spPr/>
        <p:txBody>
          <a:bodyPr/>
          <a:lstStyle/>
          <a:p>
            <a:r>
              <a:rPr lang="en-US" altLang="en-US">
                <a:solidFill>
                  <a:srgbClr val="0000FF"/>
                </a:solidFill>
                <a:ea typeface="ＭＳ Ｐゴシック" panose="020B0600070205080204" pitchFamily="34" charset="-128"/>
              </a:rPr>
              <a:t>References</a:t>
            </a:r>
          </a:p>
        </p:txBody>
      </p:sp>
      <p:sp>
        <p:nvSpPr>
          <p:cNvPr id="17410" name="Content Placeholder 2">
            <a:extLst>
              <a:ext uri="{FF2B5EF4-FFF2-40B4-BE49-F238E27FC236}">
                <a16:creationId xmlns:a16="http://schemas.microsoft.com/office/drawing/2014/main" id="{29030725-0882-891A-FAD2-44A1A7FD3178}"/>
              </a:ext>
            </a:extLst>
          </p:cNvPr>
          <p:cNvSpPr>
            <a:spLocks noGrp="1"/>
          </p:cNvSpPr>
          <p:nvPr>
            <p:ph idx="1"/>
          </p:nvPr>
        </p:nvSpPr>
        <p:spPr>
          <a:xfrm>
            <a:off x="457200" y="1258888"/>
            <a:ext cx="8229600" cy="4867275"/>
          </a:xfrm>
        </p:spPr>
        <p:txBody>
          <a:bodyPr/>
          <a:lstStyle/>
          <a:p>
            <a:r>
              <a:rPr lang="en-US" altLang="en-US" sz="2000" dirty="0">
                <a:ea typeface="ＭＳ Ｐゴシック" panose="020B0600070205080204" pitchFamily="34" charset="-128"/>
              </a:rPr>
              <a:t>This talk is made using lectures of Prof. Dennis Kafoury’s lecture material (Boston University) -2010</a:t>
            </a:r>
          </a:p>
          <a:p>
            <a:r>
              <a:rPr lang="en-US" altLang="en-US" sz="2000" dirty="0">
                <a:ea typeface="ＭＳ Ｐゴシック" panose="020B0600070205080204" pitchFamily="34" charset="-128"/>
              </a:rPr>
              <a:t>The material also appears in the text book</a:t>
            </a:r>
          </a:p>
          <a:p>
            <a:pPr lvl="1"/>
            <a:r>
              <a:rPr lang="en-US" altLang="en-US" sz="2000" dirty="0">
                <a:ea typeface="ＭＳ Ｐゴシック" panose="020B0600070205080204" pitchFamily="34" charset="-128"/>
              </a:rPr>
              <a:t>Communication and Mobile Systems: The </a:t>
            </a:r>
            <a:r>
              <a:rPr lang="en-US" altLang="en-US" sz="2000" dirty="0">
                <a:solidFill>
                  <a:srgbClr val="000000"/>
                </a:solidFill>
                <a:latin typeface="Symbol" pitchFamily="2" charset="2"/>
                <a:ea typeface="ＭＳ Ｐゴシック" panose="020B0600070205080204" pitchFamily="34" charset="-128"/>
              </a:rPr>
              <a:t>p -</a:t>
            </a:r>
            <a:r>
              <a:rPr lang="en-US" altLang="en-US" sz="2000" dirty="0">
                <a:solidFill>
                  <a:srgbClr val="000000"/>
                </a:solidFill>
                <a:ea typeface="ＭＳ Ｐゴシック" panose="020B0600070205080204" pitchFamily="34" charset="-128"/>
              </a:rPr>
              <a:t>Calculus by Robin Miner, Cambridge University Press 2003.</a:t>
            </a:r>
          </a:p>
          <a:p>
            <a:r>
              <a:rPr lang="en-US" altLang="en-US" sz="2000" dirty="0">
                <a:solidFill>
                  <a:srgbClr val="000000"/>
                </a:solidFill>
                <a:ea typeface="ＭＳ Ｐゴシック" panose="020B0600070205080204" pitchFamily="34" charset="-128"/>
              </a:rPr>
              <a:t>A comprehensive book on </a:t>
            </a:r>
            <a:r>
              <a:rPr lang="en-US" altLang="en-US" sz="2000" dirty="0">
                <a:solidFill>
                  <a:srgbClr val="000000"/>
                </a:solidFill>
                <a:latin typeface="Symbol" pitchFamily="2" charset="2"/>
                <a:ea typeface="ＭＳ Ｐゴシック" panose="020B0600070205080204" pitchFamily="34" charset="-128"/>
              </a:rPr>
              <a:t>p –</a:t>
            </a:r>
            <a:r>
              <a:rPr lang="en-US" altLang="en-US" sz="2000" dirty="0">
                <a:solidFill>
                  <a:srgbClr val="000000"/>
                </a:solidFill>
                <a:ea typeface="ＭＳ Ｐゴシック" panose="020B0600070205080204" pitchFamily="34" charset="-128"/>
              </a:rPr>
              <a:t>Calculus is </a:t>
            </a:r>
          </a:p>
          <a:p>
            <a:pPr lvl="1"/>
            <a:r>
              <a:rPr lang="en-US" altLang="en-US" sz="2000" dirty="0">
                <a:ea typeface="ＭＳ Ｐゴシック" panose="020B0600070205080204" pitchFamily="34" charset="-128"/>
                <a:hlinkClick r:id="rId2"/>
              </a:rPr>
              <a:t>The Pi-Calculus: A Theory of Mobile Processes</a:t>
            </a:r>
            <a:r>
              <a:rPr lang="en-US" altLang="en-US" sz="2000" dirty="0">
                <a:ea typeface="ＭＳ Ｐゴシック" panose="020B0600070205080204" pitchFamily="34" charset="-128"/>
              </a:rPr>
              <a:t> by</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hlinkClick r:id="rId3"/>
              </a:rPr>
              <a:t>Davide Sangiorgi</a:t>
            </a:r>
            <a:r>
              <a:rPr lang="en-US" altLang="en-US" sz="2000" dirty="0">
                <a:ea typeface="ＭＳ Ｐゴシック" panose="020B0600070205080204" pitchFamily="34" charset="-128"/>
              </a:rPr>
              <a:t>, and David Walker</a:t>
            </a:r>
          </a:p>
          <a:p>
            <a:r>
              <a:rPr lang="en-US" altLang="en-US" sz="2000" dirty="0">
                <a:ea typeface="ＭＳ Ｐゴシック" panose="020B0600070205080204" pitchFamily="34" charset="-128"/>
              </a:rPr>
              <a:t>Another book:</a:t>
            </a:r>
          </a:p>
          <a:p>
            <a:pPr lvl="1"/>
            <a:r>
              <a:rPr lang="en-US" altLang="en-US" sz="2000" dirty="0">
                <a:ea typeface="ＭＳ Ｐゴシック" panose="020B0600070205080204" pitchFamily="34" charset="-128"/>
              </a:rPr>
              <a:t>A Distributed Pi-Calculus by Mathew Hennessey</a:t>
            </a:r>
          </a:p>
        </p:txBody>
      </p:sp>
      <p:sp>
        <p:nvSpPr>
          <p:cNvPr id="17411" name="Footer Placeholder 3">
            <a:extLst>
              <a:ext uri="{FF2B5EF4-FFF2-40B4-BE49-F238E27FC236}">
                <a16:creationId xmlns:a16="http://schemas.microsoft.com/office/drawing/2014/main" id="{46C35F92-74E7-D33E-19DF-35BAFA94D78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7412" name="Slide Number Placeholder 4">
            <a:extLst>
              <a:ext uri="{FF2B5EF4-FFF2-40B4-BE49-F238E27FC236}">
                <a16:creationId xmlns:a16="http://schemas.microsoft.com/office/drawing/2014/main" id="{B23B7495-BF78-16E6-2094-19D7888C26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D1C0F7F-781E-0C42-9DB3-B6A2758473FC}" type="slidenum">
              <a:rPr lang="en-US" altLang="en-US" sz="1200">
                <a:solidFill>
                  <a:srgbClr val="898989"/>
                </a:solidFill>
              </a:rPr>
              <a:pPr eaLnBrk="1" hangingPunct="1"/>
              <a:t>2</a:t>
            </a:fld>
            <a:endParaRPr lang="en-US" altLang="en-US"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91F8C610-FEE5-6FCB-8D06-0FCF4E28A251}"/>
              </a:ext>
            </a:extLst>
          </p:cNvPr>
          <p:cNvSpPr>
            <a:spLocks noGrp="1" noChangeArrowheads="1"/>
          </p:cNvSpPr>
          <p:nvPr>
            <p:ph type="title"/>
          </p:nvPr>
        </p:nvSpPr>
        <p:spPr/>
        <p:txBody>
          <a:bodyPr/>
          <a:lstStyle/>
          <a:p>
            <a:pPr eaLnBrk="1" hangingPunct="1"/>
            <a:r>
              <a:rPr lang="en-US" altLang="en-US" sz="3600">
                <a:solidFill>
                  <a:srgbClr val="0000FF"/>
                </a:solidFill>
                <a:ea typeface="ＭＳ Ｐゴシック" panose="020B0600070205080204" pitchFamily="34" charset="-128"/>
              </a:rPr>
              <a:t>Theoretical Foundations of Concurrency</a:t>
            </a:r>
          </a:p>
        </p:txBody>
      </p:sp>
      <p:sp>
        <p:nvSpPr>
          <p:cNvPr id="18434" name="Text Box 3">
            <a:extLst>
              <a:ext uri="{FF2B5EF4-FFF2-40B4-BE49-F238E27FC236}">
                <a16:creationId xmlns:a16="http://schemas.microsoft.com/office/drawing/2014/main" id="{053CDD16-811A-316B-987C-B17C5CB6EA93}"/>
              </a:ext>
            </a:extLst>
          </p:cNvPr>
          <p:cNvSpPr txBox="1">
            <a:spLocks noChangeArrowheads="1"/>
          </p:cNvSpPr>
          <p:nvPr/>
        </p:nvSpPr>
        <p:spPr bwMode="auto">
          <a:xfrm>
            <a:off x="457200" y="1192213"/>
            <a:ext cx="8372475"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sz="2400">
                <a:solidFill>
                  <a:schemeClr val="tx1"/>
                </a:solidFill>
                <a:latin typeface="Arial" panose="020B0604020202020204" pitchFamily="34" charset="0"/>
                <a:ea typeface="ＭＳ Ｐゴシック" panose="020B0600070205080204" pitchFamily="34" charset="-128"/>
              </a:defRPr>
            </a:lvl1pPr>
            <a:lvl2pPr marL="800100" indent="-3429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 typeface="Arial" panose="020B0604020202020204" pitchFamily="34" charset="0"/>
              <a:buChar char="•"/>
            </a:pPr>
            <a:r>
              <a:rPr lang="en-US" altLang="en-US" sz="2800">
                <a:latin typeface="Calibri" panose="020F0502020204030204" pitchFamily="34" charset="0"/>
              </a:rPr>
              <a:t>A formal study of concurrency enables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Understanding the essential nature of concurrency</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Reasoning about the behavior of concurrent systems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Developing tools to aid in producing correct systems</a:t>
            </a:r>
          </a:p>
          <a:p>
            <a:pPr eaLnBrk="1" hangingPunct="1">
              <a:spcBef>
                <a:spcPct val="20000"/>
              </a:spcBef>
              <a:buFont typeface="Arial" panose="020B0604020202020204" pitchFamily="34" charset="0"/>
              <a:buChar char="•"/>
            </a:pPr>
            <a:r>
              <a:rPr lang="en-US" altLang="en-US" sz="2800">
                <a:latin typeface="Calibri" panose="020F0502020204030204" pitchFamily="34" charset="0"/>
              </a:rPr>
              <a:t>We studied CSP, a calculus for communicating sequential processes</a:t>
            </a:r>
          </a:p>
          <a:p>
            <a:pPr eaLnBrk="1" hangingPunct="1">
              <a:spcBef>
                <a:spcPct val="20000"/>
              </a:spcBef>
              <a:buFont typeface="Arial" panose="020B0604020202020204" pitchFamily="34" charset="0"/>
              <a:buChar char="•"/>
            </a:pPr>
            <a:r>
              <a:rPr lang="en-US" altLang="en-US" sz="2800">
                <a:latin typeface="Calibri" panose="020F0502020204030204" pitchFamily="34" charset="0"/>
              </a:rPr>
              <a:t>But the processes were static – </a:t>
            </a:r>
          </a:p>
          <a:p>
            <a:pPr lvl="1" eaLnBrk="1" hangingPunct="1">
              <a:spcBef>
                <a:spcPct val="20000"/>
              </a:spcBef>
              <a:buFont typeface="Arial" panose="020B0604020202020204" pitchFamily="34" charset="0"/>
              <a:buChar char="•"/>
            </a:pPr>
            <a:r>
              <a:rPr lang="en-US" altLang="en-US" sz="2800">
                <a:latin typeface="Calibri" panose="020F0502020204030204" pitchFamily="34" charset="0"/>
              </a:rPr>
              <a:t>i.e. did not move from one location to another</a:t>
            </a:r>
          </a:p>
          <a:p>
            <a:pPr eaLnBrk="1" hangingPunct="1">
              <a:spcBef>
                <a:spcPct val="20000"/>
              </a:spcBef>
              <a:buFont typeface="Arial" panose="020B0604020202020204" pitchFamily="34" charset="0"/>
              <a:buChar char="•"/>
            </a:pPr>
            <a:r>
              <a:rPr lang="en-US" altLang="en-US" sz="2800">
                <a:latin typeface="Symbol" pitchFamily="2" charset="2"/>
              </a:rPr>
              <a:t>p</a:t>
            </a:r>
            <a:r>
              <a:rPr lang="en-US" altLang="en-US" sz="2800">
                <a:latin typeface="Calibri" panose="020F0502020204030204" pitchFamily="34" charset="0"/>
              </a:rPr>
              <a:t>-calculus of Robin Milner is a process calculi for mobile processes providing</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An algebra (operators, expressions, reaction rules)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An interpretation for concurrent/communicating/mobile processes</a:t>
            </a:r>
          </a:p>
        </p:txBody>
      </p:sp>
      <p:sp>
        <p:nvSpPr>
          <p:cNvPr id="18435" name="Footer Placeholder 1">
            <a:extLst>
              <a:ext uri="{FF2B5EF4-FFF2-40B4-BE49-F238E27FC236}">
                <a16:creationId xmlns:a16="http://schemas.microsoft.com/office/drawing/2014/main" id="{62AF56A8-3DFF-DDD7-F283-80667F1E5A4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8436" name="Slide Number Placeholder 2">
            <a:extLst>
              <a:ext uri="{FF2B5EF4-FFF2-40B4-BE49-F238E27FC236}">
                <a16:creationId xmlns:a16="http://schemas.microsoft.com/office/drawing/2014/main" id="{A95C4962-E366-958C-1D7E-955E27356F1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E6D477A-C3FB-7C4C-A2D8-F1C8D8EA5B7C}" type="slidenum">
              <a:rPr lang="en-US" altLang="en-US" sz="1200">
                <a:solidFill>
                  <a:srgbClr val="898989"/>
                </a:solidFill>
              </a:rPr>
              <a:pPr eaLnBrk="1" hangingPunct="1"/>
              <a:t>3</a:t>
            </a:fld>
            <a:endParaRPr lang="en-US" altLang="en-US"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75578C4A-CDA3-66F0-75C8-EFD66C36C530}"/>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ltLang="en-US" sz="3600">
                <a:solidFill>
                  <a:srgbClr val="0000FF"/>
                </a:solidFill>
                <a:ea typeface="+mj-ea"/>
                <a:cs typeface="+mj-cs"/>
              </a:rPr>
              <a:t>A Quick Overview of the Syntax</a:t>
            </a:r>
          </a:p>
        </p:txBody>
      </p:sp>
      <p:graphicFrame>
        <p:nvGraphicFramePr>
          <p:cNvPr id="19458" name="Object 2">
            <a:extLst>
              <a:ext uri="{FF2B5EF4-FFF2-40B4-BE49-F238E27FC236}">
                <a16:creationId xmlns:a16="http://schemas.microsoft.com/office/drawing/2014/main" id="{66E30958-406E-5B82-D7D8-BAD8BACE50CE}"/>
              </a:ext>
            </a:extLst>
          </p:cNvPr>
          <p:cNvGraphicFramePr>
            <a:graphicFrameLocks noGrp="1" noChangeAspect="1"/>
          </p:cNvGraphicFramePr>
          <p:nvPr>
            <p:ph type="tbl" idx="1"/>
          </p:nvPr>
        </p:nvGraphicFramePr>
        <p:xfrm>
          <a:off x="1069975" y="1524000"/>
          <a:ext cx="6999288" cy="4303713"/>
        </p:xfrm>
        <a:graphic>
          <a:graphicData uri="http://schemas.openxmlformats.org/presentationml/2006/ole">
            <mc:AlternateContent xmlns:mc="http://schemas.openxmlformats.org/markup-compatibility/2006">
              <mc:Choice xmlns:v="urn:schemas-microsoft-com:vml" Requires="v">
                <p:oleObj name="Document" r:id="rId2" imgW="44653200" imgH="27457400" progId="Word.Document.8">
                  <p:embed/>
                </p:oleObj>
              </mc:Choice>
              <mc:Fallback>
                <p:oleObj name="Document" r:id="rId2" imgW="44653200" imgH="27457400" progId="Word.Document.8">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975" y="1524000"/>
                        <a:ext cx="6999288"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59" name="Line 4">
            <a:extLst>
              <a:ext uri="{FF2B5EF4-FFF2-40B4-BE49-F238E27FC236}">
                <a16:creationId xmlns:a16="http://schemas.microsoft.com/office/drawing/2014/main" id="{310429E3-3957-0A10-940C-FAC462A7B16B}"/>
              </a:ext>
            </a:extLst>
          </p:cNvPr>
          <p:cNvSpPr>
            <a:spLocks noChangeShapeType="1"/>
          </p:cNvSpPr>
          <p:nvPr/>
        </p:nvSpPr>
        <p:spPr bwMode="auto">
          <a:xfrm>
            <a:off x="4752975" y="2895600"/>
            <a:ext cx="1333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0" name="Footer Placeholder 1">
            <a:extLst>
              <a:ext uri="{FF2B5EF4-FFF2-40B4-BE49-F238E27FC236}">
                <a16:creationId xmlns:a16="http://schemas.microsoft.com/office/drawing/2014/main" id="{D4DE5772-9AA1-B4FA-7548-17A18FA27C11}"/>
              </a:ext>
            </a:extLst>
          </p:cNvPr>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9461" name="Slide Number Placeholder 2">
            <a:extLst>
              <a:ext uri="{FF2B5EF4-FFF2-40B4-BE49-F238E27FC236}">
                <a16:creationId xmlns:a16="http://schemas.microsoft.com/office/drawing/2014/main" id="{45776E10-1936-3AC0-12BF-ECD2ADF1062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80096FA-BAB6-4B46-8586-955BE6370D29}" type="slidenum">
              <a:rPr lang="en-US" altLang="en-US" sz="1200">
                <a:solidFill>
                  <a:srgbClr val="898989"/>
                </a:solidFill>
              </a:rPr>
              <a:pPr eaLnBrk="1" hangingPunct="1"/>
              <a:t>4</a:t>
            </a:fld>
            <a:endParaRPr lang="en-US" altLang="en-US"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1B9CEBF-6EEB-B046-71C3-704DC387F82E}"/>
              </a:ext>
            </a:extLst>
          </p:cNvPr>
          <p:cNvSpPr>
            <a:spLocks noGrp="1" noChangeArrowheads="1"/>
          </p:cNvSpPr>
          <p:nvPr>
            <p:ph type="title"/>
          </p:nvPr>
        </p:nvSpPr>
        <p:spPr/>
        <p:txBody>
          <a:bodyPr/>
          <a:lstStyle/>
          <a:p>
            <a:pPr eaLnBrk="1" hangingPunct="1"/>
            <a:r>
              <a:rPr lang="en-US" altLang="en-US" sz="3600">
                <a:solidFill>
                  <a:srgbClr val="0000FF"/>
                </a:solidFill>
                <a:ea typeface="ＭＳ Ｐゴシック" panose="020B0600070205080204" pitchFamily="34" charset="-128"/>
              </a:rPr>
              <a:t>The Structure of a Process </a:t>
            </a:r>
          </a:p>
        </p:txBody>
      </p:sp>
      <p:sp>
        <p:nvSpPr>
          <p:cNvPr id="20482" name="Rectangle 3">
            <a:extLst>
              <a:ext uri="{FF2B5EF4-FFF2-40B4-BE49-F238E27FC236}">
                <a16:creationId xmlns:a16="http://schemas.microsoft.com/office/drawing/2014/main" id="{959EA47B-53A8-15F7-320D-A21F195C9E91}"/>
              </a:ext>
            </a:extLst>
          </p:cNvPr>
          <p:cNvSpPr>
            <a:spLocks noGrp="1" noChangeArrowheads="1"/>
          </p:cNvSpPr>
          <p:nvPr>
            <p:ph idx="1"/>
          </p:nvPr>
        </p:nvSpPr>
        <p:spPr>
          <a:xfrm>
            <a:off x="534988" y="1417638"/>
            <a:ext cx="8250237" cy="2581275"/>
          </a:xfrm>
        </p:spPr>
        <p:txBody>
          <a:bodyPr/>
          <a:lstStyle/>
          <a:p>
            <a:pPr marL="0" indent="0" eaLnBrk="1" hangingPunct="1">
              <a:lnSpc>
                <a:spcPct val="75000"/>
              </a:lnSpc>
              <a:buFont typeface="Wingdings" pitchFamily="2" charset="2"/>
              <a:buNone/>
            </a:pPr>
            <a:r>
              <a:rPr lang="en-US" altLang="en-US" sz="1800">
                <a:ea typeface="ＭＳ Ｐゴシック" panose="020B0600070205080204" pitchFamily="34" charset="-128"/>
              </a:rPr>
              <a:t>A process is  an autonomous entity possessing named ports through which it may communicate with other processes. The name of the process and its ports are defined as:</a:t>
            </a:r>
          </a:p>
          <a:p>
            <a:pPr marL="0" indent="0" algn="ctr" eaLnBrk="1" hangingPunct="1">
              <a:lnSpc>
                <a:spcPct val="75000"/>
              </a:lnSpc>
              <a:buFont typeface="Wingdings" pitchFamily="2" charset="2"/>
              <a:buNone/>
            </a:pPr>
            <a:r>
              <a:rPr lang="en-US" altLang="en-US" sz="2000" i="1">
                <a:solidFill>
                  <a:srgbClr val="FF6600"/>
                </a:solidFill>
                <a:ea typeface="ＭＳ Ｐゴシック" panose="020B0600070205080204" pitchFamily="34" charset="-128"/>
              </a:rPr>
              <a:t>ProcessName </a:t>
            </a:r>
            <a:r>
              <a:rPr lang="en-US" altLang="en-US" sz="2000">
                <a:solidFill>
                  <a:srgbClr val="FF6600"/>
                </a:solidFill>
                <a:ea typeface="ＭＳ Ｐゴシック" panose="020B0600070205080204" pitchFamily="34" charset="-128"/>
              </a:rPr>
              <a:t>(</a:t>
            </a:r>
            <a:r>
              <a:rPr lang="en-US" altLang="en-US" sz="2000" i="1">
                <a:solidFill>
                  <a:srgbClr val="FF6600"/>
                </a:solidFill>
                <a:ea typeface="ＭＳ Ｐゴシック" panose="020B0600070205080204" pitchFamily="34" charset="-128"/>
              </a:rPr>
              <a:t>port-list</a:t>
            </a:r>
            <a:r>
              <a:rPr lang="en-US" altLang="en-US" sz="2000">
                <a:solidFill>
                  <a:srgbClr val="FF6600"/>
                </a:solidFill>
                <a:ea typeface="ＭＳ Ｐゴシック" panose="020B0600070205080204" pitchFamily="34" charset="-128"/>
              </a:rPr>
              <a:t>) = </a:t>
            </a:r>
            <a:r>
              <a:rPr lang="en-US" altLang="en-US" sz="2000" i="1">
                <a:solidFill>
                  <a:srgbClr val="FF6600"/>
                </a:solidFill>
                <a:ea typeface="ＭＳ Ｐゴシック" panose="020B0600070205080204" pitchFamily="34" charset="-128"/>
              </a:rPr>
              <a:t> behavior of the process </a:t>
            </a:r>
            <a:endParaRPr lang="en-US" altLang="en-US" sz="2000">
              <a:solidFill>
                <a:srgbClr val="FF6600"/>
              </a:solidFill>
              <a:ea typeface="ＭＳ Ｐゴシック" panose="020B0600070205080204" pitchFamily="34" charset="-128"/>
            </a:endParaRPr>
          </a:p>
          <a:p>
            <a:pPr marL="0" indent="0" eaLnBrk="1" hangingPunct="1">
              <a:lnSpc>
                <a:spcPct val="75000"/>
              </a:lnSpc>
              <a:buFont typeface="Wingdings" pitchFamily="2" charset="2"/>
              <a:buNone/>
            </a:pPr>
            <a:endParaRPr lang="en-US" altLang="en-US" sz="1700">
              <a:ea typeface="ＭＳ Ｐゴシック" panose="020B0600070205080204" pitchFamily="34" charset="-128"/>
            </a:endParaRPr>
          </a:p>
          <a:p>
            <a:pPr marL="0" indent="0" eaLnBrk="1" hangingPunct="1">
              <a:lnSpc>
                <a:spcPct val="75000"/>
              </a:lnSpc>
              <a:buFont typeface="Wingdings" pitchFamily="2" charset="2"/>
              <a:buNone/>
            </a:pPr>
            <a:r>
              <a:rPr lang="en-US" altLang="en-US" sz="1800">
                <a:ea typeface="ＭＳ Ｐゴシック" panose="020B0600070205080204" pitchFamily="34" charset="-128"/>
              </a:rPr>
              <a:t>In the description of the process’ behavior, port names with </a:t>
            </a:r>
            <a:r>
              <a:rPr lang="en-US" altLang="en-US" sz="1800">
                <a:solidFill>
                  <a:srgbClr val="FF0000"/>
                </a:solidFill>
                <a:ea typeface="ＭＳ Ｐゴシック" panose="020B0600070205080204" pitchFamily="34" charset="-128"/>
              </a:rPr>
              <a:t>overbars are </a:t>
            </a:r>
            <a:r>
              <a:rPr lang="en-US" altLang="en-US" sz="1800">
                <a:ea typeface="ＭＳ Ｐゴシック" panose="020B0600070205080204" pitchFamily="34" charset="-128"/>
              </a:rPr>
              <a:t>interpreted as </a:t>
            </a:r>
            <a:r>
              <a:rPr lang="en-US" altLang="en-US" sz="1800">
                <a:solidFill>
                  <a:srgbClr val="FF0000"/>
                </a:solidFill>
                <a:ea typeface="ＭＳ Ｐゴシック" panose="020B0600070205080204" pitchFamily="34" charset="-128"/>
              </a:rPr>
              <a:t>“output” ports </a:t>
            </a:r>
            <a:r>
              <a:rPr lang="en-US" altLang="en-US" sz="1800">
                <a:ea typeface="ＭＳ Ｐゴシック" panose="020B0600070205080204" pitchFamily="34" charset="-128"/>
              </a:rPr>
              <a:t>while </a:t>
            </a:r>
            <a:r>
              <a:rPr lang="en-US" altLang="en-US" sz="1800">
                <a:solidFill>
                  <a:srgbClr val="0000FF"/>
                </a:solidFill>
                <a:ea typeface="ＭＳ Ｐゴシック" panose="020B0600070205080204" pitchFamily="34" charset="-128"/>
              </a:rPr>
              <a:t>names without overbars are </a:t>
            </a:r>
            <a:r>
              <a:rPr lang="en-US" altLang="en-US" sz="1800">
                <a:ea typeface="ＭＳ Ｐゴシック" panose="020B0600070205080204" pitchFamily="34" charset="-128"/>
              </a:rPr>
              <a:t>often interpreted as </a:t>
            </a:r>
            <a:r>
              <a:rPr lang="en-US" altLang="en-US" sz="1800">
                <a:solidFill>
                  <a:srgbClr val="00B050"/>
                </a:solidFill>
                <a:ea typeface="ＭＳ Ｐゴシック" panose="020B0600070205080204" pitchFamily="34" charset="-128"/>
              </a:rPr>
              <a:t>“input’” ports. </a:t>
            </a:r>
          </a:p>
          <a:p>
            <a:pPr marL="0" indent="0" eaLnBrk="1" hangingPunct="1">
              <a:lnSpc>
                <a:spcPct val="75000"/>
              </a:lnSpc>
              <a:spcBef>
                <a:spcPct val="60000"/>
              </a:spcBef>
              <a:buFont typeface="Wingdings" pitchFamily="2" charset="2"/>
              <a:buNone/>
            </a:pPr>
            <a:r>
              <a:rPr lang="en-US" altLang="en-US" sz="1800">
                <a:ea typeface="ＭＳ Ｐゴシック" panose="020B0600070205080204" pitchFamily="34" charset="-128"/>
              </a:rPr>
              <a:t>The process below models a simple client that has one output port, “request” and one input port, “reply”.</a:t>
            </a:r>
          </a:p>
          <a:p>
            <a:pPr marL="0" indent="0" eaLnBrk="1" hangingPunct="1">
              <a:lnSpc>
                <a:spcPct val="75000"/>
              </a:lnSpc>
              <a:buFont typeface="Wingdings" pitchFamily="2" charset="2"/>
              <a:buNone/>
            </a:pPr>
            <a:endParaRPr lang="en-US" altLang="en-US" sz="1700">
              <a:ea typeface="ＭＳ Ｐゴシック" panose="020B0600070205080204" pitchFamily="34" charset="-128"/>
            </a:endParaRPr>
          </a:p>
        </p:txBody>
      </p:sp>
      <p:sp>
        <p:nvSpPr>
          <p:cNvPr id="20483" name="Text Box 4">
            <a:extLst>
              <a:ext uri="{FF2B5EF4-FFF2-40B4-BE49-F238E27FC236}">
                <a16:creationId xmlns:a16="http://schemas.microsoft.com/office/drawing/2014/main" id="{81B1B522-3850-6C67-17B7-219D69932107}"/>
              </a:ext>
            </a:extLst>
          </p:cNvPr>
          <p:cNvSpPr txBox="1">
            <a:spLocks noChangeArrowheads="1"/>
          </p:cNvSpPr>
          <p:nvPr/>
        </p:nvSpPr>
        <p:spPr bwMode="auto">
          <a:xfrm>
            <a:off x="433388" y="5715000"/>
            <a:ext cx="8169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1800">
                <a:latin typeface="Calibri" panose="020F0502020204030204" pitchFamily="34" charset="0"/>
              </a:rPr>
              <a:t>The special behavior “0” (zero) represents a terminated process (e.g., a process that takes no action), i.e. the NULL process in CSP</a:t>
            </a:r>
          </a:p>
        </p:txBody>
      </p:sp>
      <p:grpSp>
        <p:nvGrpSpPr>
          <p:cNvPr id="20484" name="Group 5">
            <a:extLst>
              <a:ext uri="{FF2B5EF4-FFF2-40B4-BE49-F238E27FC236}">
                <a16:creationId xmlns:a16="http://schemas.microsoft.com/office/drawing/2014/main" id="{3BDF8220-0E9C-1CE0-6F33-262140924F48}"/>
              </a:ext>
            </a:extLst>
          </p:cNvPr>
          <p:cNvGrpSpPr>
            <a:grpSpLocks/>
          </p:cNvGrpSpPr>
          <p:nvPr/>
        </p:nvGrpSpPr>
        <p:grpSpPr bwMode="auto">
          <a:xfrm>
            <a:off x="433388" y="4038600"/>
            <a:ext cx="3278187" cy="1558925"/>
            <a:chOff x="265" y="2493"/>
            <a:chExt cx="2065" cy="982"/>
          </a:xfrm>
        </p:grpSpPr>
        <p:sp>
          <p:nvSpPr>
            <p:cNvPr id="20492" name="Rectangle 6">
              <a:extLst>
                <a:ext uri="{FF2B5EF4-FFF2-40B4-BE49-F238E27FC236}">
                  <a16:creationId xmlns:a16="http://schemas.microsoft.com/office/drawing/2014/main" id="{51F5D809-8301-E885-663E-1AE2CDFF57A4}"/>
                </a:ext>
              </a:extLst>
            </p:cNvPr>
            <p:cNvSpPr>
              <a:spLocks noChangeArrowheads="1"/>
            </p:cNvSpPr>
            <p:nvPr/>
          </p:nvSpPr>
          <p:spPr bwMode="auto">
            <a:xfrm>
              <a:off x="265" y="2493"/>
              <a:ext cx="2065" cy="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sp>
          <p:nvSpPr>
            <p:cNvPr id="20493" name="Oval 7">
              <a:extLst>
                <a:ext uri="{FF2B5EF4-FFF2-40B4-BE49-F238E27FC236}">
                  <a16:creationId xmlns:a16="http://schemas.microsoft.com/office/drawing/2014/main" id="{0F514E07-557F-FFB7-1911-BE5FCF0AF053}"/>
                </a:ext>
              </a:extLst>
            </p:cNvPr>
            <p:cNvSpPr>
              <a:spLocks noChangeArrowheads="1"/>
            </p:cNvSpPr>
            <p:nvPr/>
          </p:nvSpPr>
          <p:spPr bwMode="auto">
            <a:xfrm>
              <a:off x="447" y="2650"/>
              <a:ext cx="708" cy="59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sp>
          <p:nvSpPr>
            <p:cNvPr id="20494" name="Line 8">
              <a:extLst>
                <a:ext uri="{FF2B5EF4-FFF2-40B4-BE49-F238E27FC236}">
                  <a16:creationId xmlns:a16="http://schemas.microsoft.com/office/drawing/2014/main" id="{65AD074B-A19B-ECED-CC58-4301D79CB579}"/>
                </a:ext>
              </a:extLst>
            </p:cNvPr>
            <p:cNvSpPr>
              <a:spLocks noChangeShapeType="1"/>
            </p:cNvSpPr>
            <p:nvPr/>
          </p:nvSpPr>
          <p:spPr bwMode="auto">
            <a:xfrm flipH="1">
              <a:off x="1125" y="2802"/>
              <a:ext cx="100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sp>
          <p:nvSpPr>
            <p:cNvPr id="20495" name="Text Box 9">
              <a:extLst>
                <a:ext uri="{FF2B5EF4-FFF2-40B4-BE49-F238E27FC236}">
                  <a16:creationId xmlns:a16="http://schemas.microsoft.com/office/drawing/2014/main" id="{FAB01172-F5B1-41D4-8040-C90B824E8B67}"/>
                </a:ext>
              </a:extLst>
            </p:cNvPr>
            <p:cNvSpPr txBox="1">
              <a:spLocks noChangeArrowheads="1"/>
            </p:cNvSpPr>
            <p:nvPr/>
          </p:nvSpPr>
          <p:spPr bwMode="auto">
            <a:xfrm>
              <a:off x="1290" y="2878"/>
              <a:ext cx="43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solidFill>
                    <a:srgbClr val="00B050"/>
                  </a:solidFill>
                  <a:latin typeface="Times New Roman" panose="02020603050405020304" pitchFamily="18" charset="0"/>
                </a:rPr>
                <a:t>reply</a:t>
              </a:r>
              <a:endParaRPr lang="en-US" altLang="en-US" sz="2800" b="1">
                <a:solidFill>
                  <a:srgbClr val="00B050"/>
                </a:solidFill>
                <a:latin typeface="Times New Roman" panose="02020603050405020304" pitchFamily="18" charset="0"/>
              </a:endParaRPr>
            </a:p>
          </p:txBody>
        </p:sp>
        <p:sp>
          <p:nvSpPr>
            <p:cNvPr id="20496" name="Line 10">
              <a:extLst>
                <a:ext uri="{FF2B5EF4-FFF2-40B4-BE49-F238E27FC236}">
                  <a16:creationId xmlns:a16="http://schemas.microsoft.com/office/drawing/2014/main" id="{51BF3AB6-7403-EA50-082A-BEA206FFF4CD}"/>
                </a:ext>
              </a:extLst>
            </p:cNvPr>
            <p:cNvSpPr>
              <a:spLocks noChangeShapeType="1"/>
            </p:cNvSpPr>
            <p:nvPr/>
          </p:nvSpPr>
          <p:spPr bwMode="auto">
            <a:xfrm flipH="1">
              <a:off x="1074" y="3131"/>
              <a:ext cx="100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20497" name="Group 11">
              <a:extLst>
                <a:ext uri="{FF2B5EF4-FFF2-40B4-BE49-F238E27FC236}">
                  <a16:creationId xmlns:a16="http://schemas.microsoft.com/office/drawing/2014/main" id="{112F9519-4076-A0DA-891C-4BDED4F76E70}"/>
                </a:ext>
              </a:extLst>
            </p:cNvPr>
            <p:cNvGrpSpPr>
              <a:grpSpLocks/>
            </p:cNvGrpSpPr>
            <p:nvPr/>
          </p:nvGrpSpPr>
          <p:grpSpPr bwMode="auto">
            <a:xfrm>
              <a:off x="1231" y="2578"/>
              <a:ext cx="572" cy="231"/>
              <a:chOff x="2151" y="2019"/>
              <a:chExt cx="572" cy="231"/>
            </a:xfrm>
          </p:grpSpPr>
          <p:sp>
            <p:nvSpPr>
              <p:cNvPr id="20499" name="Text Box 12">
                <a:extLst>
                  <a:ext uri="{FF2B5EF4-FFF2-40B4-BE49-F238E27FC236}">
                    <a16:creationId xmlns:a16="http://schemas.microsoft.com/office/drawing/2014/main" id="{01547186-5F01-5EEE-1C5E-A8155B2F3214}"/>
                  </a:ext>
                </a:extLst>
              </p:cNvPr>
              <p:cNvSpPr txBox="1">
                <a:spLocks noChangeArrowheads="1"/>
              </p:cNvSpPr>
              <p:nvPr/>
            </p:nvSpPr>
            <p:spPr bwMode="auto">
              <a:xfrm>
                <a:off x="2151" y="2019"/>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solidFill>
                      <a:srgbClr val="FF0000"/>
                    </a:solidFill>
                    <a:latin typeface="Times New Roman" panose="02020603050405020304" pitchFamily="18" charset="0"/>
                  </a:rPr>
                  <a:t>request</a:t>
                </a:r>
              </a:p>
            </p:txBody>
          </p:sp>
          <p:sp>
            <p:nvSpPr>
              <p:cNvPr id="20500" name="Line 13">
                <a:extLst>
                  <a:ext uri="{FF2B5EF4-FFF2-40B4-BE49-F238E27FC236}">
                    <a16:creationId xmlns:a16="http://schemas.microsoft.com/office/drawing/2014/main" id="{0BA31F91-1CF9-8111-3F04-47C0297739FE}"/>
                  </a:ext>
                </a:extLst>
              </p:cNvPr>
              <p:cNvSpPr>
                <a:spLocks noChangeShapeType="1"/>
              </p:cNvSpPr>
              <p:nvPr/>
            </p:nvSpPr>
            <p:spPr bwMode="auto">
              <a:xfrm>
                <a:off x="2205" y="2081"/>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Rectangle 14">
              <a:extLst>
                <a:ext uri="{FF2B5EF4-FFF2-40B4-BE49-F238E27FC236}">
                  <a16:creationId xmlns:a16="http://schemas.microsoft.com/office/drawing/2014/main" id="{B3520280-CBC4-1805-E367-77FCEB0280BC}"/>
                </a:ext>
              </a:extLst>
            </p:cNvPr>
            <p:cNvSpPr>
              <a:spLocks noChangeArrowheads="1"/>
            </p:cNvSpPr>
            <p:nvPr/>
          </p:nvSpPr>
          <p:spPr bwMode="auto">
            <a:xfrm>
              <a:off x="1397" y="3242"/>
              <a:ext cx="822"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gn="ctr">
                <a:spcBef>
                  <a:spcPct val="20000"/>
                </a:spcBef>
                <a:defRPr/>
              </a:pPr>
              <a:r>
                <a:rPr lang="en-US" altLang="en-US" sz="1400" b="1" dirty="0">
                  <a:latin typeface="+mj-lt"/>
                </a:rPr>
                <a:t>graphical</a:t>
              </a:r>
            </a:p>
          </p:txBody>
        </p:sp>
      </p:grpSp>
      <p:grpSp>
        <p:nvGrpSpPr>
          <p:cNvPr id="20485" name="Group 15">
            <a:extLst>
              <a:ext uri="{FF2B5EF4-FFF2-40B4-BE49-F238E27FC236}">
                <a16:creationId xmlns:a16="http://schemas.microsoft.com/office/drawing/2014/main" id="{0E740226-5FE7-7545-9F06-1DBC759385BA}"/>
              </a:ext>
            </a:extLst>
          </p:cNvPr>
          <p:cNvGrpSpPr>
            <a:grpSpLocks/>
          </p:cNvGrpSpPr>
          <p:nvPr/>
        </p:nvGrpSpPr>
        <p:grpSpPr bwMode="auto">
          <a:xfrm>
            <a:off x="4171950" y="3998913"/>
            <a:ext cx="4613275" cy="1558925"/>
            <a:chOff x="2612" y="2408"/>
            <a:chExt cx="2906" cy="982"/>
          </a:xfrm>
        </p:grpSpPr>
        <p:sp>
          <p:nvSpPr>
            <p:cNvPr id="20488" name="Rectangle 16">
              <a:extLst>
                <a:ext uri="{FF2B5EF4-FFF2-40B4-BE49-F238E27FC236}">
                  <a16:creationId xmlns:a16="http://schemas.microsoft.com/office/drawing/2014/main" id="{AE44C792-6E0F-91A7-A9F6-B3A73B43DF5C}"/>
                </a:ext>
              </a:extLst>
            </p:cNvPr>
            <p:cNvSpPr>
              <a:spLocks noChangeArrowheads="1"/>
            </p:cNvSpPr>
            <p:nvPr/>
          </p:nvSpPr>
          <p:spPr bwMode="auto">
            <a:xfrm>
              <a:off x="2612" y="2408"/>
              <a:ext cx="2906" cy="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0489" name="Text Box 17">
              <a:extLst>
                <a:ext uri="{FF2B5EF4-FFF2-40B4-BE49-F238E27FC236}">
                  <a16:creationId xmlns:a16="http://schemas.microsoft.com/office/drawing/2014/main" id="{7C5B9370-7380-02AB-6C43-57A8150E93D1}"/>
                </a:ext>
              </a:extLst>
            </p:cNvPr>
            <p:cNvSpPr txBox="1">
              <a:spLocks noChangeArrowheads="1"/>
            </p:cNvSpPr>
            <p:nvPr/>
          </p:nvSpPr>
          <p:spPr bwMode="auto">
            <a:xfrm>
              <a:off x="2734" y="2831"/>
              <a:ext cx="26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solidFill>
                    <a:srgbClr val="FF6600"/>
                  </a:solidFill>
                  <a:latin typeface="Times New Roman" panose="02020603050405020304" pitchFamily="18" charset="0"/>
                </a:rPr>
                <a:t>Client(request,reply) = ….request…reply...</a:t>
              </a:r>
              <a:endParaRPr lang="en-US" altLang="en-US" sz="2800">
                <a:solidFill>
                  <a:srgbClr val="FF6600"/>
                </a:solidFill>
                <a:latin typeface="Times New Roman" panose="02020603050405020304" pitchFamily="18" charset="0"/>
              </a:endParaRPr>
            </a:p>
          </p:txBody>
        </p:sp>
        <p:sp>
          <p:nvSpPr>
            <p:cNvPr id="3" name="Rectangle 18">
              <a:extLst>
                <a:ext uri="{FF2B5EF4-FFF2-40B4-BE49-F238E27FC236}">
                  <a16:creationId xmlns:a16="http://schemas.microsoft.com/office/drawing/2014/main" id="{2429B257-3C3A-71E9-21C5-F20A9AE11C29}"/>
                </a:ext>
              </a:extLst>
            </p:cNvPr>
            <p:cNvSpPr>
              <a:spLocks noChangeArrowheads="1"/>
            </p:cNvSpPr>
            <p:nvPr/>
          </p:nvSpPr>
          <p:spPr bwMode="auto">
            <a:xfrm>
              <a:off x="2669" y="3155"/>
              <a:ext cx="558"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gn="ctr">
                <a:spcBef>
                  <a:spcPct val="20000"/>
                </a:spcBef>
                <a:defRPr/>
              </a:pPr>
              <a:r>
                <a:rPr lang="en-US" altLang="en-US" sz="1400" b="1" dirty="0">
                  <a:latin typeface="+mj-lt"/>
                </a:rPr>
                <a:t>algebraic</a:t>
              </a:r>
            </a:p>
          </p:txBody>
        </p:sp>
        <p:sp>
          <p:nvSpPr>
            <p:cNvPr id="20491" name="Line 19">
              <a:extLst>
                <a:ext uri="{FF2B5EF4-FFF2-40B4-BE49-F238E27FC236}">
                  <a16:creationId xmlns:a16="http://schemas.microsoft.com/office/drawing/2014/main" id="{DB448815-444A-15A7-FC07-BB7082A9FD37}"/>
                </a:ext>
              </a:extLst>
            </p:cNvPr>
            <p:cNvSpPr>
              <a:spLocks noChangeShapeType="1"/>
            </p:cNvSpPr>
            <p:nvPr/>
          </p:nvSpPr>
          <p:spPr bwMode="auto">
            <a:xfrm>
              <a:off x="4340" y="2883"/>
              <a:ext cx="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486" name="Footer Placeholder 1">
            <a:extLst>
              <a:ext uri="{FF2B5EF4-FFF2-40B4-BE49-F238E27FC236}">
                <a16:creationId xmlns:a16="http://schemas.microsoft.com/office/drawing/2014/main" id="{55E98207-3E50-3648-FA61-A78790B9C23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0487" name="Slide Number Placeholder 2">
            <a:extLst>
              <a:ext uri="{FF2B5EF4-FFF2-40B4-BE49-F238E27FC236}">
                <a16:creationId xmlns:a16="http://schemas.microsoft.com/office/drawing/2014/main" id="{5A225217-D477-5235-D6E7-FDFE0E537A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065408F-BD85-D74C-910A-191012B7C038}" type="slidenum">
              <a:rPr lang="en-US" altLang="en-US" sz="1200">
                <a:solidFill>
                  <a:srgbClr val="898989"/>
                </a:solidFill>
              </a:rPr>
              <a:pPr eaLnBrk="1" hangingPunct="1"/>
              <a:t>5</a:t>
            </a:fld>
            <a:endParaRPr lang="en-US" altLang="en-US" sz="120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EC00E6FB-0BFB-F593-584F-297520318465}"/>
              </a:ext>
            </a:extLst>
          </p:cNvPr>
          <p:cNvSpPr>
            <a:spLocks noGrp="1" noChangeArrowheads="1"/>
          </p:cNvSpPr>
          <p:nvPr>
            <p:ph type="title"/>
          </p:nvPr>
        </p:nvSpPr>
        <p:spPr>
          <a:xfrm>
            <a:off x="623888" y="369888"/>
            <a:ext cx="7772400" cy="457200"/>
          </a:xfrm>
        </p:spPr>
        <p:txBody>
          <a:bodyPr rtlCol="0">
            <a:normAutofit fontScale="90000"/>
          </a:bodyPr>
          <a:lstStyle/>
          <a:p>
            <a:pPr eaLnBrk="1" fontAlgn="auto" hangingPunct="1">
              <a:spcAft>
                <a:spcPts val="0"/>
              </a:spcAft>
              <a:defRPr/>
            </a:pPr>
            <a:r>
              <a:rPr lang="en-US" altLang="en-US" sz="3200" dirty="0">
                <a:solidFill>
                  <a:srgbClr val="2402EE"/>
                </a:solidFill>
                <a:ea typeface="+mj-ea"/>
                <a:cs typeface="+mj-cs"/>
              </a:rPr>
              <a:t>A Sequential Process in</a:t>
            </a:r>
            <a:r>
              <a:rPr lang="en-US" altLang="en-US" sz="3600" dirty="0">
                <a:solidFill>
                  <a:srgbClr val="2402EE"/>
                </a:solidFill>
                <a:ea typeface="+mj-ea"/>
                <a:cs typeface="+mj-cs"/>
              </a:rPr>
              <a:t> </a:t>
            </a:r>
            <a:r>
              <a:rPr lang="en-US" altLang="en-US" sz="3600" dirty="0">
                <a:solidFill>
                  <a:srgbClr val="2402EE"/>
                </a:solidFill>
                <a:latin typeface="Symbol" charset="2"/>
                <a:ea typeface="+mj-ea"/>
                <a:cs typeface="+mj-cs"/>
              </a:rPr>
              <a:t>p</a:t>
            </a:r>
            <a:r>
              <a:rPr lang="en-US" altLang="en-US" sz="3600" dirty="0">
                <a:solidFill>
                  <a:srgbClr val="2402EE"/>
                </a:solidFill>
                <a:ea typeface="+mj-ea"/>
                <a:cs typeface="+mj-cs"/>
              </a:rPr>
              <a:t>-calculus  </a:t>
            </a:r>
          </a:p>
        </p:txBody>
      </p:sp>
      <p:sp>
        <p:nvSpPr>
          <p:cNvPr id="21506" name="Text Box 3">
            <a:extLst>
              <a:ext uri="{FF2B5EF4-FFF2-40B4-BE49-F238E27FC236}">
                <a16:creationId xmlns:a16="http://schemas.microsoft.com/office/drawing/2014/main" id="{0C31866C-7849-CCA8-81B7-DE05838D1F37}"/>
              </a:ext>
            </a:extLst>
          </p:cNvPr>
          <p:cNvSpPr txBox="1">
            <a:spLocks noChangeArrowheads="1"/>
          </p:cNvSpPr>
          <p:nvPr/>
        </p:nvSpPr>
        <p:spPr bwMode="auto">
          <a:xfrm>
            <a:off x="358775" y="1425575"/>
            <a:ext cx="8599488"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000">
                <a:latin typeface="Calibri" panose="020F0502020204030204" pitchFamily="34" charset="0"/>
              </a:rPr>
              <a:t>The </a:t>
            </a:r>
            <a:r>
              <a:rPr lang="en-US" altLang="en-US" sz="2000" i="1">
                <a:solidFill>
                  <a:srgbClr val="FF0000"/>
                </a:solidFill>
                <a:latin typeface="Calibri" panose="020F0502020204030204" pitchFamily="34" charset="0"/>
              </a:rPr>
              <a:t>behavior</a:t>
            </a:r>
            <a:r>
              <a:rPr lang="en-US" altLang="en-US" sz="2000">
                <a:solidFill>
                  <a:srgbClr val="FF0000"/>
                </a:solidFill>
                <a:latin typeface="Calibri" panose="020F0502020204030204" pitchFamily="34" charset="0"/>
              </a:rPr>
              <a:t> </a:t>
            </a:r>
            <a:r>
              <a:rPr lang="en-US" altLang="en-US" sz="2000">
                <a:latin typeface="Calibri" panose="020F0502020204030204" pitchFamily="34" charset="0"/>
              </a:rPr>
              <a:t>of a process is expressed by algebraic equations. Suppose that we want to describe a process that behaves like a “client.” This behavior can be expressed as:</a:t>
            </a:r>
          </a:p>
        </p:txBody>
      </p:sp>
      <p:sp>
        <p:nvSpPr>
          <p:cNvPr id="21507" name="Text Box 4">
            <a:extLst>
              <a:ext uri="{FF2B5EF4-FFF2-40B4-BE49-F238E27FC236}">
                <a16:creationId xmlns:a16="http://schemas.microsoft.com/office/drawing/2014/main" id="{B66234B9-ED71-1FD7-68FB-1BB9F5F9700A}"/>
              </a:ext>
            </a:extLst>
          </p:cNvPr>
          <p:cNvSpPr txBox="1">
            <a:spLocks noChangeArrowheads="1"/>
          </p:cNvSpPr>
          <p:nvPr/>
        </p:nvSpPr>
        <p:spPr bwMode="auto">
          <a:xfrm>
            <a:off x="234950" y="3848100"/>
            <a:ext cx="8599488"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endParaRPr lang="en-US" altLang="en-US" sz="1800">
              <a:latin typeface="Times New Roman" panose="02020603050405020304" pitchFamily="18" charset="0"/>
            </a:endParaRPr>
          </a:p>
          <a:p>
            <a:pPr eaLnBrk="1" hangingPunct="1">
              <a:lnSpc>
                <a:spcPct val="85000"/>
              </a:lnSpc>
            </a:pPr>
            <a:r>
              <a:rPr lang="en-US" altLang="en-US">
                <a:latin typeface="Calibri" panose="020F0502020204030204" pitchFamily="34" charset="0"/>
              </a:rPr>
              <a:t>The dot (“.”) is a prefix operation expressing sequential behavior. </a:t>
            </a:r>
          </a:p>
          <a:p>
            <a:pPr eaLnBrk="1" hangingPunct="1">
              <a:lnSpc>
                <a:spcPct val="85000"/>
              </a:lnSpc>
              <a:spcBef>
                <a:spcPct val="60000"/>
              </a:spcBef>
            </a:pPr>
            <a:r>
              <a:rPr lang="en-US" altLang="en-US">
                <a:latin typeface="Calibri" panose="020F0502020204030204" pitchFamily="34" charset="0"/>
              </a:rPr>
              <a:t>The above equation is read as follows: </a:t>
            </a:r>
          </a:p>
          <a:p>
            <a:pPr eaLnBrk="1" hangingPunct="1">
              <a:lnSpc>
                <a:spcPct val="85000"/>
              </a:lnSpc>
              <a:spcBef>
                <a:spcPct val="60000"/>
              </a:spcBef>
            </a:pPr>
            <a:r>
              <a:rPr lang="en-US" altLang="en-US">
                <a:latin typeface="Calibri" panose="020F0502020204030204" pitchFamily="34" charset="0"/>
              </a:rPr>
              <a:t>The Client process issues an “opens” message followed by two request-reply exchanges. It then “closes” the session and terminates. </a:t>
            </a:r>
          </a:p>
        </p:txBody>
      </p:sp>
      <p:grpSp>
        <p:nvGrpSpPr>
          <p:cNvPr id="21508" name="Group 5">
            <a:extLst>
              <a:ext uri="{FF2B5EF4-FFF2-40B4-BE49-F238E27FC236}">
                <a16:creationId xmlns:a16="http://schemas.microsoft.com/office/drawing/2014/main" id="{940C47F7-4311-DCEB-0886-76AD7A7E4B3A}"/>
              </a:ext>
            </a:extLst>
          </p:cNvPr>
          <p:cNvGrpSpPr>
            <a:grpSpLocks/>
          </p:cNvGrpSpPr>
          <p:nvPr/>
        </p:nvGrpSpPr>
        <p:grpSpPr bwMode="auto">
          <a:xfrm>
            <a:off x="358775" y="2693988"/>
            <a:ext cx="8059738" cy="974725"/>
            <a:chOff x="393" y="1539"/>
            <a:chExt cx="5077" cy="614"/>
          </a:xfrm>
        </p:grpSpPr>
        <p:sp>
          <p:nvSpPr>
            <p:cNvPr id="21511" name="Text Box 6">
              <a:extLst>
                <a:ext uri="{FF2B5EF4-FFF2-40B4-BE49-F238E27FC236}">
                  <a16:creationId xmlns:a16="http://schemas.microsoft.com/office/drawing/2014/main" id="{344D13BB-F2FC-5656-0E97-A45E074B2AB1}"/>
                </a:ext>
              </a:extLst>
            </p:cNvPr>
            <p:cNvSpPr txBox="1">
              <a:spLocks noChangeArrowheads="1"/>
            </p:cNvSpPr>
            <p:nvPr/>
          </p:nvSpPr>
          <p:spPr bwMode="auto">
            <a:xfrm>
              <a:off x="393" y="1539"/>
              <a:ext cx="5077" cy="61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endParaRPr lang="en-US" altLang="en-US" sz="2000">
                <a:latin typeface="Times New Roman" panose="02020603050405020304" pitchFamily="18" charset="0"/>
              </a:endParaRPr>
            </a:p>
            <a:p>
              <a:pPr eaLnBrk="1" hangingPunct="1">
                <a:spcBef>
                  <a:spcPct val="20000"/>
                </a:spcBef>
              </a:pPr>
              <a:r>
                <a:rPr lang="en-US" altLang="en-US" sz="1800">
                  <a:solidFill>
                    <a:srgbClr val="FF6600"/>
                  </a:solidFill>
                  <a:latin typeface="Times New Roman" panose="02020603050405020304" pitchFamily="18" charset="0"/>
                </a:rPr>
                <a:t>Client(open, close, request, reply) =  open.request</a:t>
              </a:r>
              <a:r>
                <a:rPr lang="en-US" altLang="en-US" sz="1800" baseline="-25000">
                  <a:solidFill>
                    <a:srgbClr val="FF6600"/>
                  </a:solidFill>
                  <a:latin typeface="Times New Roman" panose="02020603050405020304" pitchFamily="18" charset="0"/>
                </a:rPr>
                <a:t>1</a:t>
              </a:r>
              <a:r>
                <a:rPr lang="en-US" altLang="en-US" sz="1800">
                  <a:solidFill>
                    <a:srgbClr val="FF6600"/>
                  </a:solidFill>
                  <a:latin typeface="Times New Roman" panose="02020603050405020304" pitchFamily="18" charset="0"/>
                </a:rPr>
                <a:t>.reply</a:t>
              </a:r>
              <a:r>
                <a:rPr lang="en-US" altLang="en-US" sz="1800" baseline="-25000">
                  <a:solidFill>
                    <a:srgbClr val="FF6600"/>
                  </a:solidFill>
                  <a:latin typeface="Times New Roman" panose="02020603050405020304" pitchFamily="18" charset="0"/>
                </a:rPr>
                <a:t>1</a:t>
              </a:r>
              <a:r>
                <a:rPr lang="en-US" altLang="en-US" sz="1800">
                  <a:solidFill>
                    <a:srgbClr val="FF6600"/>
                  </a:solidFill>
                  <a:latin typeface="Times New Roman" panose="02020603050405020304" pitchFamily="18" charset="0"/>
                </a:rPr>
                <a:t>. request</a:t>
              </a:r>
              <a:r>
                <a:rPr lang="en-US" altLang="en-US" sz="1800" baseline="-25000">
                  <a:solidFill>
                    <a:srgbClr val="FF6600"/>
                  </a:solidFill>
                  <a:latin typeface="Times New Roman" panose="02020603050405020304" pitchFamily="18" charset="0"/>
                </a:rPr>
                <a:t>2</a:t>
              </a:r>
              <a:r>
                <a:rPr lang="en-US" altLang="en-US" sz="1800">
                  <a:solidFill>
                    <a:srgbClr val="FF6600"/>
                  </a:solidFill>
                  <a:latin typeface="Times New Roman" panose="02020603050405020304" pitchFamily="18" charset="0"/>
                </a:rPr>
                <a:t>.reply</a:t>
              </a:r>
              <a:r>
                <a:rPr lang="en-US" altLang="en-US" sz="1800" baseline="-25000">
                  <a:solidFill>
                    <a:srgbClr val="FF6600"/>
                  </a:solidFill>
                  <a:latin typeface="Times New Roman" panose="02020603050405020304" pitchFamily="18" charset="0"/>
                </a:rPr>
                <a:t>2</a:t>
              </a:r>
              <a:r>
                <a:rPr lang="en-US" altLang="en-US" sz="1800">
                  <a:solidFill>
                    <a:srgbClr val="FF6600"/>
                  </a:solidFill>
                  <a:latin typeface="Times New Roman" panose="02020603050405020304" pitchFamily="18" charset="0"/>
                </a:rPr>
                <a:t>.close.0</a:t>
              </a:r>
            </a:p>
            <a:p>
              <a:pPr eaLnBrk="1" hangingPunct="1">
                <a:lnSpc>
                  <a:spcPct val="85000"/>
                </a:lnSpc>
              </a:pPr>
              <a:endParaRPr lang="en-US" altLang="en-US" sz="1800">
                <a:solidFill>
                  <a:srgbClr val="FF6600"/>
                </a:solidFill>
                <a:latin typeface="Times New Roman" panose="02020603050405020304" pitchFamily="18" charset="0"/>
              </a:endParaRPr>
            </a:p>
          </p:txBody>
        </p:sp>
        <p:sp>
          <p:nvSpPr>
            <p:cNvPr id="21512" name="Line 7">
              <a:extLst>
                <a:ext uri="{FF2B5EF4-FFF2-40B4-BE49-F238E27FC236}">
                  <a16:creationId xmlns:a16="http://schemas.microsoft.com/office/drawing/2014/main" id="{14B9A470-8C85-9DB3-C556-8F7506507F4A}"/>
                </a:ext>
              </a:extLst>
            </p:cNvPr>
            <p:cNvSpPr>
              <a:spLocks noChangeShapeType="1"/>
            </p:cNvSpPr>
            <p:nvPr/>
          </p:nvSpPr>
          <p:spPr bwMode="auto">
            <a:xfrm>
              <a:off x="2595" y="1824"/>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8">
              <a:extLst>
                <a:ext uri="{FF2B5EF4-FFF2-40B4-BE49-F238E27FC236}">
                  <a16:creationId xmlns:a16="http://schemas.microsoft.com/office/drawing/2014/main" id="{0C1CBAC4-B18B-797A-4CEE-74709CFEB989}"/>
                </a:ext>
              </a:extLst>
            </p:cNvPr>
            <p:cNvSpPr>
              <a:spLocks noChangeShapeType="1"/>
            </p:cNvSpPr>
            <p:nvPr/>
          </p:nvSpPr>
          <p:spPr bwMode="auto">
            <a:xfrm>
              <a:off x="2922" y="1831"/>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9">
              <a:extLst>
                <a:ext uri="{FF2B5EF4-FFF2-40B4-BE49-F238E27FC236}">
                  <a16:creationId xmlns:a16="http://schemas.microsoft.com/office/drawing/2014/main" id="{F0D08902-DF8D-7CDF-BCA9-2D77D3C2738C}"/>
                </a:ext>
              </a:extLst>
            </p:cNvPr>
            <p:cNvSpPr>
              <a:spLocks noChangeShapeType="1"/>
            </p:cNvSpPr>
            <p:nvPr/>
          </p:nvSpPr>
          <p:spPr bwMode="auto">
            <a:xfrm>
              <a:off x="3842" y="1839"/>
              <a:ext cx="3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0">
              <a:extLst>
                <a:ext uri="{FF2B5EF4-FFF2-40B4-BE49-F238E27FC236}">
                  <a16:creationId xmlns:a16="http://schemas.microsoft.com/office/drawing/2014/main" id="{CCFD323E-C907-A061-7E21-9B99A35035F5}"/>
                </a:ext>
              </a:extLst>
            </p:cNvPr>
            <p:cNvSpPr>
              <a:spLocks noChangeShapeType="1"/>
            </p:cNvSpPr>
            <p:nvPr/>
          </p:nvSpPr>
          <p:spPr bwMode="auto">
            <a:xfrm>
              <a:off x="4722" y="1808"/>
              <a:ext cx="2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09" name="Footer Placeholder 1">
            <a:extLst>
              <a:ext uri="{FF2B5EF4-FFF2-40B4-BE49-F238E27FC236}">
                <a16:creationId xmlns:a16="http://schemas.microsoft.com/office/drawing/2014/main" id="{DB788AE4-46FA-CD10-C32B-658A256D333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1510" name="Slide Number Placeholder 2">
            <a:extLst>
              <a:ext uri="{FF2B5EF4-FFF2-40B4-BE49-F238E27FC236}">
                <a16:creationId xmlns:a16="http://schemas.microsoft.com/office/drawing/2014/main" id="{EFC99FEE-815B-648D-6F55-2A60606C3F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A6E8378-22B9-D242-A4D2-DE2C638CA351}" type="slidenum">
              <a:rPr lang="en-US" altLang="en-US" sz="1200">
                <a:solidFill>
                  <a:srgbClr val="898989"/>
                </a:solidFill>
              </a:rPr>
              <a:pPr eaLnBrk="1" hangingPunct="1"/>
              <a:t>6</a:t>
            </a:fld>
            <a:endParaRPr lang="en-US" altLang="en-US" sz="120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0528D914-09E1-2062-2CAD-54D792AF57CF}"/>
              </a:ext>
            </a:extLst>
          </p:cNvPr>
          <p:cNvSpPr>
            <a:spLocks noGrp="1" noChangeArrowheads="1"/>
          </p:cNvSpPr>
          <p:nvPr>
            <p:ph type="title"/>
          </p:nvPr>
        </p:nvSpPr>
        <p:spPr>
          <a:xfrm>
            <a:off x="180975" y="358775"/>
            <a:ext cx="8726488" cy="1074738"/>
          </a:xfrm>
        </p:spPr>
        <p:txBody>
          <a:bodyPr/>
          <a:lstStyle/>
          <a:p>
            <a:pPr eaLnBrk="1" hangingPunct="1"/>
            <a:r>
              <a:rPr lang="en-US" altLang="en-US" sz="3600">
                <a:solidFill>
                  <a:srgbClr val="2402EE"/>
                </a:solidFill>
                <a:ea typeface="ＭＳ Ｐゴシック" panose="020B0600070205080204" pitchFamily="34" charset="-128"/>
              </a:rPr>
              <a:t>A Recursive Sequential Process 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ea typeface="ＭＳ Ｐゴシック" panose="020B0600070205080204" pitchFamily="34" charset="-128"/>
              </a:rPr>
              <a:t>-calculus </a:t>
            </a:r>
          </a:p>
        </p:txBody>
      </p:sp>
      <p:sp>
        <p:nvSpPr>
          <p:cNvPr id="22530" name="Text Box 3">
            <a:extLst>
              <a:ext uri="{FF2B5EF4-FFF2-40B4-BE49-F238E27FC236}">
                <a16:creationId xmlns:a16="http://schemas.microsoft.com/office/drawing/2014/main" id="{A0DA5BCA-D102-B14B-33F8-75C0511AA711}"/>
              </a:ext>
            </a:extLst>
          </p:cNvPr>
          <p:cNvSpPr txBox="1">
            <a:spLocks noChangeArrowheads="1"/>
          </p:cNvSpPr>
          <p:nvPr/>
        </p:nvSpPr>
        <p:spPr bwMode="auto">
          <a:xfrm>
            <a:off x="307975" y="1522413"/>
            <a:ext cx="8599488"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000">
                <a:latin typeface="Calibri" panose="020F0502020204030204" pitchFamily="34" charset="0"/>
              </a:rPr>
              <a:t>A Client that engages in repeated sessions can be expressed using a recursive definition as:</a:t>
            </a:r>
          </a:p>
        </p:txBody>
      </p:sp>
      <p:grpSp>
        <p:nvGrpSpPr>
          <p:cNvPr id="22531" name="Group 4">
            <a:extLst>
              <a:ext uri="{FF2B5EF4-FFF2-40B4-BE49-F238E27FC236}">
                <a16:creationId xmlns:a16="http://schemas.microsoft.com/office/drawing/2014/main" id="{608854A6-88E6-20C2-B99A-AC637D60FB7A}"/>
              </a:ext>
            </a:extLst>
          </p:cNvPr>
          <p:cNvGrpSpPr>
            <a:grpSpLocks/>
          </p:cNvGrpSpPr>
          <p:nvPr/>
        </p:nvGrpSpPr>
        <p:grpSpPr bwMode="auto">
          <a:xfrm>
            <a:off x="501650" y="2495550"/>
            <a:ext cx="8172450" cy="1719263"/>
            <a:chOff x="-45" y="1923"/>
            <a:chExt cx="4578" cy="516"/>
          </a:xfrm>
        </p:grpSpPr>
        <p:sp>
          <p:nvSpPr>
            <p:cNvPr id="22535" name="Text Box 5">
              <a:extLst>
                <a:ext uri="{FF2B5EF4-FFF2-40B4-BE49-F238E27FC236}">
                  <a16:creationId xmlns:a16="http://schemas.microsoft.com/office/drawing/2014/main" id="{718E796B-8553-BFF7-CFD8-E90E7EF8E2D1}"/>
                </a:ext>
              </a:extLst>
            </p:cNvPr>
            <p:cNvSpPr txBox="1">
              <a:spLocks noChangeArrowheads="1"/>
            </p:cNvSpPr>
            <p:nvPr/>
          </p:nvSpPr>
          <p:spPr bwMode="auto">
            <a:xfrm>
              <a:off x="-45" y="1923"/>
              <a:ext cx="4578" cy="5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FF6600"/>
                  </a:solidFill>
                  <a:latin typeface="Times New Roman" panose="02020603050405020304" pitchFamily="18" charset="0"/>
                </a:rPr>
                <a:t>Client(open, close, request, reply) =  </a:t>
              </a:r>
            </a:p>
            <a:p>
              <a:pPr eaLnBrk="1" hangingPunct="1">
                <a:lnSpc>
                  <a:spcPct val="85000"/>
                </a:lnSpc>
              </a:pPr>
              <a:endParaRPr lang="en-US" altLang="en-US">
                <a:solidFill>
                  <a:srgbClr val="FF6600"/>
                </a:solidFill>
                <a:latin typeface="Times New Roman" panose="02020603050405020304" pitchFamily="18" charset="0"/>
              </a:endParaRPr>
            </a:p>
            <a:p>
              <a:pPr eaLnBrk="1" hangingPunct="1">
                <a:lnSpc>
                  <a:spcPct val="85000"/>
                </a:lnSpc>
              </a:pPr>
              <a:r>
                <a:rPr lang="en-US" altLang="en-US">
                  <a:solidFill>
                    <a:srgbClr val="FF6600"/>
                  </a:solidFill>
                  <a:latin typeface="Times New Roman" panose="02020603050405020304" pitchFamily="18" charset="0"/>
                </a:rPr>
                <a:t>      					 open.request.reply. request.reply.close.</a:t>
              </a:r>
            </a:p>
            <a:p>
              <a:pPr eaLnBrk="1" hangingPunct="1">
                <a:lnSpc>
                  <a:spcPct val="85000"/>
                </a:lnSpc>
              </a:pPr>
              <a:r>
                <a:rPr lang="en-US" altLang="en-US">
                  <a:solidFill>
                    <a:srgbClr val="FF6600"/>
                  </a:solidFill>
                  <a:latin typeface="Times New Roman" panose="02020603050405020304" pitchFamily="18" charset="0"/>
                </a:rPr>
                <a:t>						   .Client(open, close, request, reply)</a:t>
              </a:r>
            </a:p>
            <a:p>
              <a:pPr eaLnBrk="1" hangingPunct="1">
                <a:lnSpc>
                  <a:spcPct val="85000"/>
                </a:lnSpc>
              </a:pPr>
              <a:endParaRPr lang="en-US" altLang="en-US">
                <a:latin typeface="Times New Roman" panose="02020603050405020304" pitchFamily="18" charset="0"/>
              </a:endParaRPr>
            </a:p>
          </p:txBody>
        </p:sp>
        <p:sp>
          <p:nvSpPr>
            <p:cNvPr id="22536" name="Line 6">
              <a:extLst>
                <a:ext uri="{FF2B5EF4-FFF2-40B4-BE49-F238E27FC236}">
                  <a16:creationId xmlns:a16="http://schemas.microsoft.com/office/drawing/2014/main" id="{4C86BA75-D900-B4CD-70DE-F67B8F0393B5}"/>
                </a:ext>
              </a:extLst>
            </p:cNvPr>
            <p:cNvSpPr>
              <a:spLocks noChangeShapeType="1"/>
            </p:cNvSpPr>
            <p:nvPr/>
          </p:nvSpPr>
          <p:spPr bwMode="auto">
            <a:xfrm>
              <a:off x="1577" y="2137"/>
              <a:ext cx="3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7" name="Line 7">
              <a:extLst>
                <a:ext uri="{FF2B5EF4-FFF2-40B4-BE49-F238E27FC236}">
                  <a16:creationId xmlns:a16="http://schemas.microsoft.com/office/drawing/2014/main" id="{7F3E181B-73E6-3740-85B6-ACF096E171A9}"/>
                </a:ext>
              </a:extLst>
            </p:cNvPr>
            <p:cNvSpPr>
              <a:spLocks noChangeShapeType="1"/>
            </p:cNvSpPr>
            <p:nvPr/>
          </p:nvSpPr>
          <p:spPr bwMode="auto">
            <a:xfrm flipV="1">
              <a:off x="1944" y="2137"/>
              <a:ext cx="4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8" name="Line 8">
              <a:extLst>
                <a:ext uri="{FF2B5EF4-FFF2-40B4-BE49-F238E27FC236}">
                  <a16:creationId xmlns:a16="http://schemas.microsoft.com/office/drawing/2014/main" id="{89A9AE15-8CBD-F662-A4A4-1DDB8A5B4593}"/>
                </a:ext>
              </a:extLst>
            </p:cNvPr>
            <p:cNvSpPr>
              <a:spLocks noChangeShapeType="1"/>
            </p:cNvSpPr>
            <p:nvPr/>
          </p:nvSpPr>
          <p:spPr bwMode="auto">
            <a:xfrm>
              <a:off x="2931" y="2137"/>
              <a:ext cx="4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9" name="Line 9">
              <a:extLst>
                <a:ext uri="{FF2B5EF4-FFF2-40B4-BE49-F238E27FC236}">
                  <a16:creationId xmlns:a16="http://schemas.microsoft.com/office/drawing/2014/main" id="{EFF9266B-3F9F-4543-3125-B857BD574AB3}"/>
                </a:ext>
              </a:extLst>
            </p:cNvPr>
            <p:cNvSpPr>
              <a:spLocks noChangeShapeType="1"/>
            </p:cNvSpPr>
            <p:nvPr/>
          </p:nvSpPr>
          <p:spPr bwMode="auto">
            <a:xfrm>
              <a:off x="3841" y="2137"/>
              <a:ext cx="3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532" name="Text Box 10">
            <a:extLst>
              <a:ext uri="{FF2B5EF4-FFF2-40B4-BE49-F238E27FC236}">
                <a16:creationId xmlns:a16="http://schemas.microsoft.com/office/drawing/2014/main" id="{3A336592-5A7E-2B3A-B59A-F69CE2C4A1AD}"/>
              </a:ext>
            </a:extLst>
          </p:cNvPr>
          <p:cNvSpPr txBox="1">
            <a:spLocks noChangeArrowheads="1"/>
          </p:cNvSpPr>
          <p:nvPr/>
        </p:nvSpPr>
        <p:spPr bwMode="auto">
          <a:xfrm>
            <a:off x="501650" y="4476750"/>
            <a:ext cx="830738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The above equation is read as follows: </a:t>
            </a:r>
          </a:p>
          <a:p>
            <a:pPr eaLnBrk="1" hangingPunct="1">
              <a:spcBef>
                <a:spcPct val="20000"/>
              </a:spcBef>
            </a:pPr>
            <a:endParaRPr lang="en-US" altLang="en-US" sz="2000">
              <a:latin typeface="Calibri" panose="020F0502020204030204" pitchFamily="34" charset="0"/>
            </a:endParaRPr>
          </a:p>
          <a:p>
            <a:pPr eaLnBrk="1" hangingPunct="1">
              <a:spcBef>
                <a:spcPct val="20000"/>
              </a:spcBef>
            </a:pPr>
            <a:r>
              <a:rPr lang="en-US" altLang="en-US" sz="2000">
                <a:latin typeface="Calibri" panose="020F0502020204030204" pitchFamily="34" charset="0"/>
              </a:rPr>
              <a:t>The Client process issues an “open” message followed by two request-reply exchanges. It then “closes” the session and acts like the Client process again.</a:t>
            </a:r>
          </a:p>
        </p:txBody>
      </p:sp>
      <p:sp>
        <p:nvSpPr>
          <p:cNvPr id="22533" name="Footer Placeholder 1">
            <a:extLst>
              <a:ext uri="{FF2B5EF4-FFF2-40B4-BE49-F238E27FC236}">
                <a16:creationId xmlns:a16="http://schemas.microsoft.com/office/drawing/2014/main" id="{DBE4F95C-8DCA-0F0F-EE5A-B9E07EE0623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2534" name="Slide Number Placeholder 2">
            <a:extLst>
              <a:ext uri="{FF2B5EF4-FFF2-40B4-BE49-F238E27FC236}">
                <a16:creationId xmlns:a16="http://schemas.microsoft.com/office/drawing/2014/main" id="{525229EC-3AA7-7F3D-DDE5-764BAB6DCBB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5EB4EEF-E899-C443-9A5E-6384BD517F5E}" type="slidenum">
              <a:rPr lang="en-US" altLang="en-US" sz="1200">
                <a:solidFill>
                  <a:srgbClr val="898989"/>
                </a:solidFill>
              </a:rPr>
              <a:pPr eaLnBrk="1" hangingPunct="1"/>
              <a:t>7</a:t>
            </a:fld>
            <a:endParaRPr lang="en-US" altLang="en-US" sz="120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6AC14536-8631-2ED9-3EF1-106FB2A6752F}"/>
              </a:ext>
            </a:extLst>
          </p:cNvPr>
          <p:cNvSpPr>
            <a:spLocks noGrp="1" noChangeArrowheads="1"/>
          </p:cNvSpPr>
          <p:nvPr>
            <p:ph type="title"/>
          </p:nvPr>
        </p:nvSpPr>
        <p:spPr/>
        <p:txBody>
          <a:bodyPr/>
          <a:lstStyle/>
          <a:p>
            <a:pPr eaLnBrk="1" hangingPunct="1"/>
            <a:r>
              <a:rPr lang="en-US" altLang="en-US" sz="3600">
                <a:solidFill>
                  <a:srgbClr val="2402EE"/>
                </a:solidFill>
                <a:ea typeface="ＭＳ Ｐゴシック" panose="020B0600070205080204" pitchFamily="34" charset="-128"/>
              </a:rPr>
              <a:t>A Process with Alternative Behavior</a:t>
            </a:r>
          </a:p>
        </p:txBody>
      </p:sp>
      <p:sp>
        <p:nvSpPr>
          <p:cNvPr id="22531" name="Rectangle 3">
            <a:extLst>
              <a:ext uri="{FF2B5EF4-FFF2-40B4-BE49-F238E27FC236}">
                <a16:creationId xmlns:a16="http://schemas.microsoft.com/office/drawing/2014/main" id="{4330D152-7EB7-A597-78E6-F5CAA7C99FBB}"/>
              </a:ext>
            </a:extLst>
          </p:cNvPr>
          <p:cNvSpPr>
            <a:spLocks noChangeArrowheads="1"/>
          </p:cNvSpPr>
          <p:nvPr/>
        </p:nvSpPr>
        <p:spPr bwMode="auto">
          <a:xfrm>
            <a:off x="417513" y="1468438"/>
            <a:ext cx="8542337" cy="3155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nSpc>
                <a:spcPct val="85000"/>
              </a:lnSpc>
              <a:spcBef>
                <a:spcPct val="20000"/>
              </a:spcBef>
              <a:buClr>
                <a:schemeClr val="accent1"/>
              </a:buClr>
              <a:buSzPct val="75000"/>
              <a:buFont typeface="Wingdings" charset="2"/>
              <a:buNone/>
              <a:defRPr/>
            </a:pPr>
            <a:r>
              <a:rPr lang="en-US" altLang="en-US" sz="2000" dirty="0">
                <a:latin typeface="+mn-lt"/>
              </a:rPr>
              <a:t>A typical sequential server must be able to enforce a protocol of interaction with its clients. The behavior of a sequential server process  follows.</a:t>
            </a:r>
            <a:endParaRPr lang="en-US" altLang="en-US" sz="2000" dirty="0">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err="1">
                <a:solidFill>
                  <a:srgbClr val="FF6600"/>
                </a:solidFill>
                <a:latin typeface="Times New Roman" charset="0"/>
              </a:rPr>
              <a:t>IdleServer</a:t>
            </a:r>
            <a:r>
              <a:rPr lang="en-US" altLang="en-US" sz="2000" dirty="0">
                <a:solidFill>
                  <a:srgbClr val="FF6600"/>
                </a:solidFill>
                <a:latin typeface="Times New Roman" charset="0"/>
              </a:rPr>
              <a:t>(open, request, reply, close) =  </a:t>
            </a: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a:t>
            </a:r>
            <a:r>
              <a:rPr lang="en-US" altLang="en-US" sz="2000" dirty="0" err="1">
                <a:solidFill>
                  <a:srgbClr val="FF6600"/>
                </a:solidFill>
                <a:latin typeface="Times New Roman" charset="0"/>
              </a:rPr>
              <a:t>open.BusyServer</a:t>
            </a:r>
            <a:r>
              <a:rPr lang="en-US" altLang="en-US" sz="2000" dirty="0">
                <a:solidFill>
                  <a:srgbClr val="FF6600"/>
                </a:solidFill>
                <a:latin typeface="Times New Roman" charset="0"/>
              </a:rPr>
              <a:t>(open, request, </a:t>
            </a:r>
            <a:r>
              <a:rPr lang="en-US" altLang="en-US" sz="2000" dirty="0" err="1">
                <a:solidFill>
                  <a:srgbClr val="FF6600"/>
                </a:solidFill>
                <a:latin typeface="Times New Roman" charset="0"/>
              </a:rPr>
              <a:t>reply,close</a:t>
            </a:r>
            <a:r>
              <a:rPr lang="en-US" altLang="en-US" sz="2000" dirty="0">
                <a:solidFill>
                  <a:srgbClr val="FF6600"/>
                </a:solidFill>
                <a:latin typeface="Times New Roman" charset="0"/>
              </a:rPr>
              <a:t>)</a:t>
            </a:r>
          </a:p>
          <a:p>
            <a:pPr>
              <a:lnSpc>
                <a:spcPct val="85000"/>
              </a:lnSpc>
              <a:spcBef>
                <a:spcPct val="20000"/>
              </a:spcBef>
              <a:buClr>
                <a:schemeClr val="accent1"/>
              </a:buClr>
              <a:buSzPct val="75000"/>
              <a:buFont typeface="Wingdings" charset="2"/>
              <a:buNone/>
              <a:defRPr/>
            </a:pPr>
            <a:r>
              <a:rPr lang="en-US" altLang="en-US" sz="2000" dirty="0" err="1">
                <a:solidFill>
                  <a:srgbClr val="FF6600"/>
                </a:solidFill>
                <a:latin typeface="Times New Roman" charset="0"/>
              </a:rPr>
              <a:t>BusyServer</a:t>
            </a:r>
            <a:r>
              <a:rPr lang="en-US" altLang="en-US" sz="2000" dirty="0">
                <a:solidFill>
                  <a:srgbClr val="FF6600"/>
                </a:solidFill>
                <a:latin typeface="Times New Roman" charset="0"/>
              </a:rPr>
              <a:t>(open, request, reply, close) =</a:t>
            </a:r>
          </a:p>
          <a:p>
            <a:pPr>
              <a:lnSpc>
                <a:spcPct val="85000"/>
              </a:lnSpc>
              <a:spcBef>
                <a:spcPct val="20000"/>
              </a:spcBef>
              <a:buClr>
                <a:schemeClr val="accent1"/>
              </a:buClr>
              <a:buSzPct val="75000"/>
              <a:buFont typeface="Wingdings" charset="2"/>
              <a:buNone/>
              <a:defRPr/>
            </a:pPr>
            <a:endParaRPr lang="en-US" altLang="en-US" sz="2000" dirty="0">
              <a:solidFill>
                <a:srgbClr val="FF6600"/>
              </a:solidFill>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a:t>
            </a:r>
            <a:r>
              <a:rPr lang="en-US" altLang="en-US" sz="2000" dirty="0" err="1">
                <a:solidFill>
                  <a:srgbClr val="FF6600"/>
                </a:solidFill>
                <a:latin typeface="Times New Roman" charset="0"/>
              </a:rPr>
              <a:t>request.reply.BusyServer</a:t>
            </a:r>
            <a:r>
              <a:rPr lang="en-US" altLang="en-US" sz="2000" dirty="0">
                <a:solidFill>
                  <a:srgbClr val="FF6600"/>
                </a:solidFill>
                <a:latin typeface="Times New Roman" charset="0"/>
              </a:rPr>
              <a:t>(open, request, reply, close) 	</a:t>
            </a:r>
          </a:p>
          <a:p>
            <a:pPr>
              <a:lnSpc>
                <a:spcPct val="85000"/>
              </a:lnSpc>
              <a:spcBef>
                <a:spcPct val="20000"/>
              </a:spcBef>
              <a:buClr>
                <a:schemeClr val="accent1"/>
              </a:buClr>
              <a:buSzPct val="75000"/>
              <a:buFont typeface="Wingdings" charset="2"/>
              <a:buNone/>
              <a:defRPr/>
            </a:pPr>
            <a:endParaRPr lang="en-US" altLang="en-US" sz="2000" dirty="0">
              <a:solidFill>
                <a:srgbClr val="FF6600"/>
              </a:solidFill>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 </a:t>
            </a:r>
            <a:r>
              <a:rPr lang="en-US" altLang="en-US" sz="2000" dirty="0" err="1">
                <a:solidFill>
                  <a:srgbClr val="FF6600"/>
                </a:solidFill>
                <a:latin typeface="Times New Roman" charset="0"/>
              </a:rPr>
              <a:t>close.IdleServer</a:t>
            </a:r>
            <a:r>
              <a:rPr lang="en-US" altLang="en-US" sz="2000" dirty="0">
                <a:solidFill>
                  <a:srgbClr val="FF6600"/>
                </a:solidFill>
                <a:latin typeface="Times New Roman" charset="0"/>
              </a:rPr>
              <a:t>(open, request, reply, close)</a:t>
            </a:r>
          </a:p>
          <a:p>
            <a:pPr>
              <a:lnSpc>
                <a:spcPct val="85000"/>
              </a:lnSpc>
              <a:spcBef>
                <a:spcPct val="20000"/>
              </a:spcBef>
              <a:buClr>
                <a:schemeClr val="accent1"/>
              </a:buClr>
              <a:buSzPct val="75000"/>
              <a:buFont typeface="Wingdings" charset="2"/>
              <a:buNone/>
              <a:defRPr/>
            </a:pPr>
            <a:endParaRPr lang="en-US" altLang="en-US" sz="1700" b="1" dirty="0">
              <a:latin typeface="Times New Roman" charset="0"/>
            </a:endParaRPr>
          </a:p>
        </p:txBody>
      </p:sp>
      <p:sp>
        <p:nvSpPr>
          <p:cNvPr id="23555" name="Text Box 5">
            <a:extLst>
              <a:ext uri="{FF2B5EF4-FFF2-40B4-BE49-F238E27FC236}">
                <a16:creationId xmlns:a16="http://schemas.microsoft.com/office/drawing/2014/main" id="{DFD08C0E-E429-F19B-4421-E5AAC6D8FD66}"/>
              </a:ext>
            </a:extLst>
          </p:cNvPr>
          <p:cNvSpPr txBox="1">
            <a:spLocks noChangeArrowheads="1"/>
          </p:cNvSpPr>
          <p:nvPr/>
        </p:nvSpPr>
        <p:spPr bwMode="auto">
          <a:xfrm>
            <a:off x="536575" y="4624388"/>
            <a:ext cx="8304213"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 typeface="Arial" panose="020B0604020202020204" pitchFamily="34" charset="0"/>
              <a:buChar char="•"/>
            </a:pPr>
            <a:r>
              <a:rPr lang="en-US" altLang="en-US" sz="2000">
                <a:latin typeface="Calibri" panose="020F0502020204030204" pitchFamily="34" charset="0"/>
              </a:rPr>
              <a:t>The “+” operator represents choice or alternative action</a:t>
            </a:r>
          </a:p>
          <a:p>
            <a:pPr eaLnBrk="1" hangingPunct="1">
              <a:spcBef>
                <a:spcPct val="20000"/>
              </a:spcBef>
              <a:buFont typeface="Arial" panose="020B0604020202020204" pitchFamily="34" charset="0"/>
              <a:buChar char="•"/>
            </a:pPr>
            <a:r>
              <a:rPr lang="en-US" altLang="en-US" sz="2000">
                <a:latin typeface="Calibri" panose="020F0502020204030204" pitchFamily="34" charset="0"/>
              </a:rPr>
              <a:t>The server will only engage in an “open” action interaction at the start</a:t>
            </a:r>
          </a:p>
          <a:p>
            <a:pPr eaLnBrk="1" hangingPunct="1">
              <a:spcBef>
                <a:spcPct val="20000"/>
              </a:spcBef>
              <a:buFont typeface="Arial" panose="020B0604020202020204" pitchFamily="34" charset="0"/>
              <a:buChar char="•"/>
            </a:pPr>
            <a:r>
              <a:rPr lang="en-US" altLang="en-US" sz="2000">
                <a:latin typeface="Calibri" panose="020F0502020204030204" pitchFamily="34" charset="0"/>
              </a:rPr>
              <a:t>The server can handle any number of request-reply sequences</a:t>
            </a:r>
          </a:p>
          <a:p>
            <a:pPr eaLnBrk="1" hangingPunct="1">
              <a:spcBef>
                <a:spcPct val="20000"/>
              </a:spcBef>
              <a:buFont typeface="Arial" panose="020B0604020202020204" pitchFamily="34" charset="0"/>
              <a:buChar char="•"/>
            </a:pPr>
            <a:r>
              <a:rPr lang="en-US" altLang="en-US" sz="2000">
                <a:latin typeface="Calibri" panose="020F0502020204030204" pitchFamily="34" charset="0"/>
              </a:rPr>
              <a:t>Once the server engages in a “close” action, it returns to its original condition</a:t>
            </a:r>
          </a:p>
        </p:txBody>
      </p:sp>
      <p:sp>
        <p:nvSpPr>
          <p:cNvPr id="23556" name="Line 4">
            <a:extLst>
              <a:ext uri="{FF2B5EF4-FFF2-40B4-BE49-F238E27FC236}">
                <a16:creationId xmlns:a16="http://schemas.microsoft.com/office/drawing/2014/main" id="{620E0F82-F675-236C-C31F-9471799A89E0}"/>
              </a:ext>
            </a:extLst>
          </p:cNvPr>
          <p:cNvSpPr>
            <a:spLocks noChangeShapeType="1"/>
          </p:cNvSpPr>
          <p:nvPr/>
        </p:nvSpPr>
        <p:spPr bwMode="auto">
          <a:xfrm>
            <a:off x="3114675" y="3352800"/>
            <a:ext cx="469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57" name="Line 4">
            <a:extLst>
              <a:ext uri="{FF2B5EF4-FFF2-40B4-BE49-F238E27FC236}">
                <a16:creationId xmlns:a16="http://schemas.microsoft.com/office/drawing/2014/main" id="{C7105C27-DC46-D2CD-D595-9B5987883B4A}"/>
              </a:ext>
            </a:extLst>
          </p:cNvPr>
          <p:cNvSpPr>
            <a:spLocks noChangeShapeType="1"/>
          </p:cNvSpPr>
          <p:nvPr/>
        </p:nvSpPr>
        <p:spPr bwMode="auto">
          <a:xfrm>
            <a:off x="2584450" y="3916363"/>
            <a:ext cx="469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58" name="Footer Placeholder 1">
            <a:extLst>
              <a:ext uri="{FF2B5EF4-FFF2-40B4-BE49-F238E27FC236}">
                <a16:creationId xmlns:a16="http://schemas.microsoft.com/office/drawing/2014/main" id="{33BB887B-95E3-CF72-9BE7-F218889E95B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3559" name="Slide Number Placeholder 2">
            <a:extLst>
              <a:ext uri="{FF2B5EF4-FFF2-40B4-BE49-F238E27FC236}">
                <a16:creationId xmlns:a16="http://schemas.microsoft.com/office/drawing/2014/main" id="{1A480EAE-3995-BFDC-53B4-DFFED99EA9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7B5A6DF-07F4-DA4C-9FDD-CB7A0BC23515}" type="slidenum">
              <a:rPr lang="en-US" altLang="en-US" sz="1200">
                <a:solidFill>
                  <a:srgbClr val="898989"/>
                </a:solidFill>
              </a:rPr>
              <a:pPr eaLnBrk="1" hangingPunct="1"/>
              <a:t>8</a:t>
            </a:fld>
            <a:endParaRPr lang="en-US" altLang="en-US" sz="120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78FA621-04E0-4D22-B63C-E36B48BA3FFB}"/>
              </a:ext>
            </a:extLst>
          </p:cNvPr>
          <p:cNvSpPr>
            <a:spLocks noGrp="1" noChangeArrowheads="1"/>
          </p:cNvSpPr>
          <p:nvPr>
            <p:ph type="title"/>
          </p:nvPr>
        </p:nvSpPr>
        <p:spPr>
          <a:xfrm>
            <a:off x="457200" y="274638"/>
            <a:ext cx="8451850" cy="1143000"/>
          </a:xfrm>
        </p:spPr>
        <p:txBody>
          <a:bodyPr rtlCol="0">
            <a:normAutofit fontScale="90000"/>
          </a:bodyPr>
          <a:lstStyle/>
          <a:p>
            <a:pPr eaLnBrk="1" fontAlgn="auto" hangingPunct="1">
              <a:spcAft>
                <a:spcPts val="0"/>
              </a:spcAft>
              <a:defRPr/>
            </a:pPr>
            <a:r>
              <a:rPr lang="en-US" altLang="en-US" dirty="0">
                <a:solidFill>
                  <a:srgbClr val="2402EE"/>
                </a:solidFill>
                <a:ea typeface="+mj-ea"/>
                <a:cs typeface="+mj-cs"/>
              </a:rPr>
              <a:t>Communicating Processes in </a:t>
            </a:r>
            <a:r>
              <a:rPr lang="en-US" altLang="en-US" dirty="0">
                <a:solidFill>
                  <a:srgbClr val="2402EE"/>
                </a:solidFill>
                <a:latin typeface="Symbol" charset="2"/>
                <a:ea typeface="+mj-ea"/>
                <a:cs typeface="+mj-cs"/>
              </a:rPr>
              <a:t>p</a:t>
            </a:r>
            <a:r>
              <a:rPr lang="en-US" altLang="en-US" dirty="0">
                <a:solidFill>
                  <a:srgbClr val="2402EE"/>
                </a:solidFill>
                <a:ea typeface="+mj-ea"/>
                <a:cs typeface="+mj-cs"/>
              </a:rPr>
              <a:t>-calculus</a:t>
            </a:r>
            <a:r>
              <a:rPr lang="en-US" altLang="en-US" dirty="0">
                <a:ea typeface="+mj-ea"/>
                <a:cs typeface="+mj-cs"/>
              </a:rPr>
              <a:t> </a:t>
            </a:r>
          </a:p>
        </p:txBody>
      </p:sp>
      <p:sp>
        <p:nvSpPr>
          <p:cNvPr id="23555" name="Rectangle 3">
            <a:extLst>
              <a:ext uri="{FF2B5EF4-FFF2-40B4-BE49-F238E27FC236}">
                <a16:creationId xmlns:a16="http://schemas.microsoft.com/office/drawing/2014/main" id="{3296222A-B739-7163-4B69-23EF0738341F}"/>
              </a:ext>
            </a:extLst>
          </p:cNvPr>
          <p:cNvSpPr>
            <a:spLocks noChangeArrowheads="1"/>
          </p:cNvSpPr>
          <p:nvPr/>
        </p:nvSpPr>
        <p:spPr bwMode="auto">
          <a:xfrm>
            <a:off x="246063" y="1417638"/>
            <a:ext cx="8440737" cy="3043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marL="342900" indent="-342900">
              <a:lnSpc>
                <a:spcPct val="85000"/>
              </a:lnSpc>
              <a:spcBef>
                <a:spcPct val="20000"/>
              </a:spcBef>
              <a:buClr>
                <a:schemeClr val="accent1"/>
              </a:buClr>
              <a:buSzPct val="75000"/>
              <a:buFont typeface="Arial" panose="020B0604020202020204" pitchFamily="34" charset="0"/>
              <a:buChar char="•"/>
              <a:defRPr/>
            </a:pPr>
            <a:r>
              <a:rPr lang="en-US" altLang="en-US" sz="2400" dirty="0">
                <a:latin typeface="+mn-lt"/>
              </a:rPr>
              <a:t>Processes can be composed, allowing them to communicate through ports with complementary names </a:t>
            </a:r>
          </a:p>
          <a:p>
            <a:pPr marL="342900" indent="-342900">
              <a:lnSpc>
                <a:spcPct val="85000"/>
              </a:lnSpc>
              <a:spcBef>
                <a:spcPct val="20000"/>
              </a:spcBef>
              <a:buClr>
                <a:schemeClr val="accent1"/>
              </a:buClr>
              <a:buSzPct val="75000"/>
              <a:buFont typeface="Arial" panose="020B0604020202020204" pitchFamily="34" charset="0"/>
              <a:buChar char="•"/>
              <a:defRPr/>
            </a:pPr>
            <a:r>
              <a:rPr lang="en-US" altLang="en-US" sz="2400" dirty="0">
                <a:latin typeface="+mn-lt"/>
              </a:rPr>
              <a:t>(i.e., one agent has an output port and the other has an input port with the same name). </a:t>
            </a:r>
          </a:p>
          <a:p>
            <a:pPr marL="342900" indent="-342900">
              <a:lnSpc>
                <a:spcPct val="85000"/>
              </a:lnSpc>
              <a:spcBef>
                <a:spcPct val="50000"/>
              </a:spcBef>
              <a:buClr>
                <a:schemeClr val="accent1"/>
              </a:buClr>
              <a:buSzPct val="75000"/>
              <a:buFont typeface="Arial" panose="020B0604020202020204" pitchFamily="34" charset="0"/>
              <a:buChar char="•"/>
              <a:defRPr/>
            </a:pPr>
            <a:r>
              <a:rPr lang="en-US" altLang="en-US" sz="2400" dirty="0">
                <a:latin typeface="+mn-lt"/>
              </a:rPr>
              <a:t>Concurrent communicating agents can synchronize their behaviors through their willingness or unwillingness to communicate. </a:t>
            </a:r>
          </a:p>
          <a:p>
            <a:pPr marL="342900" indent="-342900">
              <a:lnSpc>
                <a:spcPct val="85000"/>
              </a:lnSpc>
              <a:spcBef>
                <a:spcPct val="50000"/>
              </a:spcBef>
              <a:buClr>
                <a:schemeClr val="accent1"/>
              </a:buClr>
              <a:buSzPct val="75000"/>
              <a:buFont typeface="Arial" panose="020B0604020202020204" pitchFamily="34" charset="0"/>
              <a:buChar char="•"/>
              <a:defRPr/>
            </a:pPr>
            <a:r>
              <a:rPr lang="en-US" altLang="en-US" sz="2400" dirty="0">
                <a:latin typeface="+mn-lt"/>
              </a:rPr>
              <a:t>This reflects a rendezvous style of interaction. </a:t>
            </a:r>
          </a:p>
          <a:p>
            <a:pPr>
              <a:lnSpc>
                <a:spcPct val="85000"/>
              </a:lnSpc>
              <a:spcBef>
                <a:spcPct val="50000"/>
              </a:spcBef>
              <a:buClr>
                <a:schemeClr val="accent1"/>
              </a:buClr>
              <a:buSzPct val="75000"/>
              <a:buFont typeface="Wingdings" charset="2"/>
              <a:buNone/>
              <a:defRPr/>
            </a:pPr>
            <a:endParaRPr lang="en-US" altLang="en-US" sz="2100" dirty="0">
              <a:latin typeface="Times New Roman" charset="0"/>
            </a:endParaRPr>
          </a:p>
        </p:txBody>
      </p:sp>
      <p:grpSp>
        <p:nvGrpSpPr>
          <p:cNvPr id="24579" name="Group 4">
            <a:extLst>
              <a:ext uri="{FF2B5EF4-FFF2-40B4-BE49-F238E27FC236}">
                <a16:creationId xmlns:a16="http://schemas.microsoft.com/office/drawing/2014/main" id="{F3B5BFBB-E3F1-7D0E-2C0C-5135D1E9FED8}"/>
              </a:ext>
            </a:extLst>
          </p:cNvPr>
          <p:cNvGrpSpPr>
            <a:grpSpLocks/>
          </p:cNvGrpSpPr>
          <p:nvPr/>
        </p:nvGrpSpPr>
        <p:grpSpPr bwMode="auto">
          <a:xfrm>
            <a:off x="574675" y="5314950"/>
            <a:ext cx="3095625" cy="642938"/>
            <a:chOff x="1745" y="1647"/>
            <a:chExt cx="1950" cy="405"/>
          </a:xfrm>
        </p:grpSpPr>
        <p:grpSp>
          <p:nvGrpSpPr>
            <p:cNvPr id="24587" name="Group 5">
              <a:extLst>
                <a:ext uri="{FF2B5EF4-FFF2-40B4-BE49-F238E27FC236}">
                  <a16:creationId xmlns:a16="http://schemas.microsoft.com/office/drawing/2014/main" id="{A5905D3E-DF65-50D5-4329-5BEF8738D43A}"/>
                </a:ext>
              </a:extLst>
            </p:cNvPr>
            <p:cNvGrpSpPr>
              <a:grpSpLocks/>
            </p:cNvGrpSpPr>
            <p:nvPr/>
          </p:nvGrpSpPr>
          <p:grpSpPr bwMode="auto">
            <a:xfrm>
              <a:off x="1745" y="1647"/>
              <a:ext cx="1950" cy="405"/>
              <a:chOff x="1559" y="1717"/>
              <a:chExt cx="1950" cy="405"/>
            </a:xfrm>
          </p:grpSpPr>
          <p:grpSp>
            <p:nvGrpSpPr>
              <p:cNvPr id="24591" name="Group 6">
                <a:extLst>
                  <a:ext uri="{FF2B5EF4-FFF2-40B4-BE49-F238E27FC236}">
                    <a16:creationId xmlns:a16="http://schemas.microsoft.com/office/drawing/2014/main" id="{A8761795-DBFF-6E69-E886-C2906EAB8E36}"/>
                  </a:ext>
                </a:extLst>
              </p:cNvPr>
              <p:cNvGrpSpPr>
                <a:grpSpLocks/>
              </p:cNvGrpSpPr>
              <p:nvPr/>
            </p:nvGrpSpPr>
            <p:grpSpPr bwMode="auto">
              <a:xfrm>
                <a:off x="1559" y="1730"/>
                <a:ext cx="1950" cy="392"/>
                <a:chOff x="1208" y="1730"/>
                <a:chExt cx="1950" cy="392"/>
              </a:xfrm>
            </p:grpSpPr>
            <p:sp>
              <p:nvSpPr>
                <p:cNvPr id="24595" name="Oval 7">
                  <a:extLst>
                    <a:ext uri="{FF2B5EF4-FFF2-40B4-BE49-F238E27FC236}">
                      <a16:creationId xmlns:a16="http://schemas.microsoft.com/office/drawing/2014/main" id="{FD9BA4B1-8D4C-EECF-35FF-135E358FD84F}"/>
                    </a:ext>
                  </a:extLst>
                </p:cNvPr>
                <p:cNvSpPr>
                  <a:spLocks noChangeArrowheads="1"/>
                </p:cNvSpPr>
                <p:nvPr/>
              </p:nvSpPr>
              <p:spPr bwMode="auto">
                <a:xfrm>
                  <a:off x="1208" y="1730"/>
                  <a:ext cx="413" cy="39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6" name="Oval 8">
                  <a:extLst>
                    <a:ext uri="{FF2B5EF4-FFF2-40B4-BE49-F238E27FC236}">
                      <a16:creationId xmlns:a16="http://schemas.microsoft.com/office/drawing/2014/main" id="{99561E59-4B4F-06CF-CD8E-100CCD430F5E}"/>
                    </a:ext>
                  </a:extLst>
                </p:cNvPr>
                <p:cNvSpPr>
                  <a:spLocks noChangeArrowheads="1"/>
                </p:cNvSpPr>
                <p:nvPr/>
              </p:nvSpPr>
              <p:spPr bwMode="auto">
                <a:xfrm>
                  <a:off x="2745" y="1732"/>
                  <a:ext cx="413" cy="39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7" name="Line 9">
                  <a:extLst>
                    <a:ext uri="{FF2B5EF4-FFF2-40B4-BE49-F238E27FC236}">
                      <a16:creationId xmlns:a16="http://schemas.microsoft.com/office/drawing/2014/main" id="{2576131D-9579-6B44-332B-01BDBB8306A1}"/>
                    </a:ext>
                  </a:extLst>
                </p:cNvPr>
                <p:cNvSpPr>
                  <a:spLocks noChangeShapeType="1"/>
                </p:cNvSpPr>
                <p:nvPr/>
              </p:nvSpPr>
              <p:spPr bwMode="auto">
                <a:xfrm>
                  <a:off x="1621" y="1933"/>
                  <a:ext cx="11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8" name="Oval 10">
                  <a:extLst>
                    <a:ext uri="{FF2B5EF4-FFF2-40B4-BE49-F238E27FC236}">
                      <a16:creationId xmlns:a16="http://schemas.microsoft.com/office/drawing/2014/main" id="{BECD9B5B-64E4-BACF-9124-D8596A1205B7}"/>
                    </a:ext>
                  </a:extLst>
                </p:cNvPr>
                <p:cNvSpPr>
                  <a:spLocks noChangeArrowheads="1"/>
                </p:cNvSpPr>
                <p:nvPr/>
              </p:nvSpPr>
              <p:spPr bwMode="auto">
                <a:xfrm>
                  <a:off x="2712" y="1894"/>
                  <a:ext cx="47" cy="78"/>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9" name="Oval 11">
                  <a:extLst>
                    <a:ext uri="{FF2B5EF4-FFF2-40B4-BE49-F238E27FC236}">
                      <a16:creationId xmlns:a16="http://schemas.microsoft.com/office/drawing/2014/main" id="{BE318F43-9C69-ED65-7416-8EB2BF4F6C08}"/>
                    </a:ext>
                  </a:extLst>
                </p:cNvPr>
                <p:cNvSpPr>
                  <a:spLocks noChangeArrowheads="1"/>
                </p:cNvSpPr>
                <p:nvPr/>
              </p:nvSpPr>
              <p:spPr bwMode="auto">
                <a:xfrm>
                  <a:off x="1600" y="1911"/>
                  <a:ext cx="47" cy="78"/>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pSp>
          <p:sp>
            <p:nvSpPr>
              <p:cNvPr id="24592" name="Text Box 12">
                <a:extLst>
                  <a:ext uri="{FF2B5EF4-FFF2-40B4-BE49-F238E27FC236}">
                    <a16:creationId xmlns:a16="http://schemas.microsoft.com/office/drawing/2014/main" id="{46EC46D3-5A62-431C-337A-62E009203F51}"/>
                  </a:ext>
                </a:extLst>
              </p:cNvPr>
              <p:cNvSpPr txBox="1">
                <a:spLocks noChangeArrowheads="1"/>
              </p:cNvSpPr>
              <p:nvPr/>
            </p:nvSpPr>
            <p:spPr bwMode="auto">
              <a:xfrm>
                <a:off x="2002" y="171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x</a:t>
                </a:r>
              </a:p>
            </p:txBody>
          </p:sp>
          <p:sp>
            <p:nvSpPr>
              <p:cNvPr id="24593" name="Text Box 13">
                <a:extLst>
                  <a:ext uri="{FF2B5EF4-FFF2-40B4-BE49-F238E27FC236}">
                    <a16:creationId xmlns:a16="http://schemas.microsoft.com/office/drawing/2014/main" id="{C61AB100-267F-4ECD-B2D9-40711F3864A0}"/>
                  </a:ext>
                </a:extLst>
              </p:cNvPr>
              <p:cNvSpPr txBox="1">
                <a:spLocks noChangeArrowheads="1"/>
              </p:cNvSpPr>
              <p:nvPr/>
            </p:nvSpPr>
            <p:spPr bwMode="auto">
              <a:xfrm>
                <a:off x="2901" y="174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x</a:t>
                </a:r>
              </a:p>
            </p:txBody>
          </p:sp>
          <p:sp>
            <p:nvSpPr>
              <p:cNvPr id="24594" name="Line 14">
                <a:extLst>
                  <a:ext uri="{FF2B5EF4-FFF2-40B4-BE49-F238E27FC236}">
                    <a16:creationId xmlns:a16="http://schemas.microsoft.com/office/drawing/2014/main" id="{089C3CCB-CE8B-B46F-89D8-EAA41C836E45}"/>
                  </a:ext>
                </a:extLst>
              </p:cNvPr>
              <p:cNvSpPr>
                <a:spLocks noChangeShapeType="1"/>
              </p:cNvSpPr>
              <p:nvPr/>
            </p:nvSpPr>
            <p:spPr bwMode="auto">
              <a:xfrm>
                <a:off x="2042" y="1777"/>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588" name="Text Box 15">
              <a:extLst>
                <a:ext uri="{FF2B5EF4-FFF2-40B4-BE49-F238E27FC236}">
                  <a16:creationId xmlns:a16="http://schemas.microsoft.com/office/drawing/2014/main" id="{F7B83379-04A3-B98C-9C27-19AEBF4C0CE0}"/>
                </a:ext>
              </a:extLst>
            </p:cNvPr>
            <p:cNvSpPr txBox="1">
              <a:spLocks noChangeArrowheads="1"/>
            </p:cNvSpPr>
            <p:nvPr/>
          </p:nvSpPr>
          <p:spPr bwMode="auto">
            <a:xfrm>
              <a:off x="2376" y="1801"/>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y</a:t>
              </a:r>
              <a:endParaRPr lang="en-US" altLang="en-US" sz="2800">
                <a:latin typeface="Times New Roman" panose="02020603050405020304" pitchFamily="18" charset="0"/>
              </a:endParaRPr>
            </a:p>
          </p:txBody>
        </p:sp>
        <p:sp>
          <p:nvSpPr>
            <p:cNvPr id="24589" name="Line 16">
              <a:extLst>
                <a:ext uri="{FF2B5EF4-FFF2-40B4-BE49-F238E27FC236}">
                  <a16:creationId xmlns:a16="http://schemas.microsoft.com/office/drawing/2014/main" id="{2D812E90-BF3E-95C9-5B5E-5C144A5FACFD}"/>
                </a:ext>
              </a:extLst>
            </p:cNvPr>
            <p:cNvSpPr>
              <a:spLocks noChangeShapeType="1"/>
            </p:cNvSpPr>
            <p:nvPr/>
          </p:nvSpPr>
          <p:spPr bwMode="auto">
            <a:xfrm>
              <a:off x="2517" y="1948"/>
              <a:ext cx="31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0" name="Text Box 17">
              <a:extLst>
                <a:ext uri="{FF2B5EF4-FFF2-40B4-BE49-F238E27FC236}">
                  <a16:creationId xmlns:a16="http://schemas.microsoft.com/office/drawing/2014/main" id="{7358174A-B50A-2842-226B-A166041515AB}"/>
                </a:ext>
              </a:extLst>
            </p:cNvPr>
            <p:cNvSpPr txBox="1">
              <a:spLocks noChangeArrowheads="1"/>
            </p:cNvSpPr>
            <p:nvPr/>
          </p:nvSpPr>
          <p:spPr bwMode="auto">
            <a:xfrm>
              <a:off x="3315" y="1763"/>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z</a:t>
              </a:r>
            </a:p>
          </p:txBody>
        </p:sp>
      </p:grpSp>
      <p:grpSp>
        <p:nvGrpSpPr>
          <p:cNvPr id="24580" name="Group 18">
            <a:extLst>
              <a:ext uri="{FF2B5EF4-FFF2-40B4-BE49-F238E27FC236}">
                <a16:creationId xmlns:a16="http://schemas.microsoft.com/office/drawing/2014/main" id="{1A2E126B-0921-3E6F-DA46-21AEC8D8C00C}"/>
              </a:ext>
            </a:extLst>
          </p:cNvPr>
          <p:cNvGrpSpPr>
            <a:grpSpLocks/>
          </p:cNvGrpSpPr>
          <p:nvPr/>
        </p:nvGrpSpPr>
        <p:grpSpPr bwMode="auto">
          <a:xfrm>
            <a:off x="5410200" y="4789488"/>
            <a:ext cx="3192463" cy="1349375"/>
            <a:chOff x="1574" y="2330"/>
            <a:chExt cx="2011" cy="850"/>
          </a:xfrm>
        </p:grpSpPr>
        <p:grpSp>
          <p:nvGrpSpPr>
            <p:cNvPr id="24583" name="Group 19">
              <a:extLst>
                <a:ext uri="{FF2B5EF4-FFF2-40B4-BE49-F238E27FC236}">
                  <a16:creationId xmlns:a16="http://schemas.microsoft.com/office/drawing/2014/main" id="{8C6A8DDA-7765-1F23-C7AC-0609CFF0B6ED}"/>
                </a:ext>
              </a:extLst>
            </p:cNvPr>
            <p:cNvGrpSpPr>
              <a:grpSpLocks/>
            </p:cNvGrpSpPr>
            <p:nvPr/>
          </p:nvGrpSpPr>
          <p:grpSpPr bwMode="auto">
            <a:xfrm>
              <a:off x="2008" y="2565"/>
              <a:ext cx="1194" cy="327"/>
              <a:chOff x="2008" y="2565"/>
              <a:chExt cx="1194" cy="327"/>
            </a:xfrm>
          </p:grpSpPr>
          <p:sp>
            <p:nvSpPr>
              <p:cNvPr id="24585" name="Text Box 20">
                <a:extLst>
                  <a:ext uri="{FF2B5EF4-FFF2-40B4-BE49-F238E27FC236}">
                    <a16:creationId xmlns:a16="http://schemas.microsoft.com/office/drawing/2014/main" id="{0BAF2A4F-8F92-36FA-4EBF-138716FAD275}"/>
                  </a:ext>
                </a:extLst>
              </p:cNvPr>
              <p:cNvSpPr txBox="1">
                <a:spLocks noChangeArrowheads="1"/>
              </p:cNvSpPr>
              <p:nvPr/>
            </p:nvSpPr>
            <p:spPr bwMode="auto">
              <a:xfrm>
                <a:off x="2008" y="2565"/>
                <a:ext cx="11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x(z).0</a:t>
                </a:r>
              </a:p>
            </p:txBody>
          </p:sp>
          <p:sp>
            <p:nvSpPr>
              <p:cNvPr id="24586" name="Line 21">
                <a:extLst>
                  <a:ext uri="{FF2B5EF4-FFF2-40B4-BE49-F238E27FC236}">
                    <a16:creationId xmlns:a16="http://schemas.microsoft.com/office/drawing/2014/main" id="{075B384A-EAF1-1407-213C-B9CFF8F4A415}"/>
                  </a:ext>
                </a:extLst>
              </p:cNvPr>
              <p:cNvSpPr>
                <a:spLocks noChangeShapeType="1"/>
              </p:cNvSpPr>
              <p:nvPr/>
            </p:nvSpPr>
            <p:spPr bwMode="auto">
              <a:xfrm>
                <a:off x="2049" y="2665"/>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584" name="Rectangle 22">
              <a:extLst>
                <a:ext uri="{FF2B5EF4-FFF2-40B4-BE49-F238E27FC236}">
                  <a16:creationId xmlns:a16="http://schemas.microsoft.com/office/drawing/2014/main" id="{928D8F5D-F8DB-A9FA-BB57-4552DA8F969F}"/>
                </a:ext>
              </a:extLst>
            </p:cNvPr>
            <p:cNvSpPr>
              <a:spLocks noChangeArrowheads="1"/>
            </p:cNvSpPr>
            <p:nvPr/>
          </p:nvSpPr>
          <p:spPr bwMode="auto">
            <a:xfrm>
              <a:off x="1574" y="2330"/>
              <a:ext cx="2011" cy="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pSp>
      <p:sp>
        <p:nvSpPr>
          <p:cNvPr id="24581" name="Footer Placeholder 1">
            <a:extLst>
              <a:ext uri="{FF2B5EF4-FFF2-40B4-BE49-F238E27FC236}">
                <a16:creationId xmlns:a16="http://schemas.microsoft.com/office/drawing/2014/main" id="{7DE5AE30-C9D6-8981-F343-DE8A816A360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4582" name="Slide Number Placeholder 2">
            <a:extLst>
              <a:ext uri="{FF2B5EF4-FFF2-40B4-BE49-F238E27FC236}">
                <a16:creationId xmlns:a16="http://schemas.microsoft.com/office/drawing/2014/main" id="{BB139E7E-6A5C-AF69-F3C3-D533347BBB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DD45E61-BA23-4844-B635-169832FED8E5}" type="slidenum">
              <a:rPr lang="en-US" altLang="en-US" sz="1200">
                <a:solidFill>
                  <a:srgbClr val="898989"/>
                </a:solidFill>
              </a:rPr>
              <a:pPr eaLnBrk="1" hangingPunct="1"/>
              <a:t>9</a:t>
            </a:fld>
            <a:endParaRPr lang="en-US" altLang="en-US" sz="120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5BA7B410-DBE1-462A-5452-9300D9B3866A}"/>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Binding Names on Input</a:t>
            </a:r>
          </a:p>
        </p:txBody>
      </p:sp>
      <p:grpSp>
        <p:nvGrpSpPr>
          <p:cNvPr id="25602" name="Group 3">
            <a:extLst>
              <a:ext uri="{FF2B5EF4-FFF2-40B4-BE49-F238E27FC236}">
                <a16:creationId xmlns:a16="http://schemas.microsoft.com/office/drawing/2014/main" id="{7BBB8DBC-C20F-5398-5F6B-F22BCF3EA610}"/>
              </a:ext>
            </a:extLst>
          </p:cNvPr>
          <p:cNvGrpSpPr>
            <a:grpSpLocks/>
          </p:cNvGrpSpPr>
          <p:nvPr/>
        </p:nvGrpSpPr>
        <p:grpSpPr bwMode="auto">
          <a:xfrm>
            <a:off x="723900" y="3533775"/>
            <a:ext cx="3798888" cy="2084388"/>
            <a:chOff x="1164" y="1248"/>
            <a:chExt cx="2393" cy="1313"/>
          </a:xfrm>
        </p:grpSpPr>
        <p:sp>
          <p:nvSpPr>
            <p:cNvPr id="25620" name="Text Box 4">
              <a:extLst>
                <a:ext uri="{FF2B5EF4-FFF2-40B4-BE49-F238E27FC236}">
                  <a16:creationId xmlns:a16="http://schemas.microsoft.com/office/drawing/2014/main" id="{80978EA0-01C1-CEB6-E101-1C7472658218}"/>
                </a:ext>
              </a:extLst>
            </p:cNvPr>
            <p:cNvSpPr txBox="1">
              <a:spLocks noChangeArrowheads="1"/>
            </p:cNvSpPr>
            <p:nvPr/>
          </p:nvSpPr>
          <p:spPr bwMode="auto">
            <a:xfrm>
              <a:off x="1778" y="1661"/>
              <a:ext cx="17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x(u). …u….u…..u</a:t>
              </a:r>
            </a:p>
          </p:txBody>
        </p:sp>
        <p:sp>
          <p:nvSpPr>
            <p:cNvPr id="25621" name="Text Box 5">
              <a:extLst>
                <a:ext uri="{FF2B5EF4-FFF2-40B4-BE49-F238E27FC236}">
                  <a16:creationId xmlns:a16="http://schemas.microsoft.com/office/drawing/2014/main" id="{4226BD3A-F605-9C55-90D5-60683A027462}"/>
                </a:ext>
              </a:extLst>
            </p:cNvPr>
            <p:cNvSpPr txBox="1">
              <a:spLocks noChangeArrowheads="1"/>
            </p:cNvSpPr>
            <p:nvPr/>
          </p:nvSpPr>
          <p:spPr bwMode="auto">
            <a:xfrm>
              <a:off x="1164" y="1248"/>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grpSp>
          <p:nvGrpSpPr>
            <p:cNvPr id="25622" name="Group 6">
              <a:extLst>
                <a:ext uri="{FF2B5EF4-FFF2-40B4-BE49-F238E27FC236}">
                  <a16:creationId xmlns:a16="http://schemas.microsoft.com/office/drawing/2014/main" id="{68D9FAE5-188C-80DB-CA48-F3774A12A4FE}"/>
                </a:ext>
              </a:extLst>
            </p:cNvPr>
            <p:cNvGrpSpPr>
              <a:grpSpLocks/>
            </p:cNvGrpSpPr>
            <p:nvPr/>
          </p:nvGrpSpPr>
          <p:grpSpPr bwMode="auto">
            <a:xfrm>
              <a:off x="1371" y="1434"/>
              <a:ext cx="702" cy="312"/>
              <a:chOff x="1371" y="1434"/>
              <a:chExt cx="702" cy="312"/>
            </a:xfrm>
          </p:grpSpPr>
          <p:sp>
            <p:nvSpPr>
              <p:cNvPr id="25629" name="Line 7">
                <a:extLst>
                  <a:ext uri="{FF2B5EF4-FFF2-40B4-BE49-F238E27FC236}">
                    <a16:creationId xmlns:a16="http://schemas.microsoft.com/office/drawing/2014/main" id="{F9A4C12C-3195-927A-DA7B-2A082E8E2C22}"/>
                  </a:ext>
                </a:extLst>
              </p:cNvPr>
              <p:cNvSpPr>
                <a:spLocks noChangeShapeType="1"/>
              </p:cNvSpPr>
              <p:nvPr/>
            </p:nvSpPr>
            <p:spPr bwMode="auto">
              <a:xfrm>
                <a:off x="1371" y="1442"/>
                <a:ext cx="7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0" name="Line 8">
                <a:extLst>
                  <a:ext uri="{FF2B5EF4-FFF2-40B4-BE49-F238E27FC236}">
                    <a16:creationId xmlns:a16="http://schemas.microsoft.com/office/drawing/2014/main" id="{45AE0570-33C3-DF8F-AE12-2A37DDB0C322}"/>
                  </a:ext>
                </a:extLst>
              </p:cNvPr>
              <p:cNvSpPr>
                <a:spLocks noChangeShapeType="1"/>
              </p:cNvSpPr>
              <p:nvPr/>
            </p:nvSpPr>
            <p:spPr bwMode="auto">
              <a:xfrm>
                <a:off x="2073" y="1434"/>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5623" name="Text Box 9">
              <a:extLst>
                <a:ext uri="{FF2B5EF4-FFF2-40B4-BE49-F238E27FC236}">
                  <a16:creationId xmlns:a16="http://schemas.microsoft.com/office/drawing/2014/main" id="{2743007B-AEB8-939C-2A2C-5BAB0F3D9CFF}"/>
                </a:ext>
              </a:extLst>
            </p:cNvPr>
            <p:cNvSpPr txBox="1">
              <a:spLocks noChangeArrowheads="1"/>
            </p:cNvSpPr>
            <p:nvPr/>
          </p:nvSpPr>
          <p:spPr bwMode="auto">
            <a:xfrm>
              <a:off x="2480" y="2229"/>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4" name="Text Box 10">
              <a:extLst>
                <a:ext uri="{FF2B5EF4-FFF2-40B4-BE49-F238E27FC236}">
                  <a16:creationId xmlns:a16="http://schemas.microsoft.com/office/drawing/2014/main" id="{E39E1FD7-E670-4FCA-EBE3-16AD528562B5}"/>
                </a:ext>
              </a:extLst>
            </p:cNvPr>
            <p:cNvSpPr txBox="1">
              <a:spLocks noChangeArrowheads="1"/>
            </p:cNvSpPr>
            <p:nvPr/>
          </p:nvSpPr>
          <p:spPr bwMode="auto">
            <a:xfrm>
              <a:off x="2858" y="2230"/>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5" name="Text Box 11">
              <a:extLst>
                <a:ext uri="{FF2B5EF4-FFF2-40B4-BE49-F238E27FC236}">
                  <a16:creationId xmlns:a16="http://schemas.microsoft.com/office/drawing/2014/main" id="{C80638DE-C6F4-CB15-803C-428B3C55789A}"/>
                </a:ext>
              </a:extLst>
            </p:cNvPr>
            <p:cNvSpPr txBox="1">
              <a:spLocks noChangeArrowheads="1"/>
            </p:cNvSpPr>
            <p:nvPr/>
          </p:nvSpPr>
          <p:spPr bwMode="auto">
            <a:xfrm>
              <a:off x="3342" y="2234"/>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6" name="Line 12">
              <a:extLst>
                <a:ext uri="{FF2B5EF4-FFF2-40B4-BE49-F238E27FC236}">
                  <a16:creationId xmlns:a16="http://schemas.microsoft.com/office/drawing/2014/main" id="{6AEF9C6F-229D-2E14-EEBD-E3D0F25556F0}"/>
                </a:ext>
              </a:extLst>
            </p:cNvPr>
            <p:cNvSpPr>
              <a:spLocks noChangeShapeType="1"/>
            </p:cNvSpPr>
            <p:nvPr/>
          </p:nvSpPr>
          <p:spPr bwMode="auto">
            <a:xfrm flipV="1">
              <a:off x="2603" y="1964"/>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7" name="Line 13">
              <a:extLst>
                <a:ext uri="{FF2B5EF4-FFF2-40B4-BE49-F238E27FC236}">
                  <a16:creationId xmlns:a16="http://schemas.microsoft.com/office/drawing/2014/main" id="{708D9CCF-0C67-532E-C5D7-BC8178104F6A}"/>
                </a:ext>
              </a:extLst>
            </p:cNvPr>
            <p:cNvSpPr>
              <a:spLocks noChangeShapeType="1"/>
            </p:cNvSpPr>
            <p:nvPr/>
          </p:nvSpPr>
          <p:spPr bwMode="auto">
            <a:xfrm flipV="1">
              <a:off x="3448" y="1944"/>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8" name="Line 14">
              <a:extLst>
                <a:ext uri="{FF2B5EF4-FFF2-40B4-BE49-F238E27FC236}">
                  <a16:creationId xmlns:a16="http://schemas.microsoft.com/office/drawing/2014/main" id="{8C4E73A5-7259-C758-801E-A88751636131}"/>
                </a:ext>
              </a:extLst>
            </p:cNvPr>
            <p:cNvSpPr>
              <a:spLocks noChangeShapeType="1"/>
            </p:cNvSpPr>
            <p:nvPr/>
          </p:nvSpPr>
          <p:spPr bwMode="auto">
            <a:xfrm flipV="1">
              <a:off x="2982" y="1930"/>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4580" name="Text Box 15">
            <a:extLst>
              <a:ext uri="{FF2B5EF4-FFF2-40B4-BE49-F238E27FC236}">
                <a16:creationId xmlns:a16="http://schemas.microsoft.com/office/drawing/2014/main" id="{83060B07-7565-7BFF-376A-4C9F8FA4C67A}"/>
              </a:ext>
            </a:extLst>
          </p:cNvPr>
          <p:cNvSpPr txBox="1">
            <a:spLocks noChangeArrowheads="1"/>
          </p:cNvSpPr>
          <p:nvPr/>
        </p:nvSpPr>
        <p:spPr bwMode="auto">
          <a:xfrm>
            <a:off x="503238" y="1824038"/>
            <a:ext cx="8183562" cy="1568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When an input command is a prefix to a process description, the actual name received on an input port replaces in the body of the process description the formal name used in the input command.</a:t>
            </a:r>
          </a:p>
        </p:txBody>
      </p:sp>
      <p:grpSp>
        <p:nvGrpSpPr>
          <p:cNvPr id="25604" name="Group 16">
            <a:extLst>
              <a:ext uri="{FF2B5EF4-FFF2-40B4-BE49-F238E27FC236}">
                <a16:creationId xmlns:a16="http://schemas.microsoft.com/office/drawing/2014/main" id="{E44AA533-390B-3607-6FC6-9047B8B2589D}"/>
              </a:ext>
            </a:extLst>
          </p:cNvPr>
          <p:cNvGrpSpPr>
            <a:grpSpLocks/>
          </p:cNvGrpSpPr>
          <p:nvPr/>
        </p:nvGrpSpPr>
        <p:grpSpPr bwMode="auto">
          <a:xfrm>
            <a:off x="5703888" y="4337050"/>
            <a:ext cx="2449512" cy="1838325"/>
            <a:chOff x="3546" y="1932"/>
            <a:chExt cx="1543" cy="1114"/>
          </a:xfrm>
        </p:grpSpPr>
        <p:cxnSp>
          <p:nvCxnSpPr>
            <p:cNvPr id="25612" name="AutoShape 17">
              <a:extLst>
                <a:ext uri="{FF2B5EF4-FFF2-40B4-BE49-F238E27FC236}">
                  <a16:creationId xmlns:a16="http://schemas.microsoft.com/office/drawing/2014/main" id="{8CA81AB2-6043-F4C1-6A64-827BC562DB08}"/>
                </a:ext>
              </a:extLst>
            </p:cNvPr>
            <p:cNvCxnSpPr>
              <a:cxnSpLocks noChangeShapeType="1"/>
              <a:stCxn id="25617" idx="2"/>
              <a:endCxn id="25615" idx="0"/>
            </p:cNvCxnSpPr>
            <p:nvPr/>
          </p:nvCxnSpPr>
          <p:spPr bwMode="auto">
            <a:xfrm flipH="1">
              <a:off x="4315" y="2259"/>
              <a:ext cx="3" cy="4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5613" name="Group 18">
              <a:extLst>
                <a:ext uri="{FF2B5EF4-FFF2-40B4-BE49-F238E27FC236}">
                  <a16:creationId xmlns:a16="http://schemas.microsoft.com/office/drawing/2014/main" id="{EB5F8734-87AA-0BB3-F702-BDBD73F6B45C}"/>
                </a:ext>
              </a:extLst>
            </p:cNvPr>
            <p:cNvGrpSpPr>
              <a:grpSpLocks/>
            </p:cNvGrpSpPr>
            <p:nvPr/>
          </p:nvGrpSpPr>
          <p:grpSpPr bwMode="auto">
            <a:xfrm>
              <a:off x="3546" y="1932"/>
              <a:ext cx="1543" cy="327"/>
              <a:chOff x="3546" y="1932"/>
              <a:chExt cx="1543" cy="327"/>
            </a:xfrm>
          </p:grpSpPr>
          <p:sp>
            <p:nvSpPr>
              <p:cNvPr id="25617" name="Text Box 19">
                <a:extLst>
                  <a:ext uri="{FF2B5EF4-FFF2-40B4-BE49-F238E27FC236}">
                    <a16:creationId xmlns:a16="http://schemas.microsoft.com/office/drawing/2014/main" id="{E16C5401-DAB3-F307-C34D-E6DE1F0B30E3}"/>
                  </a:ext>
                </a:extLst>
              </p:cNvPr>
              <p:cNvSpPr txBox="1">
                <a:spLocks noChangeArrowheads="1"/>
              </p:cNvSpPr>
              <p:nvPr/>
            </p:nvSpPr>
            <p:spPr bwMode="auto">
              <a:xfrm>
                <a:off x="3546" y="1932"/>
                <a:ext cx="15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xy.0 | x(u).uv.0 </a:t>
                </a:r>
              </a:p>
            </p:txBody>
          </p:sp>
          <p:sp>
            <p:nvSpPr>
              <p:cNvPr id="25618" name="Line 20">
                <a:extLst>
                  <a:ext uri="{FF2B5EF4-FFF2-40B4-BE49-F238E27FC236}">
                    <a16:creationId xmlns:a16="http://schemas.microsoft.com/office/drawing/2014/main" id="{E7E0C604-08CA-2411-0FBA-765583B0E5F3}"/>
                  </a:ext>
                </a:extLst>
              </p:cNvPr>
              <p:cNvSpPr>
                <a:spLocks noChangeShapeType="1"/>
              </p:cNvSpPr>
              <p:nvPr/>
            </p:nvSpPr>
            <p:spPr bwMode="auto">
              <a:xfrm>
                <a:off x="4583" y="2036"/>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9" name="Line 21">
                <a:extLst>
                  <a:ext uri="{FF2B5EF4-FFF2-40B4-BE49-F238E27FC236}">
                    <a16:creationId xmlns:a16="http://schemas.microsoft.com/office/drawing/2014/main" id="{34C58C70-6565-E80A-1551-93A6A575B76A}"/>
                  </a:ext>
                </a:extLst>
              </p:cNvPr>
              <p:cNvSpPr>
                <a:spLocks noChangeShapeType="1"/>
              </p:cNvSpPr>
              <p:nvPr/>
            </p:nvSpPr>
            <p:spPr bwMode="auto">
              <a:xfrm>
                <a:off x="3593" y="2042"/>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5614" name="Group 22">
              <a:extLst>
                <a:ext uri="{FF2B5EF4-FFF2-40B4-BE49-F238E27FC236}">
                  <a16:creationId xmlns:a16="http://schemas.microsoft.com/office/drawing/2014/main" id="{551A0018-A3D2-957C-F408-A7365AE635B5}"/>
                </a:ext>
              </a:extLst>
            </p:cNvPr>
            <p:cNvGrpSpPr>
              <a:grpSpLocks/>
            </p:cNvGrpSpPr>
            <p:nvPr/>
          </p:nvGrpSpPr>
          <p:grpSpPr bwMode="auto">
            <a:xfrm>
              <a:off x="3926" y="2719"/>
              <a:ext cx="777" cy="327"/>
              <a:chOff x="3934" y="2719"/>
              <a:chExt cx="777" cy="327"/>
            </a:xfrm>
          </p:grpSpPr>
          <p:sp>
            <p:nvSpPr>
              <p:cNvPr id="25615" name="Text Box 23">
                <a:extLst>
                  <a:ext uri="{FF2B5EF4-FFF2-40B4-BE49-F238E27FC236}">
                    <a16:creationId xmlns:a16="http://schemas.microsoft.com/office/drawing/2014/main" id="{146DCD3E-BEA4-FD83-AEC0-B0B03BCB3E4B}"/>
                  </a:ext>
                </a:extLst>
              </p:cNvPr>
              <p:cNvSpPr txBox="1">
                <a:spLocks noChangeArrowheads="1"/>
              </p:cNvSpPr>
              <p:nvPr/>
            </p:nvSpPr>
            <p:spPr bwMode="auto">
              <a:xfrm>
                <a:off x="3934" y="2719"/>
                <a:ext cx="7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0 | yv.0</a:t>
                </a:r>
              </a:p>
            </p:txBody>
          </p:sp>
          <p:sp>
            <p:nvSpPr>
              <p:cNvPr id="25616" name="Line 24">
                <a:extLst>
                  <a:ext uri="{FF2B5EF4-FFF2-40B4-BE49-F238E27FC236}">
                    <a16:creationId xmlns:a16="http://schemas.microsoft.com/office/drawing/2014/main" id="{54A0AECB-57B3-873A-451E-684378D9A9DC}"/>
                  </a:ext>
                </a:extLst>
              </p:cNvPr>
              <p:cNvSpPr>
                <a:spLocks noChangeShapeType="1"/>
              </p:cNvSpPr>
              <p:nvPr/>
            </p:nvSpPr>
            <p:spPr bwMode="auto">
              <a:xfrm>
                <a:off x="4253" y="2834"/>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5605" name="Freeform 25">
            <a:extLst>
              <a:ext uri="{FF2B5EF4-FFF2-40B4-BE49-F238E27FC236}">
                <a16:creationId xmlns:a16="http://schemas.microsoft.com/office/drawing/2014/main" id="{978DA6FC-1DFF-AD5D-6459-25C2533129B2}"/>
              </a:ext>
            </a:extLst>
          </p:cNvPr>
          <p:cNvSpPr>
            <a:spLocks/>
          </p:cNvSpPr>
          <p:nvPr/>
        </p:nvSpPr>
        <p:spPr bwMode="auto">
          <a:xfrm>
            <a:off x="6062663" y="4024313"/>
            <a:ext cx="989012" cy="519112"/>
          </a:xfrm>
          <a:custGeom>
            <a:avLst/>
            <a:gdLst>
              <a:gd name="T0" fmla="*/ 0 w 623"/>
              <a:gd name="T1" fmla="*/ 2147483647 h 315"/>
              <a:gd name="T2" fmla="*/ 2147483647 w 623"/>
              <a:gd name="T3" fmla="*/ 2147483647 h 315"/>
              <a:gd name="T4" fmla="*/ 2147483647 w 623"/>
              <a:gd name="T5" fmla="*/ 2147483647 h 315"/>
              <a:gd name="T6" fmla="*/ 0 60000 65536"/>
              <a:gd name="T7" fmla="*/ 0 60000 65536"/>
              <a:gd name="T8" fmla="*/ 0 60000 65536"/>
              <a:gd name="T9" fmla="*/ 0 w 623"/>
              <a:gd name="T10" fmla="*/ 0 h 315"/>
              <a:gd name="T11" fmla="*/ 623 w 623"/>
              <a:gd name="T12" fmla="*/ 315 h 315"/>
            </a:gdLst>
            <a:ahLst/>
            <a:cxnLst>
              <a:cxn ang="T6">
                <a:pos x="T0" y="T1"/>
              </a:cxn>
              <a:cxn ang="T7">
                <a:pos x="T2" y="T3"/>
              </a:cxn>
              <a:cxn ang="T8">
                <a:pos x="T4" y="T5"/>
              </a:cxn>
            </a:cxnLst>
            <a:rect l="T9" t="T10" r="T11" b="T12"/>
            <a:pathLst>
              <a:path w="623" h="315">
                <a:moveTo>
                  <a:pt x="0" y="299"/>
                </a:moveTo>
                <a:cubicBezTo>
                  <a:pt x="107" y="149"/>
                  <a:pt x="215" y="0"/>
                  <a:pt x="319" y="3"/>
                </a:cubicBezTo>
                <a:cubicBezTo>
                  <a:pt x="423" y="6"/>
                  <a:pt x="572" y="263"/>
                  <a:pt x="623" y="315"/>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6" name="Freeform 26">
            <a:extLst>
              <a:ext uri="{FF2B5EF4-FFF2-40B4-BE49-F238E27FC236}">
                <a16:creationId xmlns:a16="http://schemas.microsoft.com/office/drawing/2014/main" id="{08190C05-8D82-0F07-A3CF-5C6A17E1AC9D}"/>
              </a:ext>
            </a:extLst>
          </p:cNvPr>
          <p:cNvSpPr>
            <a:spLocks/>
          </p:cNvSpPr>
          <p:nvPr/>
        </p:nvSpPr>
        <p:spPr bwMode="auto">
          <a:xfrm>
            <a:off x="7051675" y="4746625"/>
            <a:ext cx="384175" cy="361950"/>
          </a:xfrm>
          <a:custGeom>
            <a:avLst/>
            <a:gdLst>
              <a:gd name="T0" fmla="*/ 0 w 242"/>
              <a:gd name="T1" fmla="*/ 2147483647 h 219"/>
              <a:gd name="T2" fmla="*/ 2147483647 w 242"/>
              <a:gd name="T3" fmla="*/ 2147483647 h 219"/>
              <a:gd name="T4" fmla="*/ 2147483647 w 242"/>
              <a:gd name="T5" fmla="*/ 0 h 219"/>
              <a:gd name="T6" fmla="*/ 0 60000 65536"/>
              <a:gd name="T7" fmla="*/ 0 60000 65536"/>
              <a:gd name="T8" fmla="*/ 0 60000 65536"/>
              <a:gd name="T9" fmla="*/ 0 w 242"/>
              <a:gd name="T10" fmla="*/ 0 h 219"/>
              <a:gd name="T11" fmla="*/ 242 w 242"/>
              <a:gd name="T12" fmla="*/ 219 h 219"/>
            </a:gdLst>
            <a:ahLst/>
            <a:cxnLst>
              <a:cxn ang="T6">
                <a:pos x="T0" y="T1"/>
              </a:cxn>
              <a:cxn ang="T7">
                <a:pos x="T2" y="T3"/>
              </a:cxn>
              <a:cxn ang="T8">
                <a:pos x="T4" y="T5"/>
              </a:cxn>
            </a:cxnLst>
            <a:rect l="T9" t="T10" r="T11" b="T12"/>
            <a:pathLst>
              <a:path w="242" h="219">
                <a:moveTo>
                  <a:pt x="0" y="54"/>
                </a:moveTo>
                <a:cubicBezTo>
                  <a:pt x="50" y="136"/>
                  <a:pt x="100" y="219"/>
                  <a:pt x="140" y="210"/>
                </a:cubicBezTo>
                <a:cubicBezTo>
                  <a:pt x="180" y="201"/>
                  <a:pt x="211" y="100"/>
                  <a:pt x="242"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7" name="Freeform 27">
            <a:extLst>
              <a:ext uri="{FF2B5EF4-FFF2-40B4-BE49-F238E27FC236}">
                <a16:creationId xmlns:a16="http://schemas.microsoft.com/office/drawing/2014/main" id="{1066E274-29A8-85D8-2247-F93E154BC56D}"/>
              </a:ext>
            </a:extLst>
          </p:cNvPr>
          <p:cNvSpPr>
            <a:spLocks/>
          </p:cNvSpPr>
          <p:nvPr/>
        </p:nvSpPr>
        <p:spPr bwMode="auto">
          <a:xfrm>
            <a:off x="2176463" y="4657725"/>
            <a:ext cx="779462" cy="1593850"/>
          </a:xfrm>
          <a:custGeom>
            <a:avLst/>
            <a:gdLst>
              <a:gd name="T0" fmla="*/ 0 w 491"/>
              <a:gd name="T1" fmla="*/ 0 h 1004"/>
              <a:gd name="T2" fmla="*/ 2147483647 w 491"/>
              <a:gd name="T3" fmla="*/ 2147483647 h 1004"/>
              <a:gd name="T4" fmla="*/ 2147483647 w 491"/>
              <a:gd name="T5" fmla="*/ 2147483647 h 1004"/>
              <a:gd name="T6" fmla="*/ 0 60000 65536"/>
              <a:gd name="T7" fmla="*/ 0 60000 65536"/>
              <a:gd name="T8" fmla="*/ 0 60000 65536"/>
              <a:gd name="T9" fmla="*/ 0 w 491"/>
              <a:gd name="T10" fmla="*/ 0 h 1004"/>
              <a:gd name="T11" fmla="*/ 491 w 491"/>
              <a:gd name="T12" fmla="*/ 1004 h 1004"/>
            </a:gdLst>
            <a:ahLst/>
            <a:cxnLst>
              <a:cxn ang="T6">
                <a:pos x="T0" y="T1"/>
              </a:cxn>
              <a:cxn ang="T7">
                <a:pos x="T2" y="T3"/>
              </a:cxn>
              <a:cxn ang="T8">
                <a:pos x="T4" y="T5"/>
              </a:cxn>
            </a:cxnLst>
            <a:rect l="T9" t="T10" r="T11" b="T12"/>
            <a:pathLst>
              <a:path w="491" h="1004">
                <a:moveTo>
                  <a:pt x="0" y="0"/>
                </a:moveTo>
                <a:cubicBezTo>
                  <a:pt x="37" y="402"/>
                  <a:pt x="74" y="804"/>
                  <a:pt x="156" y="904"/>
                </a:cubicBezTo>
                <a:cubicBezTo>
                  <a:pt x="238" y="1004"/>
                  <a:pt x="364" y="802"/>
                  <a:pt x="491" y="60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8" name="Freeform 28">
            <a:extLst>
              <a:ext uri="{FF2B5EF4-FFF2-40B4-BE49-F238E27FC236}">
                <a16:creationId xmlns:a16="http://schemas.microsoft.com/office/drawing/2014/main" id="{16DE33F7-B6D9-9676-B557-5B0FDDEA6A10}"/>
              </a:ext>
            </a:extLst>
          </p:cNvPr>
          <p:cNvSpPr>
            <a:spLocks/>
          </p:cNvSpPr>
          <p:nvPr/>
        </p:nvSpPr>
        <p:spPr bwMode="auto">
          <a:xfrm>
            <a:off x="2486025" y="5597525"/>
            <a:ext cx="1089025" cy="769938"/>
          </a:xfrm>
          <a:custGeom>
            <a:avLst/>
            <a:gdLst>
              <a:gd name="T0" fmla="*/ 0 w 686"/>
              <a:gd name="T1" fmla="*/ 2147483647 h 485"/>
              <a:gd name="T2" fmla="*/ 2147483647 w 686"/>
              <a:gd name="T3" fmla="*/ 2147483647 h 485"/>
              <a:gd name="T4" fmla="*/ 2147483647 w 686"/>
              <a:gd name="T5" fmla="*/ 0 h 485"/>
              <a:gd name="T6" fmla="*/ 0 60000 65536"/>
              <a:gd name="T7" fmla="*/ 0 60000 65536"/>
              <a:gd name="T8" fmla="*/ 0 60000 65536"/>
              <a:gd name="T9" fmla="*/ 0 w 686"/>
              <a:gd name="T10" fmla="*/ 0 h 485"/>
              <a:gd name="T11" fmla="*/ 686 w 686"/>
              <a:gd name="T12" fmla="*/ 485 h 485"/>
            </a:gdLst>
            <a:ahLst/>
            <a:cxnLst>
              <a:cxn ang="T6">
                <a:pos x="T0" y="T1"/>
              </a:cxn>
              <a:cxn ang="T7">
                <a:pos x="T2" y="T3"/>
              </a:cxn>
              <a:cxn ang="T8">
                <a:pos x="T4" y="T5"/>
              </a:cxn>
            </a:cxnLst>
            <a:rect l="T9" t="T10" r="T11" b="T12"/>
            <a:pathLst>
              <a:path w="686" h="485">
                <a:moveTo>
                  <a:pt x="0" y="335"/>
                </a:moveTo>
                <a:cubicBezTo>
                  <a:pt x="212" y="410"/>
                  <a:pt x="424" y="485"/>
                  <a:pt x="538" y="429"/>
                </a:cubicBezTo>
                <a:cubicBezTo>
                  <a:pt x="652" y="373"/>
                  <a:pt x="669" y="186"/>
                  <a:pt x="686"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9" name="Freeform 29">
            <a:extLst>
              <a:ext uri="{FF2B5EF4-FFF2-40B4-BE49-F238E27FC236}">
                <a16:creationId xmlns:a16="http://schemas.microsoft.com/office/drawing/2014/main" id="{982DB970-D74A-0E3A-ABF6-82E221CB3A09}"/>
              </a:ext>
            </a:extLst>
          </p:cNvPr>
          <p:cNvSpPr>
            <a:spLocks/>
          </p:cNvSpPr>
          <p:nvPr/>
        </p:nvSpPr>
        <p:spPr bwMode="auto">
          <a:xfrm>
            <a:off x="3105150" y="5622925"/>
            <a:ext cx="1236663" cy="830263"/>
          </a:xfrm>
          <a:custGeom>
            <a:avLst/>
            <a:gdLst>
              <a:gd name="T0" fmla="*/ 0 w 779"/>
              <a:gd name="T1" fmla="*/ 2147483647 h 523"/>
              <a:gd name="T2" fmla="*/ 2147483647 w 779"/>
              <a:gd name="T3" fmla="*/ 2147483647 h 523"/>
              <a:gd name="T4" fmla="*/ 2147483647 w 779"/>
              <a:gd name="T5" fmla="*/ 0 h 523"/>
              <a:gd name="T6" fmla="*/ 0 60000 65536"/>
              <a:gd name="T7" fmla="*/ 0 60000 65536"/>
              <a:gd name="T8" fmla="*/ 0 60000 65536"/>
              <a:gd name="T9" fmla="*/ 0 w 779"/>
              <a:gd name="T10" fmla="*/ 0 h 523"/>
              <a:gd name="T11" fmla="*/ 779 w 779"/>
              <a:gd name="T12" fmla="*/ 523 h 523"/>
            </a:gdLst>
            <a:ahLst/>
            <a:cxnLst>
              <a:cxn ang="T6">
                <a:pos x="T0" y="T1"/>
              </a:cxn>
              <a:cxn ang="T7">
                <a:pos x="T2" y="T3"/>
              </a:cxn>
              <a:cxn ang="T8">
                <a:pos x="T4" y="T5"/>
              </a:cxn>
            </a:cxnLst>
            <a:rect l="T9" t="T10" r="T11" b="T12"/>
            <a:pathLst>
              <a:path w="779" h="523">
                <a:moveTo>
                  <a:pt x="0" y="429"/>
                </a:moveTo>
                <a:cubicBezTo>
                  <a:pt x="235" y="476"/>
                  <a:pt x="470" y="523"/>
                  <a:pt x="600" y="452"/>
                </a:cubicBezTo>
                <a:cubicBezTo>
                  <a:pt x="730" y="381"/>
                  <a:pt x="754" y="190"/>
                  <a:pt x="779"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0" name="Footer Placeholder 1">
            <a:extLst>
              <a:ext uri="{FF2B5EF4-FFF2-40B4-BE49-F238E27FC236}">
                <a16:creationId xmlns:a16="http://schemas.microsoft.com/office/drawing/2014/main" id="{E9D65EFB-3F9D-6D79-64DB-235D4B5D86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5611" name="Slide Number Placeholder 2">
            <a:extLst>
              <a:ext uri="{FF2B5EF4-FFF2-40B4-BE49-F238E27FC236}">
                <a16:creationId xmlns:a16="http://schemas.microsoft.com/office/drawing/2014/main" id="{490F528B-5971-8538-C145-999D6DAF85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EC85393-9D47-6E45-85A0-5A924D7B3E96}" type="slidenum">
              <a:rPr lang="en-US" altLang="en-US" sz="1200">
                <a:solidFill>
                  <a:srgbClr val="898989"/>
                </a:solidFill>
              </a:rPr>
              <a:pPr eaLnBrk="1" hangingPunct="1"/>
              <a:t>10</a:t>
            </a:fld>
            <a:endParaRPr lang="en-US" altLang="en-US" sz="120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F8E0D905-E513-28D5-A3D2-D058DCB3ED5F}"/>
              </a:ext>
            </a:extLst>
          </p:cNvPr>
          <p:cNvSpPr>
            <a:spLocks noGrp="1" noChangeArrowheads="1"/>
          </p:cNvSpPr>
          <p:nvPr>
            <p:ph type="title"/>
          </p:nvPr>
        </p:nvSpPr>
        <p:spPr/>
        <p:txBody>
          <a:bodyPr/>
          <a:lstStyle/>
          <a:p>
            <a:pPr eaLnBrk="1" hangingPunct="1"/>
            <a:r>
              <a:rPr lang="en-US" altLang="en-US" sz="3600">
                <a:solidFill>
                  <a:srgbClr val="2402EE"/>
                </a:solidFill>
                <a:ea typeface="ＭＳ Ｐゴシック" panose="020B0600070205080204" pitchFamily="34" charset="-128"/>
              </a:rPr>
              <a:t>Semantics of Concurrent Communication</a:t>
            </a:r>
          </a:p>
        </p:txBody>
      </p:sp>
      <p:grpSp>
        <p:nvGrpSpPr>
          <p:cNvPr id="26626" name="Group 3">
            <a:extLst>
              <a:ext uri="{FF2B5EF4-FFF2-40B4-BE49-F238E27FC236}">
                <a16:creationId xmlns:a16="http://schemas.microsoft.com/office/drawing/2014/main" id="{B109FB17-DB85-1793-4431-478ACE90EED1}"/>
              </a:ext>
            </a:extLst>
          </p:cNvPr>
          <p:cNvGrpSpPr>
            <a:grpSpLocks/>
          </p:cNvGrpSpPr>
          <p:nvPr/>
        </p:nvGrpSpPr>
        <p:grpSpPr bwMode="auto">
          <a:xfrm>
            <a:off x="2674938" y="1625600"/>
            <a:ext cx="3211512" cy="519113"/>
            <a:chOff x="1607" y="1079"/>
            <a:chExt cx="2023" cy="327"/>
          </a:xfrm>
        </p:grpSpPr>
        <p:sp>
          <p:nvSpPr>
            <p:cNvPr id="26640" name="Text Box 4">
              <a:extLst>
                <a:ext uri="{FF2B5EF4-FFF2-40B4-BE49-F238E27FC236}">
                  <a16:creationId xmlns:a16="http://schemas.microsoft.com/office/drawing/2014/main" id="{1F796FF3-7693-5186-A3A7-54BF968F74E1}"/>
                </a:ext>
              </a:extLst>
            </p:cNvPr>
            <p:cNvSpPr txBox="1">
              <a:spLocks noChangeArrowheads="1"/>
            </p:cNvSpPr>
            <p:nvPr/>
          </p:nvSpPr>
          <p:spPr bwMode="auto">
            <a:xfrm>
              <a:off x="1607" y="1079"/>
              <a:ext cx="20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x(u).uv.0 | xz.0</a:t>
              </a:r>
            </a:p>
          </p:txBody>
        </p:sp>
        <p:sp>
          <p:nvSpPr>
            <p:cNvPr id="26641" name="Line 5">
              <a:extLst>
                <a:ext uri="{FF2B5EF4-FFF2-40B4-BE49-F238E27FC236}">
                  <a16:creationId xmlns:a16="http://schemas.microsoft.com/office/drawing/2014/main" id="{E7AA66B7-F44E-8E89-1923-C1759194BF6D}"/>
                </a:ext>
              </a:extLst>
            </p:cNvPr>
            <p:cNvSpPr>
              <a:spLocks noChangeShapeType="1"/>
            </p:cNvSpPr>
            <p:nvPr/>
          </p:nvSpPr>
          <p:spPr bwMode="auto">
            <a:xfrm>
              <a:off x="1652" y="1161"/>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2" name="Line 6">
              <a:extLst>
                <a:ext uri="{FF2B5EF4-FFF2-40B4-BE49-F238E27FC236}">
                  <a16:creationId xmlns:a16="http://schemas.microsoft.com/office/drawing/2014/main" id="{0AC80893-4C81-A235-2279-13C0C097A7CC}"/>
                </a:ext>
              </a:extLst>
            </p:cNvPr>
            <p:cNvSpPr>
              <a:spLocks noChangeShapeType="1"/>
            </p:cNvSpPr>
            <p:nvPr/>
          </p:nvSpPr>
          <p:spPr bwMode="auto">
            <a:xfrm>
              <a:off x="2636" y="1179"/>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3" name="Line 7">
              <a:extLst>
                <a:ext uri="{FF2B5EF4-FFF2-40B4-BE49-F238E27FC236}">
                  <a16:creationId xmlns:a16="http://schemas.microsoft.com/office/drawing/2014/main" id="{24629BAD-6CD5-11DC-8E8E-DC73C92FC039}"/>
                </a:ext>
              </a:extLst>
            </p:cNvPr>
            <p:cNvSpPr>
              <a:spLocks noChangeShapeType="1"/>
            </p:cNvSpPr>
            <p:nvPr/>
          </p:nvSpPr>
          <p:spPr bwMode="auto">
            <a:xfrm>
              <a:off x="3184" y="1166"/>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27" name="Group 8">
            <a:extLst>
              <a:ext uri="{FF2B5EF4-FFF2-40B4-BE49-F238E27FC236}">
                <a16:creationId xmlns:a16="http://schemas.microsoft.com/office/drawing/2014/main" id="{37B36760-E8DF-A1DC-0717-6737E25FF617}"/>
              </a:ext>
            </a:extLst>
          </p:cNvPr>
          <p:cNvGrpSpPr>
            <a:grpSpLocks/>
          </p:cNvGrpSpPr>
          <p:nvPr/>
        </p:nvGrpSpPr>
        <p:grpSpPr bwMode="auto">
          <a:xfrm>
            <a:off x="1285875" y="3340100"/>
            <a:ext cx="2084388" cy="519113"/>
            <a:chOff x="670" y="2058"/>
            <a:chExt cx="1313" cy="327"/>
          </a:xfrm>
        </p:grpSpPr>
        <p:sp>
          <p:nvSpPr>
            <p:cNvPr id="26637" name="Text Box 9">
              <a:extLst>
                <a:ext uri="{FF2B5EF4-FFF2-40B4-BE49-F238E27FC236}">
                  <a16:creationId xmlns:a16="http://schemas.microsoft.com/office/drawing/2014/main" id="{1CB0936E-AC7F-606D-FBD4-CE92D3418423}"/>
                </a:ext>
              </a:extLst>
            </p:cNvPr>
            <p:cNvSpPr txBox="1">
              <a:spLocks noChangeArrowheads="1"/>
            </p:cNvSpPr>
            <p:nvPr/>
          </p:nvSpPr>
          <p:spPr bwMode="auto">
            <a:xfrm>
              <a:off x="670" y="2058"/>
              <a:ext cx="1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0 | yv.0 | xz.0</a:t>
              </a:r>
            </a:p>
          </p:txBody>
        </p:sp>
        <p:sp>
          <p:nvSpPr>
            <p:cNvPr id="26638" name="Line 10">
              <a:extLst>
                <a:ext uri="{FF2B5EF4-FFF2-40B4-BE49-F238E27FC236}">
                  <a16:creationId xmlns:a16="http://schemas.microsoft.com/office/drawing/2014/main" id="{7E54E9C5-F10E-ECF5-9199-0A0226BCAE21}"/>
                </a:ext>
              </a:extLst>
            </p:cNvPr>
            <p:cNvSpPr>
              <a:spLocks noChangeShapeType="1"/>
            </p:cNvSpPr>
            <p:nvPr/>
          </p:nvSpPr>
          <p:spPr bwMode="auto">
            <a:xfrm>
              <a:off x="990" y="2151"/>
              <a:ext cx="10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9" name="Line 11">
              <a:extLst>
                <a:ext uri="{FF2B5EF4-FFF2-40B4-BE49-F238E27FC236}">
                  <a16:creationId xmlns:a16="http://schemas.microsoft.com/office/drawing/2014/main" id="{D07C32C3-43A9-78DB-6619-9063C06EB8C9}"/>
                </a:ext>
              </a:extLst>
            </p:cNvPr>
            <p:cNvSpPr>
              <a:spLocks noChangeShapeType="1"/>
            </p:cNvSpPr>
            <p:nvPr/>
          </p:nvSpPr>
          <p:spPr bwMode="auto">
            <a:xfrm>
              <a:off x="1554" y="2154"/>
              <a:ext cx="10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28" name="Group 12">
            <a:extLst>
              <a:ext uri="{FF2B5EF4-FFF2-40B4-BE49-F238E27FC236}">
                <a16:creationId xmlns:a16="http://schemas.microsoft.com/office/drawing/2014/main" id="{D9E328C8-B44E-2F6B-3C47-A6AA7CAE47EF}"/>
              </a:ext>
            </a:extLst>
          </p:cNvPr>
          <p:cNvGrpSpPr>
            <a:grpSpLocks/>
          </p:cNvGrpSpPr>
          <p:nvPr/>
        </p:nvGrpSpPr>
        <p:grpSpPr bwMode="auto">
          <a:xfrm>
            <a:off x="5280025" y="3317875"/>
            <a:ext cx="2084388" cy="519113"/>
            <a:chOff x="3326" y="2090"/>
            <a:chExt cx="1313" cy="327"/>
          </a:xfrm>
        </p:grpSpPr>
        <p:sp>
          <p:nvSpPr>
            <p:cNvPr id="26634" name="Text Box 13">
              <a:extLst>
                <a:ext uri="{FF2B5EF4-FFF2-40B4-BE49-F238E27FC236}">
                  <a16:creationId xmlns:a16="http://schemas.microsoft.com/office/drawing/2014/main" id="{9789D1FD-106F-7678-FF0A-9BE2E660F803}"/>
                </a:ext>
              </a:extLst>
            </p:cNvPr>
            <p:cNvSpPr txBox="1">
              <a:spLocks noChangeArrowheads="1"/>
            </p:cNvSpPr>
            <p:nvPr/>
          </p:nvSpPr>
          <p:spPr bwMode="auto">
            <a:xfrm>
              <a:off x="3326" y="2090"/>
              <a:ext cx="1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zv.0 | 0</a:t>
              </a:r>
            </a:p>
          </p:txBody>
        </p:sp>
        <p:sp>
          <p:nvSpPr>
            <p:cNvPr id="26635" name="Line 14">
              <a:extLst>
                <a:ext uri="{FF2B5EF4-FFF2-40B4-BE49-F238E27FC236}">
                  <a16:creationId xmlns:a16="http://schemas.microsoft.com/office/drawing/2014/main" id="{BDDC057C-DB4F-0024-83C2-7CDE48211089}"/>
                </a:ext>
              </a:extLst>
            </p:cNvPr>
            <p:cNvSpPr>
              <a:spLocks noChangeShapeType="1"/>
            </p:cNvSpPr>
            <p:nvPr/>
          </p:nvSpPr>
          <p:spPr bwMode="auto">
            <a:xfrm>
              <a:off x="3382" y="219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6" name="Line 15">
              <a:extLst>
                <a:ext uri="{FF2B5EF4-FFF2-40B4-BE49-F238E27FC236}">
                  <a16:creationId xmlns:a16="http://schemas.microsoft.com/office/drawing/2014/main" id="{1280B3DB-39D5-B3A3-8DAF-36C37D48E60A}"/>
                </a:ext>
              </a:extLst>
            </p:cNvPr>
            <p:cNvSpPr>
              <a:spLocks noChangeShapeType="1"/>
            </p:cNvSpPr>
            <p:nvPr/>
          </p:nvSpPr>
          <p:spPr bwMode="auto">
            <a:xfrm>
              <a:off x="3938" y="220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6629" name="Line 16">
            <a:extLst>
              <a:ext uri="{FF2B5EF4-FFF2-40B4-BE49-F238E27FC236}">
                <a16:creationId xmlns:a16="http://schemas.microsoft.com/office/drawing/2014/main" id="{6C0206A2-97A5-36E3-FB95-A513D63D327C}"/>
              </a:ext>
            </a:extLst>
          </p:cNvPr>
          <p:cNvSpPr>
            <a:spLocks noChangeShapeType="1"/>
          </p:cNvSpPr>
          <p:nvPr/>
        </p:nvSpPr>
        <p:spPr bwMode="auto">
          <a:xfrm flipH="1">
            <a:off x="2474913" y="2214563"/>
            <a:ext cx="1693862" cy="977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0" name="Line 17">
            <a:extLst>
              <a:ext uri="{FF2B5EF4-FFF2-40B4-BE49-F238E27FC236}">
                <a16:creationId xmlns:a16="http://schemas.microsoft.com/office/drawing/2014/main" id="{BEE6CD00-5658-BB1D-227C-352AAD5F0AB4}"/>
              </a:ext>
            </a:extLst>
          </p:cNvPr>
          <p:cNvSpPr>
            <a:spLocks noChangeShapeType="1"/>
          </p:cNvSpPr>
          <p:nvPr/>
        </p:nvSpPr>
        <p:spPr bwMode="auto">
          <a:xfrm>
            <a:off x="4156075" y="2201863"/>
            <a:ext cx="2041525" cy="1176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8" name="Text Box 18">
            <a:extLst>
              <a:ext uri="{FF2B5EF4-FFF2-40B4-BE49-F238E27FC236}">
                <a16:creationId xmlns:a16="http://schemas.microsoft.com/office/drawing/2014/main" id="{894AA295-0CF6-ACBA-2C48-BAF732F40E1E}"/>
              </a:ext>
            </a:extLst>
          </p:cNvPr>
          <p:cNvSpPr txBox="1">
            <a:spLocks noChangeArrowheads="1"/>
          </p:cNvSpPr>
          <p:nvPr/>
        </p:nvSpPr>
        <p:spPr bwMode="auto">
          <a:xfrm>
            <a:off x="1023938" y="4683125"/>
            <a:ext cx="6838950" cy="70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000" dirty="0">
                <a:latin typeface="+mn-lt"/>
              </a:rPr>
              <a:t>A system can evolve in different ways depending on the interactions among processes.</a:t>
            </a:r>
          </a:p>
        </p:txBody>
      </p:sp>
      <p:sp>
        <p:nvSpPr>
          <p:cNvPr id="26632" name="Footer Placeholder 1">
            <a:extLst>
              <a:ext uri="{FF2B5EF4-FFF2-40B4-BE49-F238E27FC236}">
                <a16:creationId xmlns:a16="http://schemas.microsoft.com/office/drawing/2014/main" id="{2782CAAB-41AA-A1A4-C045-C8059A9AA5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6633" name="Slide Number Placeholder 2">
            <a:extLst>
              <a:ext uri="{FF2B5EF4-FFF2-40B4-BE49-F238E27FC236}">
                <a16:creationId xmlns:a16="http://schemas.microsoft.com/office/drawing/2014/main" id="{177E23AD-12EF-A0D8-27D4-C8C30D8C21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5807F50-65B8-234B-B185-884B7009970E}" type="slidenum">
              <a:rPr lang="en-US" altLang="en-US" sz="1200">
                <a:solidFill>
                  <a:srgbClr val="898989"/>
                </a:solidFill>
              </a:rPr>
              <a:pPr eaLnBrk="1" hangingPunct="1"/>
              <a:t>11</a:t>
            </a:fld>
            <a:endParaRPr lang="en-US" altLang="en-US" sz="120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41B717BB-AFE4-FA32-6963-A0C8C9B68587}"/>
              </a:ext>
            </a:extLst>
          </p:cNvPr>
          <p:cNvSpPr>
            <a:spLocks noGrp="1" noChangeArrowheads="1"/>
          </p:cNvSpPr>
          <p:nvPr>
            <p:ph type="title"/>
          </p:nvPr>
        </p:nvSpPr>
        <p:spPr/>
        <p:txBody>
          <a:bodyPr/>
          <a:lstStyle/>
          <a:p>
            <a:pPr eaLnBrk="1" hangingPunct="1"/>
            <a:r>
              <a:rPr lang="en-US" altLang="en-US">
                <a:solidFill>
                  <a:srgbClr val="2402EE"/>
                </a:solidFill>
                <a:latin typeface="Times New Roman" panose="02020603050405020304" pitchFamily="18" charset="0"/>
                <a:ea typeface="ＭＳ Ｐゴシック" panose="020B0600070205080204" pitchFamily="34" charset="-128"/>
              </a:rPr>
              <a:t>Modeling Mobility in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endParaRPr lang="en-US" altLang="en-US">
              <a:solidFill>
                <a:srgbClr val="2402EE"/>
              </a:solidFill>
              <a:ea typeface="ＭＳ Ｐゴシック" panose="020B0600070205080204" pitchFamily="34" charset="-128"/>
            </a:endParaRPr>
          </a:p>
        </p:txBody>
      </p:sp>
      <p:sp>
        <p:nvSpPr>
          <p:cNvPr id="26627" name="Text Box 3">
            <a:extLst>
              <a:ext uri="{FF2B5EF4-FFF2-40B4-BE49-F238E27FC236}">
                <a16:creationId xmlns:a16="http://schemas.microsoft.com/office/drawing/2014/main" id="{470580EC-AC5E-557E-06F4-F5E997139DE8}"/>
              </a:ext>
            </a:extLst>
          </p:cNvPr>
          <p:cNvSpPr txBox="1">
            <a:spLocks noChangeArrowheads="1"/>
          </p:cNvSpPr>
          <p:nvPr/>
        </p:nvSpPr>
        <p:spPr bwMode="auto">
          <a:xfrm>
            <a:off x="555625" y="1690688"/>
            <a:ext cx="7797800" cy="2740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marL="342900" indent="-342900">
              <a:spcBef>
                <a:spcPct val="20000"/>
              </a:spcBef>
              <a:buFont typeface="Arial"/>
              <a:buChar char="•"/>
              <a:defRPr/>
            </a:pPr>
            <a:r>
              <a:rPr lang="en-US" altLang="en-US" sz="2000" dirty="0">
                <a:latin typeface="+mn-lt"/>
              </a:rPr>
              <a:t>Refers to dynamic change in the communication topology among   processes</a:t>
            </a:r>
          </a:p>
          <a:p>
            <a:pPr marL="342900" indent="-342900">
              <a:spcBef>
                <a:spcPct val="20000"/>
              </a:spcBef>
              <a:buFont typeface="Arial"/>
              <a:buChar char="•"/>
              <a:defRPr/>
            </a:pPr>
            <a:r>
              <a:rPr lang="en-US" altLang="en-US" sz="2000" dirty="0">
                <a:latin typeface="+mn-lt"/>
              </a:rPr>
              <a:t>Is accomplished by a process acquiring and losing ports </a:t>
            </a:r>
            <a:br>
              <a:rPr lang="en-US" altLang="en-US" sz="2000" dirty="0">
                <a:latin typeface="+mn-lt"/>
              </a:rPr>
            </a:br>
            <a:r>
              <a:rPr lang="en-US" altLang="en-US" sz="2000" dirty="0">
                <a:latin typeface="+mn-lt"/>
              </a:rPr>
              <a:t>through which it may communicate with other processes</a:t>
            </a:r>
          </a:p>
          <a:p>
            <a:pPr marL="342900" indent="-342900">
              <a:spcBef>
                <a:spcPct val="20000"/>
              </a:spcBef>
              <a:buFont typeface="Arial"/>
              <a:buChar char="•"/>
              <a:defRPr/>
            </a:pPr>
            <a:r>
              <a:rPr lang="en-US" altLang="en-US" sz="2000" dirty="0">
                <a:latin typeface="+mn-lt"/>
              </a:rPr>
              <a:t>Is realized by transmitting the name of a port as the value of   </a:t>
            </a:r>
            <a:br>
              <a:rPr lang="en-US" altLang="en-US" sz="2000" dirty="0">
                <a:latin typeface="+mn-lt"/>
              </a:rPr>
            </a:br>
            <a:r>
              <a:rPr lang="en-US" altLang="en-US" sz="2000" dirty="0">
                <a:latin typeface="+mn-lt"/>
              </a:rPr>
              <a:t>some communication between two processes allowing the </a:t>
            </a:r>
            <a:br>
              <a:rPr lang="en-US" altLang="en-US" sz="2000" dirty="0">
                <a:latin typeface="+mn-lt"/>
              </a:rPr>
            </a:br>
            <a:r>
              <a:rPr lang="en-US" altLang="en-US" sz="2000" dirty="0">
                <a:latin typeface="+mn-lt"/>
              </a:rPr>
              <a:t>transmitted port to be known to the receiving process </a:t>
            </a:r>
          </a:p>
          <a:p>
            <a:pPr marL="342900" indent="-342900">
              <a:spcBef>
                <a:spcPct val="20000"/>
              </a:spcBef>
              <a:buFont typeface="Arial"/>
              <a:buChar char="•"/>
              <a:defRPr/>
            </a:pPr>
            <a:r>
              <a:rPr lang="en-US" altLang="en-US" sz="2000" dirty="0">
                <a:solidFill>
                  <a:srgbClr val="C00000"/>
                </a:solidFill>
                <a:latin typeface="+mn-lt"/>
              </a:rPr>
              <a:t>Figure explained in next transparency</a:t>
            </a:r>
            <a:endParaRPr lang="en-US" altLang="en-US" sz="2800" dirty="0">
              <a:solidFill>
                <a:srgbClr val="C00000"/>
              </a:solidFill>
              <a:latin typeface="+mn-lt"/>
            </a:endParaRPr>
          </a:p>
        </p:txBody>
      </p:sp>
      <p:grpSp>
        <p:nvGrpSpPr>
          <p:cNvPr id="27651" name="Group 4">
            <a:extLst>
              <a:ext uri="{FF2B5EF4-FFF2-40B4-BE49-F238E27FC236}">
                <a16:creationId xmlns:a16="http://schemas.microsoft.com/office/drawing/2014/main" id="{7450D227-3867-000A-220C-4FB4F47298FF}"/>
              </a:ext>
            </a:extLst>
          </p:cNvPr>
          <p:cNvGrpSpPr>
            <a:grpSpLocks/>
          </p:cNvGrpSpPr>
          <p:nvPr/>
        </p:nvGrpSpPr>
        <p:grpSpPr bwMode="auto">
          <a:xfrm>
            <a:off x="1536700" y="4975225"/>
            <a:ext cx="1895475" cy="1465263"/>
            <a:chOff x="790" y="2797"/>
            <a:chExt cx="1194" cy="923"/>
          </a:xfrm>
        </p:grpSpPr>
        <p:sp>
          <p:nvSpPr>
            <p:cNvPr id="27676" name="Oval 5">
              <a:extLst>
                <a:ext uri="{FF2B5EF4-FFF2-40B4-BE49-F238E27FC236}">
                  <a16:creationId xmlns:a16="http://schemas.microsoft.com/office/drawing/2014/main" id="{6E189570-6D23-915E-9482-6B6E51BEE4C4}"/>
                </a:ext>
              </a:extLst>
            </p:cNvPr>
            <p:cNvSpPr>
              <a:spLocks noChangeArrowheads="1"/>
            </p:cNvSpPr>
            <p:nvPr/>
          </p:nvSpPr>
          <p:spPr bwMode="auto">
            <a:xfrm>
              <a:off x="820" y="2797"/>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7" name="Oval 6">
              <a:extLst>
                <a:ext uri="{FF2B5EF4-FFF2-40B4-BE49-F238E27FC236}">
                  <a16:creationId xmlns:a16="http://schemas.microsoft.com/office/drawing/2014/main" id="{F0AAD049-AD11-E907-2C96-480EE84AFB4A}"/>
                </a:ext>
              </a:extLst>
            </p:cNvPr>
            <p:cNvSpPr>
              <a:spLocks noChangeArrowheads="1"/>
            </p:cNvSpPr>
            <p:nvPr/>
          </p:nvSpPr>
          <p:spPr bwMode="auto">
            <a:xfrm>
              <a:off x="806" y="336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8" name="Oval 7">
              <a:extLst>
                <a:ext uri="{FF2B5EF4-FFF2-40B4-BE49-F238E27FC236}">
                  <a16:creationId xmlns:a16="http://schemas.microsoft.com/office/drawing/2014/main" id="{FFD6A203-568E-F631-A188-AE6936AC7416}"/>
                </a:ext>
              </a:extLst>
            </p:cNvPr>
            <p:cNvSpPr>
              <a:spLocks noChangeArrowheads="1"/>
            </p:cNvSpPr>
            <p:nvPr/>
          </p:nvSpPr>
          <p:spPr bwMode="auto">
            <a:xfrm>
              <a:off x="1688" y="3356"/>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9" name="Line 8">
              <a:extLst>
                <a:ext uri="{FF2B5EF4-FFF2-40B4-BE49-F238E27FC236}">
                  <a16:creationId xmlns:a16="http://schemas.microsoft.com/office/drawing/2014/main" id="{E76B76A1-09E3-5C01-3815-43D5A30FE6B2}"/>
                </a:ext>
              </a:extLst>
            </p:cNvPr>
            <p:cNvSpPr>
              <a:spLocks noChangeShapeType="1"/>
            </p:cNvSpPr>
            <p:nvPr/>
          </p:nvSpPr>
          <p:spPr bwMode="auto">
            <a:xfrm>
              <a:off x="1099" y="3491"/>
              <a:ext cx="5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0" name="Line 9">
              <a:extLst>
                <a:ext uri="{FF2B5EF4-FFF2-40B4-BE49-F238E27FC236}">
                  <a16:creationId xmlns:a16="http://schemas.microsoft.com/office/drawing/2014/main" id="{B58CF1E8-AB25-F4C5-0D2F-5BB6EFFE03C6}"/>
                </a:ext>
              </a:extLst>
            </p:cNvPr>
            <p:cNvSpPr>
              <a:spLocks noChangeShapeType="1"/>
            </p:cNvSpPr>
            <p:nvPr/>
          </p:nvSpPr>
          <p:spPr bwMode="auto">
            <a:xfrm flipV="1">
              <a:off x="958" y="3055"/>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1" name="Oval 10">
              <a:extLst>
                <a:ext uri="{FF2B5EF4-FFF2-40B4-BE49-F238E27FC236}">
                  <a16:creationId xmlns:a16="http://schemas.microsoft.com/office/drawing/2014/main" id="{28AFEEA6-B247-8FC9-BFE9-3D619E1C93B8}"/>
                </a:ext>
              </a:extLst>
            </p:cNvPr>
            <p:cNvSpPr>
              <a:spLocks noChangeArrowheads="1"/>
            </p:cNvSpPr>
            <p:nvPr/>
          </p:nvSpPr>
          <p:spPr bwMode="auto">
            <a:xfrm>
              <a:off x="1676" y="3476"/>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2" name="Oval 11">
              <a:extLst>
                <a:ext uri="{FF2B5EF4-FFF2-40B4-BE49-F238E27FC236}">
                  <a16:creationId xmlns:a16="http://schemas.microsoft.com/office/drawing/2014/main" id="{E1F7AD08-E96A-C461-CBD7-DD049575D454}"/>
                </a:ext>
              </a:extLst>
            </p:cNvPr>
            <p:cNvSpPr>
              <a:spLocks noChangeArrowheads="1"/>
            </p:cNvSpPr>
            <p:nvPr/>
          </p:nvSpPr>
          <p:spPr bwMode="auto">
            <a:xfrm>
              <a:off x="1101" y="3478"/>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3" name="Oval 12">
              <a:extLst>
                <a:ext uri="{FF2B5EF4-FFF2-40B4-BE49-F238E27FC236}">
                  <a16:creationId xmlns:a16="http://schemas.microsoft.com/office/drawing/2014/main" id="{5A091914-9069-9F1E-7CD1-7424E5E6666A}"/>
                </a:ext>
              </a:extLst>
            </p:cNvPr>
            <p:cNvSpPr>
              <a:spLocks noChangeArrowheads="1"/>
            </p:cNvSpPr>
            <p:nvPr/>
          </p:nvSpPr>
          <p:spPr bwMode="auto">
            <a:xfrm>
              <a:off x="940" y="3317"/>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4" name="Oval 13">
              <a:extLst>
                <a:ext uri="{FF2B5EF4-FFF2-40B4-BE49-F238E27FC236}">
                  <a16:creationId xmlns:a16="http://schemas.microsoft.com/office/drawing/2014/main" id="{CF8E08A4-D997-1929-830B-8B3C80C83299}"/>
                </a:ext>
              </a:extLst>
            </p:cNvPr>
            <p:cNvSpPr>
              <a:spLocks noChangeArrowheads="1"/>
            </p:cNvSpPr>
            <p:nvPr/>
          </p:nvSpPr>
          <p:spPr bwMode="auto">
            <a:xfrm>
              <a:off x="934" y="30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5" name="Text Box 14">
              <a:extLst>
                <a:ext uri="{FF2B5EF4-FFF2-40B4-BE49-F238E27FC236}">
                  <a16:creationId xmlns:a16="http://schemas.microsoft.com/office/drawing/2014/main" id="{09D0C7E9-998C-42AD-FD8E-5F6958564270}"/>
                </a:ext>
              </a:extLst>
            </p:cNvPr>
            <p:cNvSpPr txBox="1">
              <a:spLocks noChangeArrowheads="1"/>
            </p:cNvSpPr>
            <p:nvPr/>
          </p:nvSpPr>
          <p:spPr bwMode="auto">
            <a:xfrm>
              <a:off x="860" y="3403"/>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7686" name="Text Box 15">
              <a:extLst>
                <a:ext uri="{FF2B5EF4-FFF2-40B4-BE49-F238E27FC236}">
                  <a16:creationId xmlns:a16="http://schemas.microsoft.com/office/drawing/2014/main" id="{6ED6B171-EF29-6135-8422-F448AB7690F9}"/>
                </a:ext>
              </a:extLst>
            </p:cNvPr>
            <p:cNvSpPr txBox="1">
              <a:spLocks noChangeArrowheads="1"/>
            </p:cNvSpPr>
            <p:nvPr/>
          </p:nvSpPr>
          <p:spPr bwMode="auto">
            <a:xfrm>
              <a:off x="878" y="2827"/>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7687" name="Text Box 16">
              <a:extLst>
                <a:ext uri="{FF2B5EF4-FFF2-40B4-BE49-F238E27FC236}">
                  <a16:creationId xmlns:a16="http://schemas.microsoft.com/office/drawing/2014/main" id="{3E8E3E37-2DAE-12B9-82E8-FF720CFE1A2B}"/>
                </a:ext>
              </a:extLst>
            </p:cNvPr>
            <p:cNvSpPr txBox="1">
              <a:spLocks noChangeArrowheads="1"/>
            </p:cNvSpPr>
            <p:nvPr/>
          </p:nvSpPr>
          <p:spPr bwMode="auto">
            <a:xfrm>
              <a:off x="1744" y="3389"/>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7688" name="Text Box 17">
              <a:extLst>
                <a:ext uri="{FF2B5EF4-FFF2-40B4-BE49-F238E27FC236}">
                  <a16:creationId xmlns:a16="http://schemas.microsoft.com/office/drawing/2014/main" id="{5BE8CE50-FCCE-4D37-70C3-3792773F8A26}"/>
                </a:ext>
              </a:extLst>
            </p:cNvPr>
            <p:cNvSpPr txBox="1">
              <a:spLocks noChangeArrowheads="1"/>
            </p:cNvSpPr>
            <p:nvPr/>
          </p:nvSpPr>
          <p:spPr bwMode="auto">
            <a:xfrm>
              <a:off x="1600" y="349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89" name="Text Box 18">
              <a:extLst>
                <a:ext uri="{FF2B5EF4-FFF2-40B4-BE49-F238E27FC236}">
                  <a16:creationId xmlns:a16="http://schemas.microsoft.com/office/drawing/2014/main" id="{03E1210C-6092-E1F1-7164-BCB6BDABBC21}"/>
                </a:ext>
              </a:extLst>
            </p:cNvPr>
            <p:cNvSpPr txBox="1">
              <a:spLocks noChangeArrowheads="1"/>
            </p:cNvSpPr>
            <p:nvPr/>
          </p:nvSpPr>
          <p:spPr bwMode="auto">
            <a:xfrm>
              <a:off x="938" y="300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7690" name="Group 19">
              <a:extLst>
                <a:ext uri="{FF2B5EF4-FFF2-40B4-BE49-F238E27FC236}">
                  <a16:creationId xmlns:a16="http://schemas.microsoft.com/office/drawing/2014/main" id="{D8A78E61-2E5B-BDCA-A8CC-59021B8F25EF}"/>
                </a:ext>
              </a:extLst>
            </p:cNvPr>
            <p:cNvGrpSpPr>
              <a:grpSpLocks/>
            </p:cNvGrpSpPr>
            <p:nvPr/>
          </p:nvGrpSpPr>
          <p:grpSpPr bwMode="auto">
            <a:xfrm>
              <a:off x="1061" y="3528"/>
              <a:ext cx="172" cy="192"/>
              <a:chOff x="3219" y="2772"/>
              <a:chExt cx="172" cy="192"/>
            </a:xfrm>
          </p:grpSpPr>
          <p:sp>
            <p:nvSpPr>
              <p:cNvPr id="27694" name="Text Box 20">
                <a:extLst>
                  <a:ext uri="{FF2B5EF4-FFF2-40B4-BE49-F238E27FC236}">
                    <a16:creationId xmlns:a16="http://schemas.microsoft.com/office/drawing/2014/main" id="{112E4223-3776-4B52-CF03-48B7A94187AB}"/>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95" name="Line 21">
                <a:extLst>
                  <a:ext uri="{FF2B5EF4-FFF2-40B4-BE49-F238E27FC236}">
                    <a16:creationId xmlns:a16="http://schemas.microsoft.com/office/drawing/2014/main" id="{19A40EAD-2417-C6F9-6A54-1794BA22810C}"/>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91" name="Group 22">
              <a:extLst>
                <a:ext uri="{FF2B5EF4-FFF2-40B4-BE49-F238E27FC236}">
                  <a16:creationId xmlns:a16="http://schemas.microsoft.com/office/drawing/2014/main" id="{84864495-9B7D-B34B-342E-2F92AF6625D4}"/>
                </a:ext>
              </a:extLst>
            </p:cNvPr>
            <p:cNvGrpSpPr>
              <a:grpSpLocks/>
            </p:cNvGrpSpPr>
            <p:nvPr/>
          </p:nvGrpSpPr>
          <p:grpSpPr bwMode="auto">
            <a:xfrm>
              <a:off x="790" y="3227"/>
              <a:ext cx="172" cy="192"/>
              <a:chOff x="3104" y="3258"/>
              <a:chExt cx="172" cy="192"/>
            </a:xfrm>
          </p:grpSpPr>
          <p:sp>
            <p:nvSpPr>
              <p:cNvPr id="27692" name="Text Box 23">
                <a:extLst>
                  <a:ext uri="{FF2B5EF4-FFF2-40B4-BE49-F238E27FC236}">
                    <a16:creationId xmlns:a16="http://schemas.microsoft.com/office/drawing/2014/main" id="{97DA4AD2-2339-2C19-0162-C59E41290F37}"/>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7693" name="Line 24">
                <a:extLst>
                  <a:ext uri="{FF2B5EF4-FFF2-40B4-BE49-F238E27FC236}">
                    <a16:creationId xmlns:a16="http://schemas.microsoft.com/office/drawing/2014/main" id="{3B995B45-223B-DD6B-1B15-169BD4E07A37}"/>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7652" name="Group 25">
            <a:extLst>
              <a:ext uri="{FF2B5EF4-FFF2-40B4-BE49-F238E27FC236}">
                <a16:creationId xmlns:a16="http://schemas.microsoft.com/office/drawing/2014/main" id="{12FE3636-E5EE-C25C-F6D6-168E5449053D}"/>
              </a:ext>
            </a:extLst>
          </p:cNvPr>
          <p:cNvGrpSpPr>
            <a:grpSpLocks/>
          </p:cNvGrpSpPr>
          <p:nvPr/>
        </p:nvGrpSpPr>
        <p:grpSpPr bwMode="auto">
          <a:xfrm>
            <a:off x="6007100" y="4916488"/>
            <a:ext cx="1895475" cy="1419225"/>
            <a:chOff x="3606" y="2760"/>
            <a:chExt cx="1194" cy="894"/>
          </a:xfrm>
        </p:grpSpPr>
        <p:sp>
          <p:nvSpPr>
            <p:cNvPr id="27656" name="Oval 26">
              <a:extLst>
                <a:ext uri="{FF2B5EF4-FFF2-40B4-BE49-F238E27FC236}">
                  <a16:creationId xmlns:a16="http://schemas.microsoft.com/office/drawing/2014/main" id="{1265341F-6DA8-D1C6-F2DF-1C919D0C43CE}"/>
                </a:ext>
              </a:extLst>
            </p:cNvPr>
            <p:cNvSpPr>
              <a:spLocks noChangeArrowheads="1"/>
            </p:cNvSpPr>
            <p:nvPr/>
          </p:nvSpPr>
          <p:spPr bwMode="auto">
            <a:xfrm>
              <a:off x="3636" y="2760"/>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7" name="Oval 27">
              <a:extLst>
                <a:ext uri="{FF2B5EF4-FFF2-40B4-BE49-F238E27FC236}">
                  <a16:creationId xmlns:a16="http://schemas.microsoft.com/office/drawing/2014/main" id="{9935DBC7-CBD1-3501-54C4-A739B66D26F9}"/>
                </a:ext>
              </a:extLst>
            </p:cNvPr>
            <p:cNvSpPr>
              <a:spLocks noChangeArrowheads="1"/>
            </p:cNvSpPr>
            <p:nvPr/>
          </p:nvSpPr>
          <p:spPr bwMode="auto">
            <a:xfrm>
              <a:off x="3622" y="3332"/>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8" name="Oval 28">
              <a:extLst>
                <a:ext uri="{FF2B5EF4-FFF2-40B4-BE49-F238E27FC236}">
                  <a16:creationId xmlns:a16="http://schemas.microsoft.com/office/drawing/2014/main" id="{6475E80E-AFB5-4CCD-1B13-6BB3B033C8AB}"/>
                </a:ext>
              </a:extLst>
            </p:cNvPr>
            <p:cNvSpPr>
              <a:spLocks noChangeArrowheads="1"/>
            </p:cNvSpPr>
            <p:nvPr/>
          </p:nvSpPr>
          <p:spPr bwMode="auto">
            <a:xfrm>
              <a:off x="4504" y="331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9" name="Line 29">
              <a:extLst>
                <a:ext uri="{FF2B5EF4-FFF2-40B4-BE49-F238E27FC236}">
                  <a16:creationId xmlns:a16="http://schemas.microsoft.com/office/drawing/2014/main" id="{4896B381-8189-BA8A-DB20-0D7F95B7875F}"/>
                </a:ext>
              </a:extLst>
            </p:cNvPr>
            <p:cNvSpPr>
              <a:spLocks noChangeShapeType="1"/>
            </p:cNvSpPr>
            <p:nvPr/>
          </p:nvSpPr>
          <p:spPr bwMode="auto">
            <a:xfrm>
              <a:off x="3907" y="2964"/>
              <a:ext cx="584" cy="4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0" name="Line 30">
              <a:extLst>
                <a:ext uri="{FF2B5EF4-FFF2-40B4-BE49-F238E27FC236}">
                  <a16:creationId xmlns:a16="http://schemas.microsoft.com/office/drawing/2014/main" id="{6C000077-F312-B3E1-80F0-A8CDC5B550AC}"/>
                </a:ext>
              </a:extLst>
            </p:cNvPr>
            <p:cNvSpPr>
              <a:spLocks noChangeShapeType="1"/>
            </p:cNvSpPr>
            <p:nvPr/>
          </p:nvSpPr>
          <p:spPr bwMode="auto">
            <a:xfrm flipV="1">
              <a:off x="3774" y="3018"/>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1" name="Oval 31">
              <a:extLst>
                <a:ext uri="{FF2B5EF4-FFF2-40B4-BE49-F238E27FC236}">
                  <a16:creationId xmlns:a16="http://schemas.microsoft.com/office/drawing/2014/main" id="{3BED81CF-F020-1274-0739-AA0EE357F2D8}"/>
                </a:ext>
              </a:extLst>
            </p:cNvPr>
            <p:cNvSpPr>
              <a:spLocks noChangeArrowheads="1"/>
            </p:cNvSpPr>
            <p:nvPr/>
          </p:nvSpPr>
          <p:spPr bwMode="auto">
            <a:xfrm>
              <a:off x="4492" y="34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2" name="Oval 32">
              <a:extLst>
                <a:ext uri="{FF2B5EF4-FFF2-40B4-BE49-F238E27FC236}">
                  <a16:creationId xmlns:a16="http://schemas.microsoft.com/office/drawing/2014/main" id="{2E4494D6-F98E-64EA-E2C3-7C957EAADEDF}"/>
                </a:ext>
              </a:extLst>
            </p:cNvPr>
            <p:cNvSpPr>
              <a:spLocks noChangeArrowheads="1"/>
            </p:cNvSpPr>
            <p:nvPr/>
          </p:nvSpPr>
          <p:spPr bwMode="auto">
            <a:xfrm>
              <a:off x="3894" y="294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3" name="Oval 33">
              <a:extLst>
                <a:ext uri="{FF2B5EF4-FFF2-40B4-BE49-F238E27FC236}">
                  <a16:creationId xmlns:a16="http://schemas.microsoft.com/office/drawing/2014/main" id="{A0355789-FB55-62D5-F0D4-056F2C76384B}"/>
                </a:ext>
              </a:extLst>
            </p:cNvPr>
            <p:cNvSpPr>
              <a:spLocks noChangeArrowheads="1"/>
            </p:cNvSpPr>
            <p:nvPr/>
          </p:nvSpPr>
          <p:spPr bwMode="auto">
            <a:xfrm>
              <a:off x="3756" y="3280"/>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4" name="Oval 34">
              <a:extLst>
                <a:ext uri="{FF2B5EF4-FFF2-40B4-BE49-F238E27FC236}">
                  <a16:creationId xmlns:a16="http://schemas.microsoft.com/office/drawing/2014/main" id="{006429EC-CFA3-598A-B090-2F307C6CCDA1}"/>
                </a:ext>
              </a:extLst>
            </p:cNvPr>
            <p:cNvSpPr>
              <a:spLocks noChangeArrowheads="1"/>
            </p:cNvSpPr>
            <p:nvPr/>
          </p:nvSpPr>
          <p:spPr bwMode="auto">
            <a:xfrm>
              <a:off x="3750" y="300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5" name="Text Box 35">
              <a:extLst>
                <a:ext uri="{FF2B5EF4-FFF2-40B4-BE49-F238E27FC236}">
                  <a16:creationId xmlns:a16="http://schemas.microsoft.com/office/drawing/2014/main" id="{DA931CD7-7C6C-8B61-4AD5-1B3D46B6223A}"/>
                </a:ext>
              </a:extLst>
            </p:cNvPr>
            <p:cNvSpPr txBox="1">
              <a:spLocks noChangeArrowheads="1"/>
            </p:cNvSpPr>
            <p:nvPr/>
          </p:nvSpPr>
          <p:spPr bwMode="auto">
            <a:xfrm>
              <a:off x="3676" y="336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7666" name="Text Box 36">
              <a:extLst>
                <a:ext uri="{FF2B5EF4-FFF2-40B4-BE49-F238E27FC236}">
                  <a16:creationId xmlns:a16="http://schemas.microsoft.com/office/drawing/2014/main" id="{6C5604E6-034A-BE33-61DD-B33B7FAD25BC}"/>
                </a:ext>
              </a:extLst>
            </p:cNvPr>
            <p:cNvSpPr txBox="1">
              <a:spLocks noChangeArrowheads="1"/>
            </p:cNvSpPr>
            <p:nvPr/>
          </p:nvSpPr>
          <p:spPr bwMode="auto">
            <a:xfrm>
              <a:off x="3694" y="279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7667" name="Text Box 37">
              <a:extLst>
                <a:ext uri="{FF2B5EF4-FFF2-40B4-BE49-F238E27FC236}">
                  <a16:creationId xmlns:a16="http://schemas.microsoft.com/office/drawing/2014/main" id="{38B9F7EA-E109-412E-171E-423BB7038D32}"/>
                </a:ext>
              </a:extLst>
            </p:cNvPr>
            <p:cNvSpPr txBox="1">
              <a:spLocks noChangeArrowheads="1"/>
            </p:cNvSpPr>
            <p:nvPr/>
          </p:nvSpPr>
          <p:spPr bwMode="auto">
            <a:xfrm>
              <a:off x="4560" y="3352"/>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7668" name="Text Box 38">
              <a:extLst>
                <a:ext uri="{FF2B5EF4-FFF2-40B4-BE49-F238E27FC236}">
                  <a16:creationId xmlns:a16="http://schemas.microsoft.com/office/drawing/2014/main" id="{1ED77008-611E-4F75-0D78-823E4BB3B5E4}"/>
                </a:ext>
              </a:extLst>
            </p:cNvPr>
            <p:cNvSpPr txBox="1">
              <a:spLocks noChangeArrowheads="1"/>
            </p:cNvSpPr>
            <p:nvPr/>
          </p:nvSpPr>
          <p:spPr bwMode="auto">
            <a:xfrm>
              <a:off x="4416" y="34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69" name="Text Box 39">
              <a:extLst>
                <a:ext uri="{FF2B5EF4-FFF2-40B4-BE49-F238E27FC236}">
                  <a16:creationId xmlns:a16="http://schemas.microsoft.com/office/drawing/2014/main" id="{E301A44D-9EC6-DBDE-FC80-75973EF78D17}"/>
                </a:ext>
              </a:extLst>
            </p:cNvPr>
            <p:cNvSpPr txBox="1">
              <a:spLocks noChangeArrowheads="1"/>
            </p:cNvSpPr>
            <p:nvPr/>
          </p:nvSpPr>
          <p:spPr bwMode="auto">
            <a:xfrm>
              <a:off x="3754" y="29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7670" name="Group 40">
              <a:extLst>
                <a:ext uri="{FF2B5EF4-FFF2-40B4-BE49-F238E27FC236}">
                  <a16:creationId xmlns:a16="http://schemas.microsoft.com/office/drawing/2014/main" id="{5CE05D32-6626-612E-992E-219F67E233DB}"/>
                </a:ext>
              </a:extLst>
            </p:cNvPr>
            <p:cNvGrpSpPr>
              <a:grpSpLocks/>
            </p:cNvGrpSpPr>
            <p:nvPr/>
          </p:nvGrpSpPr>
          <p:grpSpPr bwMode="auto">
            <a:xfrm>
              <a:off x="3955" y="2829"/>
              <a:ext cx="172" cy="192"/>
              <a:chOff x="3219" y="2772"/>
              <a:chExt cx="172" cy="192"/>
            </a:xfrm>
          </p:grpSpPr>
          <p:sp>
            <p:nvSpPr>
              <p:cNvPr id="27674" name="Text Box 41">
                <a:extLst>
                  <a:ext uri="{FF2B5EF4-FFF2-40B4-BE49-F238E27FC236}">
                    <a16:creationId xmlns:a16="http://schemas.microsoft.com/office/drawing/2014/main" id="{AF7F711D-2440-EA2B-CD3B-914C08540736}"/>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75" name="Line 42">
                <a:extLst>
                  <a:ext uri="{FF2B5EF4-FFF2-40B4-BE49-F238E27FC236}">
                    <a16:creationId xmlns:a16="http://schemas.microsoft.com/office/drawing/2014/main" id="{729D4524-8458-77C5-B739-2026485083F6}"/>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71" name="Group 43">
              <a:extLst>
                <a:ext uri="{FF2B5EF4-FFF2-40B4-BE49-F238E27FC236}">
                  <a16:creationId xmlns:a16="http://schemas.microsoft.com/office/drawing/2014/main" id="{7C158448-8417-46FF-4137-E41CA5AF4EEC}"/>
                </a:ext>
              </a:extLst>
            </p:cNvPr>
            <p:cNvGrpSpPr>
              <a:grpSpLocks/>
            </p:cNvGrpSpPr>
            <p:nvPr/>
          </p:nvGrpSpPr>
          <p:grpSpPr bwMode="auto">
            <a:xfrm>
              <a:off x="3606" y="3190"/>
              <a:ext cx="172" cy="192"/>
              <a:chOff x="3104" y="3258"/>
              <a:chExt cx="172" cy="192"/>
            </a:xfrm>
          </p:grpSpPr>
          <p:sp>
            <p:nvSpPr>
              <p:cNvPr id="27672" name="Text Box 44">
                <a:extLst>
                  <a:ext uri="{FF2B5EF4-FFF2-40B4-BE49-F238E27FC236}">
                    <a16:creationId xmlns:a16="http://schemas.microsoft.com/office/drawing/2014/main" id="{11AC59F2-4E97-4001-68EA-0FC044875D1E}"/>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7673" name="Line 45">
                <a:extLst>
                  <a:ext uri="{FF2B5EF4-FFF2-40B4-BE49-F238E27FC236}">
                    <a16:creationId xmlns:a16="http://schemas.microsoft.com/office/drawing/2014/main" id="{4CB40701-2029-1414-C778-D69FECD6BAF4}"/>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7653" name="Line 46">
            <a:extLst>
              <a:ext uri="{FF2B5EF4-FFF2-40B4-BE49-F238E27FC236}">
                <a16:creationId xmlns:a16="http://schemas.microsoft.com/office/drawing/2014/main" id="{03F92450-0B69-34D4-DC7C-6852EEE921DD}"/>
              </a:ext>
            </a:extLst>
          </p:cNvPr>
          <p:cNvSpPr>
            <a:spLocks noChangeShapeType="1"/>
          </p:cNvSpPr>
          <p:nvPr/>
        </p:nvSpPr>
        <p:spPr bwMode="auto">
          <a:xfrm>
            <a:off x="4017963" y="5668963"/>
            <a:ext cx="143510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654" name="Footer Placeholder 1">
            <a:extLst>
              <a:ext uri="{FF2B5EF4-FFF2-40B4-BE49-F238E27FC236}">
                <a16:creationId xmlns:a16="http://schemas.microsoft.com/office/drawing/2014/main" id="{7C86E251-9E49-F70A-305C-21C6A1EA27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7655" name="Slide Number Placeholder 2">
            <a:extLst>
              <a:ext uri="{FF2B5EF4-FFF2-40B4-BE49-F238E27FC236}">
                <a16:creationId xmlns:a16="http://schemas.microsoft.com/office/drawing/2014/main" id="{A9D01B07-3D9E-B329-DF8B-51F41594CA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A828500-4A5F-454B-A838-6A17C93DB546}" type="slidenum">
              <a:rPr lang="en-US" altLang="en-US" sz="1200">
                <a:solidFill>
                  <a:srgbClr val="898989"/>
                </a:solidFill>
              </a:rPr>
              <a:pPr eaLnBrk="1" hangingPunct="1"/>
              <a:t>12</a:t>
            </a:fld>
            <a:endParaRPr lang="en-US" altLang="en-US"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87FFCC0D-5E4A-7DA2-B0A4-072D3A77C167}"/>
              </a:ext>
            </a:extLst>
          </p:cNvPr>
          <p:cNvSpPr>
            <a:spLocks noGrp="1" noChangeArrowheads="1"/>
          </p:cNvSpPr>
          <p:nvPr>
            <p:ph type="title"/>
          </p:nvPr>
        </p:nvSpPr>
        <p:spPr>
          <a:xfrm>
            <a:off x="358775" y="381000"/>
            <a:ext cx="8537575" cy="965200"/>
          </a:xfrm>
        </p:spPr>
        <p:txBody>
          <a:bodyPr/>
          <a:lstStyle/>
          <a:p>
            <a:pPr eaLnBrk="1" hangingPunct="1"/>
            <a:r>
              <a:rPr lang="en-US" altLang="en-US" sz="4000">
                <a:solidFill>
                  <a:srgbClr val="2402EE"/>
                </a:solidFill>
                <a:ea typeface="ＭＳ Ｐゴシック" panose="020B0600070205080204" pitchFamily="34" charset="-128"/>
              </a:rPr>
              <a:t>Example Mobile Processes </a:t>
            </a:r>
            <a:r>
              <a:rPr lang="en-US" altLang="en-US" sz="4000">
                <a:solidFill>
                  <a:srgbClr val="2402EE"/>
                </a:solidFill>
                <a:latin typeface="Times New Roman" panose="02020603050405020304" pitchFamily="18" charset="0"/>
                <a:ea typeface="ＭＳ Ｐゴシック" panose="020B0600070205080204" pitchFamily="34" charset="-128"/>
              </a:rPr>
              <a:t>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latin typeface="Times New Roman" panose="02020603050405020304" pitchFamily="18" charset="0"/>
                <a:ea typeface="ＭＳ Ｐゴシック" panose="020B0600070205080204" pitchFamily="34" charset="-128"/>
              </a:rPr>
              <a:t>-Calculus</a:t>
            </a:r>
            <a:r>
              <a:rPr lang="en-US" altLang="en-US" sz="4000">
                <a:solidFill>
                  <a:srgbClr val="2402EE"/>
                </a:solidFill>
                <a:ea typeface="ＭＳ Ｐゴシック" panose="020B0600070205080204" pitchFamily="34" charset="-128"/>
              </a:rPr>
              <a:t> </a:t>
            </a:r>
          </a:p>
        </p:txBody>
      </p:sp>
      <p:grpSp>
        <p:nvGrpSpPr>
          <p:cNvPr id="28674" name="Group 3">
            <a:extLst>
              <a:ext uri="{FF2B5EF4-FFF2-40B4-BE49-F238E27FC236}">
                <a16:creationId xmlns:a16="http://schemas.microsoft.com/office/drawing/2014/main" id="{4A2D06E6-846F-A6A0-8DBD-5195E1F6D3B2}"/>
              </a:ext>
            </a:extLst>
          </p:cNvPr>
          <p:cNvGrpSpPr>
            <a:grpSpLocks/>
          </p:cNvGrpSpPr>
          <p:nvPr/>
        </p:nvGrpSpPr>
        <p:grpSpPr bwMode="auto">
          <a:xfrm>
            <a:off x="1352550" y="2003425"/>
            <a:ext cx="1895475" cy="1465263"/>
            <a:chOff x="790" y="2797"/>
            <a:chExt cx="1194" cy="923"/>
          </a:xfrm>
        </p:grpSpPr>
        <p:sp>
          <p:nvSpPr>
            <p:cNvPr id="28710" name="Oval 4">
              <a:extLst>
                <a:ext uri="{FF2B5EF4-FFF2-40B4-BE49-F238E27FC236}">
                  <a16:creationId xmlns:a16="http://schemas.microsoft.com/office/drawing/2014/main" id="{151A9671-ABF4-0C09-E47D-30DCD9623A9C}"/>
                </a:ext>
              </a:extLst>
            </p:cNvPr>
            <p:cNvSpPr>
              <a:spLocks noChangeArrowheads="1"/>
            </p:cNvSpPr>
            <p:nvPr/>
          </p:nvSpPr>
          <p:spPr bwMode="auto">
            <a:xfrm>
              <a:off x="820" y="2797"/>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1" name="Oval 5">
              <a:extLst>
                <a:ext uri="{FF2B5EF4-FFF2-40B4-BE49-F238E27FC236}">
                  <a16:creationId xmlns:a16="http://schemas.microsoft.com/office/drawing/2014/main" id="{2925758B-71BD-5610-2122-578ED391452F}"/>
                </a:ext>
              </a:extLst>
            </p:cNvPr>
            <p:cNvSpPr>
              <a:spLocks noChangeArrowheads="1"/>
            </p:cNvSpPr>
            <p:nvPr/>
          </p:nvSpPr>
          <p:spPr bwMode="auto">
            <a:xfrm>
              <a:off x="806" y="336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2" name="Oval 6">
              <a:extLst>
                <a:ext uri="{FF2B5EF4-FFF2-40B4-BE49-F238E27FC236}">
                  <a16:creationId xmlns:a16="http://schemas.microsoft.com/office/drawing/2014/main" id="{26F1A107-3B18-4A60-2F9D-2E8E1FA25774}"/>
                </a:ext>
              </a:extLst>
            </p:cNvPr>
            <p:cNvSpPr>
              <a:spLocks noChangeArrowheads="1"/>
            </p:cNvSpPr>
            <p:nvPr/>
          </p:nvSpPr>
          <p:spPr bwMode="auto">
            <a:xfrm>
              <a:off x="1688" y="3356"/>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3" name="Line 7">
              <a:extLst>
                <a:ext uri="{FF2B5EF4-FFF2-40B4-BE49-F238E27FC236}">
                  <a16:creationId xmlns:a16="http://schemas.microsoft.com/office/drawing/2014/main" id="{31335A0A-E794-30ED-1635-7F78BA745A97}"/>
                </a:ext>
              </a:extLst>
            </p:cNvPr>
            <p:cNvSpPr>
              <a:spLocks noChangeShapeType="1"/>
            </p:cNvSpPr>
            <p:nvPr/>
          </p:nvSpPr>
          <p:spPr bwMode="auto">
            <a:xfrm>
              <a:off x="1099" y="3491"/>
              <a:ext cx="5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4" name="Line 8">
              <a:extLst>
                <a:ext uri="{FF2B5EF4-FFF2-40B4-BE49-F238E27FC236}">
                  <a16:creationId xmlns:a16="http://schemas.microsoft.com/office/drawing/2014/main" id="{C3724548-E745-DF49-202B-AFF7C332F7FC}"/>
                </a:ext>
              </a:extLst>
            </p:cNvPr>
            <p:cNvSpPr>
              <a:spLocks noChangeShapeType="1"/>
            </p:cNvSpPr>
            <p:nvPr/>
          </p:nvSpPr>
          <p:spPr bwMode="auto">
            <a:xfrm flipV="1">
              <a:off x="958" y="3055"/>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5" name="Oval 9">
              <a:extLst>
                <a:ext uri="{FF2B5EF4-FFF2-40B4-BE49-F238E27FC236}">
                  <a16:creationId xmlns:a16="http://schemas.microsoft.com/office/drawing/2014/main" id="{FB170D2B-54FF-15BE-24A2-C9ECEA5A1F3A}"/>
                </a:ext>
              </a:extLst>
            </p:cNvPr>
            <p:cNvSpPr>
              <a:spLocks noChangeArrowheads="1"/>
            </p:cNvSpPr>
            <p:nvPr/>
          </p:nvSpPr>
          <p:spPr bwMode="auto">
            <a:xfrm>
              <a:off x="1676" y="3476"/>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6" name="Oval 10">
              <a:extLst>
                <a:ext uri="{FF2B5EF4-FFF2-40B4-BE49-F238E27FC236}">
                  <a16:creationId xmlns:a16="http://schemas.microsoft.com/office/drawing/2014/main" id="{22477C59-8495-AEC1-A7F3-D61FF723D6A6}"/>
                </a:ext>
              </a:extLst>
            </p:cNvPr>
            <p:cNvSpPr>
              <a:spLocks noChangeArrowheads="1"/>
            </p:cNvSpPr>
            <p:nvPr/>
          </p:nvSpPr>
          <p:spPr bwMode="auto">
            <a:xfrm>
              <a:off x="1101" y="3478"/>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7" name="Oval 11">
              <a:extLst>
                <a:ext uri="{FF2B5EF4-FFF2-40B4-BE49-F238E27FC236}">
                  <a16:creationId xmlns:a16="http://schemas.microsoft.com/office/drawing/2014/main" id="{C8FCC96C-07A2-0F59-9316-D6261ACFEC4D}"/>
                </a:ext>
              </a:extLst>
            </p:cNvPr>
            <p:cNvSpPr>
              <a:spLocks noChangeArrowheads="1"/>
            </p:cNvSpPr>
            <p:nvPr/>
          </p:nvSpPr>
          <p:spPr bwMode="auto">
            <a:xfrm>
              <a:off x="940" y="3317"/>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8" name="Oval 12">
              <a:extLst>
                <a:ext uri="{FF2B5EF4-FFF2-40B4-BE49-F238E27FC236}">
                  <a16:creationId xmlns:a16="http://schemas.microsoft.com/office/drawing/2014/main" id="{6529C665-43CD-6AB5-D949-3111949A9B75}"/>
                </a:ext>
              </a:extLst>
            </p:cNvPr>
            <p:cNvSpPr>
              <a:spLocks noChangeArrowheads="1"/>
            </p:cNvSpPr>
            <p:nvPr/>
          </p:nvSpPr>
          <p:spPr bwMode="auto">
            <a:xfrm>
              <a:off x="934" y="30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9" name="Text Box 13">
              <a:extLst>
                <a:ext uri="{FF2B5EF4-FFF2-40B4-BE49-F238E27FC236}">
                  <a16:creationId xmlns:a16="http://schemas.microsoft.com/office/drawing/2014/main" id="{052BDBE6-A2CB-479E-11D9-6A8EFC985837}"/>
                </a:ext>
              </a:extLst>
            </p:cNvPr>
            <p:cNvSpPr txBox="1">
              <a:spLocks noChangeArrowheads="1"/>
            </p:cNvSpPr>
            <p:nvPr/>
          </p:nvSpPr>
          <p:spPr bwMode="auto">
            <a:xfrm>
              <a:off x="860" y="3403"/>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8720" name="Text Box 14">
              <a:extLst>
                <a:ext uri="{FF2B5EF4-FFF2-40B4-BE49-F238E27FC236}">
                  <a16:creationId xmlns:a16="http://schemas.microsoft.com/office/drawing/2014/main" id="{4EDF11F4-32A8-6AEC-8468-079F46B65BAA}"/>
                </a:ext>
              </a:extLst>
            </p:cNvPr>
            <p:cNvSpPr txBox="1">
              <a:spLocks noChangeArrowheads="1"/>
            </p:cNvSpPr>
            <p:nvPr/>
          </p:nvSpPr>
          <p:spPr bwMode="auto">
            <a:xfrm>
              <a:off x="878" y="2827"/>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8721" name="Text Box 15">
              <a:extLst>
                <a:ext uri="{FF2B5EF4-FFF2-40B4-BE49-F238E27FC236}">
                  <a16:creationId xmlns:a16="http://schemas.microsoft.com/office/drawing/2014/main" id="{1B2308F8-43D6-80B7-CF92-D04A0FA5B330}"/>
                </a:ext>
              </a:extLst>
            </p:cNvPr>
            <p:cNvSpPr txBox="1">
              <a:spLocks noChangeArrowheads="1"/>
            </p:cNvSpPr>
            <p:nvPr/>
          </p:nvSpPr>
          <p:spPr bwMode="auto">
            <a:xfrm>
              <a:off x="1744" y="3389"/>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8722" name="Text Box 16">
              <a:extLst>
                <a:ext uri="{FF2B5EF4-FFF2-40B4-BE49-F238E27FC236}">
                  <a16:creationId xmlns:a16="http://schemas.microsoft.com/office/drawing/2014/main" id="{D52251E9-E3CA-C68E-1A7F-BF7116EB89A1}"/>
                </a:ext>
              </a:extLst>
            </p:cNvPr>
            <p:cNvSpPr txBox="1">
              <a:spLocks noChangeArrowheads="1"/>
            </p:cNvSpPr>
            <p:nvPr/>
          </p:nvSpPr>
          <p:spPr bwMode="auto">
            <a:xfrm>
              <a:off x="1600" y="349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23" name="Text Box 17">
              <a:extLst>
                <a:ext uri="{FF2B5EF4-FFF2-40B4-BE49-F238E27FC236}">
                  <a16:creationId xmlns:a16="http://schemas.microsoft.com/office/drawing/2014/main" id="{19184992-FD5D-350B-AFFB-B91EC528F3FF}"/>
                </a:ext>
              </a:extLst>
            </p:cNvPr>
            <p:cNvSpPr txBox="1">
              <a:spLocks noChangeArrowheads="1"/>
            </p:cNvSpPr>
            <p:nvPr/>
          </p:nvSpPr>
          <p:spPr bwMode="auto">
            <a:xfrm>
              <a:off x="938" y="300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24" name="Text Box 19">
              <a:extLst>
                <a:ext uri="{FF2B5EF4-FFF2-40B4-BE49-F238E27FC236}">
                  <a16:creationId xmlns:a16="http://schemas.microsoft.com/office/drawing/2014/main" id="{00668D26-9163-4C73-DCC3-F398F75B936B}"/>
                </a:ext>
              </a:extLst>
            </p:cNvPr>
            <p:cNvSpPr txBox="1">
              <a:spLocks noChangeArrowheads="1"/>
            </p:cNvSpPr>
            <p:nvPr/>
          </p:nvSpPr>
          <p:spPr bwMode="auto">
            <a:xfrm>
              <a:off x="1061" y="352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grpSp>
          <p:nvGrpSpPr>
            <p:cNvPr id="28725" name="Group 21">
              <a:extLst>
                <a:ext uri="{FF2B5EF4-FFF2-40B4-BE49-F238E27FC236}">
                  <a16:creationId xmlns:a16="http://schemas.microsoft.com/office/drawing/2014/main" id="{C91C75F6-8B83-C821-C687-BB98BAD36C68}"/>
                </a:ext>
              </a:extLst>
            </p:cNvPr>
            <p:cNvGrpSpPr>
              <a:grpSpLocks/>
            </p:cNvGrpSpPr>
            <p:nvPr/>
          </p:nvGrpSpPr>
          <p:grpSpPr bwMode="auto">
            <a:xfrm>
              <a:off x="790" y="3227"/>
              <a:ext cx="172" cy="192"/>
              <a:chOff x="3104" y="3258"/>
              <a:chExt cx="172" cy="192"/>
            </a:xfrm>
          </p:grpSpPr>
          <p:sp>
            <p:nvSpPr>
              <p:cNvPr id="28726" name="Text Box 22">
                <a:extLst>
                  <a:ext uri="{FF2B5EF4-FFF2-40B4-BE49-F238E27FC236}">
                    <a16:creationId xmlns:a16="http://schemas.microsoft.com/office/drawing/2014/main" id="{1EDBABC7-4CD6-1BAD-36C6-A6592F85CF29}"/>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27" name="Line 23">
                <a:extLst>
                  <a:ext uri="{FF2B5EF4-FFF2-40B4-BE49-F238E27FC236}">
                    <a16:creationId xmlns:a16="http://schemas.microsoft.com/office/drawing/2014/main" id="{CE618EB2-FA8D-CD30-C711-50E78842C9BF}"/>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8675" name="Group 24">
            <a:extLst>
              <a:ext uri="{FF2B5EF4-FFF2-40B4-BE49-F238E27FC236}">
                <a16:creationId xmlns:a16="http://schemas.microsoft.com/office/drawing/2014/main" id="{517E1467-BADA-DF21-37BB-7B22136A1EAB}"/>
              </a:ext>
            </a:extLst>
          </p:cNvPr>
          <p:cNvGrpSpPr>
            <a:grpSpLocks/>
          </p:cNvGrpSpPr>
          <p:nvPr/>
        </p:nvGrpSpPr>
        <p:grpSpPr bwMode="auto">
          <a:xfrm>
            <a:off x="5778500" y="1955800"/>
            <a:ext cx="1895475" cy="1419225"/>
            <a:chOff x="3606" y="2760"/>
            <a:chExt cx="1194" cy="894"/>
          </a:xfrm>
        </p:grpSpPr>
        <p:sp>
          <p:nvSpPr>
            <p:cNvPr id="28690" name="Oval 25">
              <a:extLst>
                <a:ext uri="{FF2B5EF4-FFF2-40B4-BE49-F238E27FC236}">
                  <a16:creationId xmlns:a16="http://schemas.microsoft.com/office/drawing/2014/main" id="{511D2E0D-9223-D458-A215-0E8A626227E2}"/>
                </a:ext>
              </a:extLst>
            </p:cNvPr>
            <p:cNvSpPr>
              <a:spLocks noChangeArrowheads="1"/>
            </p:cNvSpPr>
            <p:nvPr/>
          </p:nvSpPr>
          <p:spPr bwMode="auto">
            <a:xfrm>
              <a:off x="3636" y="2760"/>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1" name="Oval 26">
              <a:extLst>
                <a:ext uri="{FF2B5EF4-FFF2-40B4-BE49-F238E27FC236}">
                  <a16:creationId xmlns:a16="http://schemas.microsoft.com/office/drawing/2014/main" id="{88CED67B-B0B4-9903-88C4-E82FC82D292F}"/>
                </a:ext>
              </a:extLst>
            </p:cNvPr>
            <p:cNvSpPr>
              <a:spLocks noChangeArrowheads="1"/>
            </p:cNvSpPr>
            <p:nvPr/>
          </p:nvSpPr>
          <p:spPr bwMode="auto">
            <a:xfrm>
              <a:off x="3622" y="3332"/>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2" name="Oval 27">
              <a:extLst>
                <a:ext uri="{FF2B5EF4-FFF2-40B4-BE49-F238E27FC236}">
                  <a16:creationId xmlns:a16="http://schemas.microsoft.com/office/drawing/2014/main" id="{F9FEEB73-9058-3661-58AE-E5C070619323}"/>
                </a:ext>
              </a:extLst>
            </p:cNvPr>
            <p:cNvSpPr>
              <a:spLocks noChangeArrowheads="1"/>
            </p:cNvSpPr>
            <p:nvPr/>
          </p:nvSpPr>
          <p:spPr bwMode="auto">
            <a:xfrm>
              <a:off x="4504" y="331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3" name="Line 28">
              <a:extLst>
                <a:ext uri="{FF2B5EF4-FFF2-40B4-BE49-F238E27FC236}">
                  <a16:creationId xmlns:a16="http://schemas.microsoft.com/office/drawing/2014/main" id="{BFC42DEF-E6EC-B843-C01E-1B68B2D61B1A}"/>
                </a:ext>
              </a:extLst>
            </p:cNvPr>
            <p:cNvSpPr>
              <a:spLocks noChangeShapeType="1"/>
            </p:cNvSpPr>
            <p:nvPr/>
          </p:nvSpPr>
          <p:spPr bwMode="auto">
            <a:xfrm>
              <a:off x="3907" y="2964"/>
              <a:ext cx="584" cy="4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4" name="Line 29">
              <a:extLst>
                <a:ext uri="{FF2B5EF4-FFF2-40B4-BE49-F238E27FC236}">
                  <a16:creationId xmlns:a16="http://schemas.microsoft.com/office/drawing/2014/main" id="{956D96EB-19E7-4B11-80BB-72AB0E9D4779}"/>
                </a:ext>
              </a:extLst>
            </p:cNvPr>
            <p:cNvSpPr>
              <a:spLocks noChangeShapeType="1"/>
            </p:cNvSpPr>
            <p:nvPr/>
          </p:nvSpPr>
          <p:spPr bwMode="auto">
            <a:xfrm flipV="1">
              <a:off x="3774" y="3018"/>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5" name="Oval 30">
              <a:extLst>
                <a:ext uri="{FF2B5EF4-FFF2-40B4-BE49-F238E27FC236}">
                  <a16:creationId xmlns:a16="http://schemas.microsoft.com/office/drawing/2014/main" id="{78D9954D-AAFF-2AAB-E453-C808DE19BCB7}"/>
                </a:ext>
              </a:extLst>
            </p:cNvPr>
            <p:cNvSpPr>
              <a:spLocks noChangeArrowheads="1"/>
            </p:cNvSpPr>
            <p:nvPr/>
          </p:nvSpPr>
          <p:spPr bwMode="auto">
            <a:xfrm>
              <a:off x="4492" y="34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6" name="Oval 31">
              <a:extLst>
                <a:ext uri="{FF2B5EF4-FFF2-40B4-BE49-F238E27FC236}">
                  <a16:creationId xmlns:a16="http://schemas.microsoft.com/office/drawing/2014/main" id="{904302A9-FF08-F0B8-7FCA-54C26E6421D1}"/>
                </a:ext>
              </a:extLst>
            </p:cNvPr>
            <p:cNvSpPr>
              <a:spLocks noChangeArrowheads="1"/>
            </p:cNvSpPr>
            <p:nvPr/>
          </p:nvSpPr>
          <p:spPr bwMode="auto">
            <a:xfrm>
              <a:off x="3894" y="294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7" name="Oval 32">
              <a:extLst>
                <a:ext uri="{FF2B5EF4-FFF2-40B4-BE49-F238E27FC236}">
                  <a16:creationId xmlns:a16="http://schemas.microsoft.com/office/drawing/2014/main" id="{578C4490-BC28-E86E-75C4-CC597FF897AB}"/>
                </a:ext>
              </a:extLst>
            </p:cNvPr>
            <p:cNvSpPr>
              <a:spLocks noChangeArrowheads="1"/>
            </p:cNvSpPr>
            <p:nvPr/>
          </p:nvSpPr>
          <p:spPr bwMode="auto">
            <a:xfrm>
              <a:off x="3756" y="3280"/>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8" name="Oval 33">
              <a:extLst>
                <a:ext uri="{FF2B5EF4-FFF2-40B4-BE49-F238E27FC236}">
                  <a16:creationId xmlns:a16="http://schemas.microsoft.com/office/drawing/2014/main" id="{55F84ED2-9DE4-EF81-2928-5F575A6B53A0}"/>
                </a:ext>
              </a:extLst>
            </p:cNvPr>
            <p:cNvSpPr>
              <a:spLocks noChangeArrowheads="1"/>
            </p:cNvSpPr>
            <p:nvPr/>
          </p:nvSpPr>
          <p:spPr bwMode="auto">
            <a:xfrm>
              <a:off x="3750" y="300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9" name="Text Box 34">
              <a:extLst>
                <a:ext uri="{FF2B5EF4-FFF2-40B4-BE49-F238E27FC236}">
                  <a16:creationId xmlns:a16="http://schemas.microsoft.com/office/drawing/2014/main" id="{8C88B888-1922-C08A-BCF1-062262D9701D}"/>
                </a:ext>
              </a:extLst>
            </p:cNvPr>
            <p:cNvSpPr txBox="1">
              <a:spLocks noChangeArrowheads="1"/>
            </p:cNvSpPr>
            <p:nvPr/>
          </p:nvSpPr>
          <p:spPr bwMode="auto">
            <a:xfrm>
              <a:off x="3676" y="336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8700" name="Text Box 35">
              <a:extLst>
                <a:ext uri="{FF2B5EF4-FFF2-40B4-BE49-F238E27FC236}">
                  <a16:creationId xmlns:a16="http://schemas.microsoft.com/office/drawing/2014/main" id="{1B1F9EF7-CF2C-E37A-B7C9-2BB8A632E8BD}"/>
                </a:ext>
              </a:extLst>
            </p:cNvPr>
            <p:cNvSpPr txBox="1">
              <a:spLocks noChangeArrowheads="1"/>
            </p:cNvSpPr>
            <p:nvPr/>
          </p:nvSpPr>
          <p:spPr bwMode="auto">
            <a:xfrm>
              <a:off x="3694" y="279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8701" name="Text Box 36">
              <a:extLst>
                <a:ext uri="{FF2B5EF4-FFF2-40B4-BE49-F238E27FC236}">
                  <a16:creationId xmlns:a16="http://schemas.microsoft.com/office/drawing/2014/main" id="{E0C378AD-375E-B047-E5EF-6F9431AC4E31}"/>
                </a:ext>
              </a:extLst>
            </p:cNvPr>
            <p:cNvSpPr txBox="1">
              <a:spLocks noChangeArrowheads="1"/>
            </p:cNvSpPr>
            <p:nvPr/>
          </p:nvSpPr>
          <p:spPr bwMode="auto">
            <a:xfrm>
              <a:off x="4560" y="3352"/>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8702" name="Text Box 37">
              <a:extLst>
                <a:ext uri="{FF2B5EF4-FFF2-40B4-BE49-F238E27FC236}">
                  <a16:creationId xmlns:a16="http://schemas.microsoft.com/office/drawing/2014/main" id="{3189E0BF-33D6-D44F-8609-3DED822F4EB6}"/>
                </a:ext>
              </a:extLst>
            </p:cNvPr>
            <p:cNvSpPr txBox="1">
              <a:spLocks noChangeArrowheads="1"/>
            </p:cNvSpPr>
            <p:nvPr/>
          </p:nvSpPr>
          <p:spPr bwMode="auto">
            <a:xfrm>
              <a:off x="4416" y="34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03" name="Text Box 38">
              <a:extLst>
                <a:ext uri="{FF2B5EF4-FFF2-40B4-BE49-F238E27FC236}">
                  <a16:creationId xmlns:a16="http://schemas.microsoft.com/office/drawing/2014/main" id="{B6B88917-4A8C-CA07-A04A-277623904DE3}"/>
                </a:ext>
              </a:extLst>
            </p:cNvPr>
            <p:cNvSpPr txBox="1">
              <a:spLocks noChangeArrowheads="1"/>
            </p:cNvSpPr>
            <p:nvPr/>
          </p:nvSpPr>
          <p:spPr bwMode="auto">
            <a:xfrm>
              <a:off x="3754" y="29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8704" name="Group 39">
              <a:extLst>
                <a:ext uri="{FF2B5EF4-FFF2-40B4-BE49-F238E27FC236}">
                  <a16:creationId xmlns:a16="http://schemas.microsoft.com/office/drawing/2014/main" id="{825E179E-FC98-EC43-85CA-A76C523DCDB5}"/>
                </a:ext>
              </a:extLst>
            </p:cNvPr>
            <p:cNvGrpSpPr>
              <a:grpSpLocks/>
            </p:cNvGrpSpPr>
            <p:nvPr/>
          </p:nvGrpSpPr>
          <p:grpSpPr bwMode="auto">
            <a:xfrm>
              <a:off x="3955" y="2829"/>
              <a:ext cx="172" cy="192"/>
              <a:chOff x="3219" y="2772"/>
              <a:chExt cx="172" cy="192"/>
            </a:xfrm>
          </p:grpSpPr>
          <p:sp>
            <p:nvSpPr>
              <p:cNvPr id="28708" name="Text Box 40">
                <a:extLst>
                  <a:ext uri="{FF2B5EF4-FFF2-40B4-BE49-F238E27FC236}">
                    <a16:creationId xmlns:a16="http://schemas.microsoft.com/office/drawing/2014/main" id="{C2391B48-2B5E-663D-E0C5-AC468548C94F}"/>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09" name="Line 41">
                <a:extLst>
                  <a:ext uri="{FF2B5EF4-FFF2-40B4-BE49-F238E27FC236}">
                    <a16:creationId xmlns:a16="http://schemas.microsoft.com/office/drawing/2014/main" id="{07252F96-88A9-AD7F-EF1B-BFF31BFBC3C6}"/>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705" name="Group 42">
              <a:extLst>
                <a:ext uri="{FF2B5EF4-FFF2-40B4-BE49-F238E27FC236}">
                  <a16:creationId xmlns:a16="http://schemas.microsoft.com/office/drawing/2014/main" id="{A33EABF5-ED6A-89F0-BFBD-E382080F6C70}"/>
                </a:ext>
              </a:extLst>
            </p:cNvPr>
            <p:cNvGrpSpPr>
              <a:grpSpLocks/>
            </p:cNvGrpSpPr>
            <p:nvPr/>
          </p:nvGrpSpPr>
          <p:grpSpPr bwMode="auto">
            <a:xfrm>
              <a:off x="3606" y="3190"/>
              <a:ext cx="172" cy="192"/>
              <a:chOff x="3104" y="3258"/>
              <a:chExt cx="172" cy="192"/>
            </a:xfrm>
          </p:grpSpPr>
          <p:sp>
            <p:nvSpPr>
              <p:cNvPr id="28706" name="Text Box 43">
                <a:extLst>
                  <a:ext uri="{FF2B5EF4-FFF2-40B4-BE49-F238E27FC236}">
                    <a16:creationId xmlns:a16="http://schemas.microsoft.com/office/drawing/2014/main" id="{187FE0DB-65D5-F56E-8832-E30CCEEEFEE3}"/>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07" name="Line 44">
                <a:extLst>
                  <a:ext uri="{FF2B5EF4-FFF2-40B4-BE49-F238E27FC236}">
                    <a16:creationId xmlns:a16="http://schemas.microsoft.com/office/drawing/2014/main" id="{03547F8E-A59B-AEC1-1F38-22F8FE45DFFD}"/>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8676" name="Line 45">
            <a:extLst>
              <a:ext uri="{FF2B5EF4-FFF2-40B4-BE49-F238E27FC236}">
                <a16:creationId xmlns:a16="http://schemas.microsoft.com/office/drawing/2014/main" id="{0F279C4A-4079-B4D7-0852-FF3C57A2A716}"/>
              </a:ext>
            </a:extLst>
          </p:cNvPr>
          <p:cNvSpPr>
            <a:spLocks noChangeShapeType="1"/>
          </p:cNvSpPr>
          <p:nvPr/>
        </p:nvSpPr>
        <p:spPr bwMode="auto">
          <a:xfrm>
            <a:off x="3789363" y="2708275"/>
            <a:ext cx="143510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8677" name="Group 46">
            <a:extLst>
              <a:ext uri="{FF2B5EF4-FFF2-40B4-BE49-F238E27FC236}">
                <a16:creationId xmlns:a16="http://schemas.microsoft.com/office/drawing/2014/main" id="{0C4228B5-658F-51B7-61B4-1CFC70FF3049}"/>
              </a:ext>
            </a:extLst>
          </p:cNvPr>
          <p:cNvGrpSpPr>
            <a:grpSpLocks/>
          </p:cNvGrpSpPr>
          <p:nvPr/>
        </p:nvGrpSpPr>
        <p:grpSpPr bwMode="auto">
          <a:xfrm>
            <a:off x="534988" y="3876675"/>
            <a:ext cx="8151812" cy="1347788"/>
            <a:chOff x="327" y="1554"/>
            <a:chExt cx="5135" cy="849"/>
          </a:xfrm>
        </p:grpSpPr>
        <p:sp>
          <p:nvSpPr>
            <p:cNvPr id="28687" name="Text Box 47">
              <a:extLst>
                <a:ext uri="{FF2B5EF4-FFF2-40B4-BE49-F238E27FC236}">
                  <a16:creationId xmlns:a16="http://schemas.microsoft.com/office/drawing/2014/main" id="{32592D89-57D5-2116-1875-8915BD46AE10}"/>
                </a:ext>
              </a:extLst>
            </p:cNvPr>
            <p:cNvSpPr txBox="1">
              <a:spLocks noChangeArrowheads="1"/>
            </p:cNvSpPr>
            <p:nvPr/>
          </p:nvSpPr>
          <p:spPr bwMode="auto">
            <a:xfrm>
              <a:off x="327" y="1554"/>
              <a:ext cx="5135" cy="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A(x,y) = x(u).A(x,y) + y(x).A’(y)          B(y) = y(z).z.B’(y,z)</a:t>
              </a:r>
            </a:p>
            <a:p>
              <a:pPr eaLnBrk="1" hangingPunct="1">
                <a:spcBef>
                  <a:spcPct val="20000"/>
                </a:spcBef>
              </a:pPr>
              <a:r>
                <a:rPr lang="en-US" altLang="en-US">
                  <a:solidFill>
                    <a:srgbClr val="FF6600"/>
                  </a:solidFill>
                  <a:latin typeface="Calibri" panose="020F0502020204030204" pitchFamily="34" charset="0"/>
                </a:rPr>
                <a:t>A’(y) =  </a:t>
              </a:r>
              <a:r>
                <a:rPr lang="en-US" altLang="en-US">
                  <a:solidFill>
                    <a:srgbClr val="0000FF"/>
                  </a:solidFill>
                  <a:latin typeface="Calibri" panose="020F0502020204030204" pitchFamily="34" charset="0"/>
                </a:rPr>
                <a:t>No Channel “x” here!            </a:t>
              </a:r>
              <a:r>
                <a:rPr lang="en-US" altLang="en-US">
                  <a:solidFill>
                    <a:srgbClr val="FF6600"/>
                  </a:solidFill>
                  <a:latin typeface="Calibri" panose="020F0502020204030204" pitchFamily="34" charset="0"/>
                </a:rPr>
                <a:t>B’(y,z) = </a:t>
              </a:r>
              <a:r>
                <a:rPr lang="en-US" altLang="en-US">
                  <a:solidFill>
                    <a:srgbClr val="0000FF"/>
                  </a:solidFill>
                  <a:latin typeface="Calibri" panose="020F0502020204030204" pitchFamily="34" charset="0"/>
                </a:rPr>
                <a:t>Have channels Y,X</a:t>
              </a:r>
            </a:p>
            <a:p>
              <a:pPr algn="ctr" eaLnBrk="1" hangingPunct="1">
                <a:spcBef>
                  <a:spcPct val="20000"/>
                </a:spcBef>
              </a:pPr>
              <a:r>
                <a:rPr lang="en-US" altLang="en-US">
                  <a:solidFill>
                    <a:srgbClr val="0000FF"/>
                  </a:solidFill>
                  <a:latin typeface="Calibri" panose="020F0502020204030204" pitchFamily="34" charset="0"/>
                </a:rPr>
                <a:t>No change in process C – listens to channel “c”</a:t>
              </a:r>
            </a:p>
          </p:txBody>
        </p:sp>
        <p:sp>
          <p:nvSpPr>
            <p:cNvPr id="28688" name="Line 49">
              <a:extLst>
                <a:ext uri="{FF2B5EF4-FFF2-40B4-BE49-F238E27FC236}">
                  <a16:creationId xmlns:a16="http://schemas.microsoft.com/office/drawing/2014/main" id="{561E36A3-4408-8C0C-1701-B512B63C0040}"/>
                </a:ext>
              </a:extLst>
            </p:cNvPr>
            <p:cNvSpPr>
              <a:spLocks noChangeShapeType="1"/>
            </p:cNvSpPr>
            <p:nvPr/>
          </p:nvSpPr>
          <p:spPr bwMode="auto">
            <a:xfrm>
              <a:off x="986" y="1896"/>
              <a:ext cx="1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9" name="Line 50">
              <a:extLst>
                <a:ext uri="{FF2B5EF4-FFF2-40B4-BE49-F238E27FC236}">
                  <a16:creationId xmlns:a16="http://schemas.microsoft.com/office/drawing/2014/main" id="{FDB8B6F6-BE30-533C-44BD-596950BE52CC}"/>
                </a:ext>
              </a:extLst>
            </p:cNvPr>
            <p:cNvSpPr>
              <a:spLocks noChangeShapeType="1"/>
            </p:cNvSpPr>
            <p:nvPr/>
          </p:nvSpPr>
          <p:spPr bwMode="auto">
            <a:xfrm>
              <a:off x="3969" y="19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678" name="Group 51">
            <a:extLst>
              <a:ext uri="{FF2B5EF4-FFF2-40B4-BE49-F238E27FC236}">
                <a16:creationId xmlns:a16="http://schemas.microsoft.com/office/drawing/2014/main" id="{AF4B5978-0047-D36C-7689-8DE6135703EE}"/>
              </a:ext>
            </a:extLst>
          </p:cNvPr>
          <p:cNvGrpSpPr>
            <a:grpSpLocks/>
          </p:cNvGrpSpPr>
          <p:nvPr/>
        </p:nvGrpSpPr>
        <p:grpSpPr bwMode="auto">
          <a:xfrm>
            <a:off x="1206500" y="5332413"/>
            <a:ext cx="6737350" cy="1166812"/>
            <a:chOff x="854" y="2727"/>
            <a:chExt cx="3492" cy="485"/>
          </a:xfrm>
        </p:grpSpPr>
        <p:sp>
          <p:nvSpPr>
            <p:cNvPr id="28683" name="Text Box 52">
              <a:extLst>
                <a:ext uri="{FF2B5EF4-FFF2-40B4-BE49-F238E27FC236}">
                  <a16:creationId xmlns:a16="http://schemas.microsoft.com/office/drawing/2014/main" id="{C55DE476-EAA7-17C1-0974-70968A25AAA8}"/>
                </a:ext>
              </a:extLst>
            </p:cNvPr>
            <p:cNvSpPr txBox="1">
              <a:spLocks noChangeArrowheads="1"/>
            </p:cNvSpPr>
            <p:nvPr/>
          </p:nvSpPr>
          <p:spPr bwMode="auto">
            <a:xfrm>
              <a:off x="854" y="2727"/>
              <a:ext cx="3492"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(A | B | C) = ( x.A(x,y) + y(x).A’(y) | y(z).z.B’(y,z) | C )</a:t>
              </a:r>
            </a:p>
            <a:p>
              <a:pPr eaLnBrk="1" hangingPunct="1">
                <a:spcBef>
                  <a:spcPct val="20000"/>
                </a:spcBef>
              </a:pPr>
              <a:r>
                <a:rPr lang="en-US" altLang="en-US" sz="2000">
                  <a:solidFill>
                    <a:srgbClr val="FF6600"/>
                  </a:solidFill>
                  <a:latin typeface="Calibri" panose="020F0502020204030204" pitchFamily="34" charset="0"/>
                </a:rPr>
                <a:t>                  = (A’(y) | x.B’(y,x) | C )</a:t>
              </a:r>
            </a:p>
          </p:txBody>
        </p:sp>
        <p:sp>
          <p:nvSpPr>
            <p:cNvPr id="28684" name="Line 53">
              <a:extLst>
                <a:ext uri="{FF2B5EF4-FFF2-40B4-BE49-F238E27FC236}">
                  <a16:creationId xmlns:a16="http://schemas.microsoft.com/office/drawing/2014/main" id="{5915FDC7-F600-42C7-8823-49E60E366E84}"/>
                </a:ext>
              </a:extLst>
            </p:cNvPr>
            <p:cNvSpPr>
              <a:spLocks noChangeShapeType="1"/>
            </p:cNvSpPr>
            <p:nvPr/>
          </p:nvSpPr>
          <p:spPr bwMode="auto">
            <a:xfrm>
              <a:off x="1912" y="3023"/>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5" name="Line 54">
              <a:extLst>
                <a:ext uri="{FF2B5EF4-FFF2-40B4-BE49-F238E27FC236}">
                  <a16:creationId xmlns:a16="http://schemas.microsoft.com/office/drawing/2014/main" id="{1515C874-FAFC-393E-110C-EFDC056D33AD}"/>
                </a:ext>
              </a:extLst>
            </p:cNvPr>
            <p:cNvSpPr>
              <a:spLocks noChangeShapeType="1"/>
            </p:cNvSpPr>
            <p:nvPr/>
          </p:nvSpPr>
          <p:spPr bwMode="auto">
            <a:xfrm>
              <a:off x="2936" y="2847"/>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6" name="Line 55">
              <a:extLst>
                <a:ext uri="{FF2B5EF4-FFF2-40B4-BE49-F238E27FC236}">
                  <a16:creationId xmlns:a16="http://schemas.microsoft.com/office/drawing/2014/main" id="{5DD0D44A-234A-DA6E-40A6-758901E59E77}"/>
                </a:ext>
              </a:extLst>
            </p:cNvPr>
            <p:cNvSpPr>
              <a:spLocks noChangeShapeType="1"/>
            </p:cNvSpPr>
            <p:nvPr/>
          </p:nvSpPr>
          <p:spPr bwMode="auto">
            <a:xfrm>
              <a:off x="2146" y="2841"/>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8679" name="Line 56">
            <a:extLst>
              <a:ext uri="{FF2B5EF4-FFF2-40B4-BE49-F238E27FC236}">
                <a16:creationId xmlns:a16="http://schemas.microsoft.com/office/drawing/2014/main" id="{D46ACEF4-ECDD-46D2-CDAF-FA4610D3746D}"/>
              </a:ext>
            </a:extLst>
          </p:cNvPr>
          <p:cNvSpPr>
            <a:spLocks noChangeShapeType="1"/>
          </p:cNvSpPr>
          <p:nvPr/>
        </p:nvSpPr>
        <p:spPr bwMode="auto">
          <a:xfrm>
            <a:off x="1843088" y="3222625"/>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49">
            <a:extLst>
              <a:ext uri="{FF2B5EF4-FFF2-40B4-BE49-F238E27FC236}">
                <a16:creationId xmlns:a16="http://schemas.microsoft.com/office/drawing/2014/main" id="{B59B3CF5-7B8F-74DC-F28A-A40E1308E05F}"/>
              </a:ext>
            </a:extLst>
          </p:cNvPr>
          <p:cNvSpPr>
            <a:spLocks noChangeShapeType="1"/>
          </p:cNvSpPr>
          <p:nvPr/>
        </p:nvSpPr>
        <p:spPr bwMode="auto">
          <a:xfrm flipH="1">
            <a:off x="3140075" y="4419600"/>
            <a:ext cx="144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1" name="Footer Placeholder 1">
            <a:extLst>
              <a:ext uri="{FF2B5EF4-FFF2-40B4-BE49-F238E27FC236}">
                <a16:creationId xmlns:a16="http://schemas.microsoft.com/office/drawing/2014/main" id="{7B8D2988-D691-B863-19B0-C51811BBED0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8682" name="Slide Number Placeholder 2">
            <a:extLst>
              <a:ext uri="{FF2B5EF4-FFF2-40B4-BE49-F238E27FC236}">
                <a16:creationId xmlns:a16="http://schemas.microsoft.com/office/drawing/2014/main" id="{F28E2F80-8908-A932-D3CA-8E8E140D57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5FFFDE7-DE6F-574E-93E7-2EBBD840DC26}" type="slidenum">
              <a:rPr lang="en-US" altLang="en-US" sz="1200">
                <a:solidFill>
                  <a:srgbClr val="898989"/>
                </a:solidFill>
              </a:rPr>
              <a:pPr eaLnBrk="1" hangingPunct="1"/>
              <a:t>13</a:t>
            </a:fld>
            <a:endParaRPr lang="en-US" altLang="en-US" sz="120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CCE6CC2-6AAD-2109-6FC1-F76DE905455E}"/>
              </a:ext>
            </a:extLst>
          </p:cNvPr>
          <p:cNvSpPr>
            <a:spLocks noGrp="1" noChangeArrowheads="1"/>
          </p:cNvSpPr>
          <p:nvPr>
            <p:ph type="title"/>
          </p:nvPr>
        </p:nvSpPr>
        <p:spPr>
          <a:xfrm>
            <a:off x="185738" y="274638"/>
            <a:ext cx="8821737"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-Calculus-1</a:t>
            </a:r>
            <a:r>
              <a:rPr lang="en-US" altLang="en-US" sz="3600">
                <a:ea typeface="ＭＳ Ｐゴシック" panose="020B0600070205080204" pitchFamily="34" charset="-128"/>
              </a:rPr>
              <a:t> </a:t>
            </a:r>
          </a:p>
        </p:txBody>
      </p:sp>
      <p:grpSp>
        <p:nvGrpSpPr>
          <p:cNvPr id="29698" name="Group 3">
            <a:extLst>
              <a:ext uri="{FF2B5EF4-FFF2-40B4-BE49-F238E27FC236}">
                <a16:creationId xmlns:a16="http://schemas.microsoft.com/office/drawing/2014/main" id="{FC7216C3-0F8F-0173-7DB6-9A176922B0B5}"/>
              </a:ext>
            </a:extLst>
          </p:cNvPr>
          <p:cNvGrpSpPr>
            <a:grpSpLocks/>
          </p:cNvGrpSpPr>
          <p:nvPr/>
        </p:nvGrpSpPr>
        <p:grpSpPr bwMode="auto">
          <a:xfrm>
            <a:off x="3340100" y="1693863"/>
            <a:ext cx="1695450" cy="828675"/>
            <a:chOff x="1543" y="1052"/>
            <a:chExt cx="1068" cy="522"/>
          </a:xfrm>
        </p:grpSpPr>
        <p:sp>
          <p:nvSpPr>
            <p:cNvPr id="29720" name="Oval 4">
              <a:extLst>
                <a:ext uri="{FF2B5EF4-FFF2-40B4-BE49-F238E27FC236}">
                  <a16:creationId xmlns:a16="http://schemas.microsoft.com/office/drawing/2014/main" id="{915E30D9-1CD5-2343-B4E5-CD8D0DFCC383}"/>
                </a:ext>
              </a:extLst>
            </p:cNvPr>
            <p:cNvSpPr>
              <a:spLocks noChangeArrowheads="1"/>
            </p:cNvSpPr>
            <p:nvPr/>
          </p:nvSpPr>
          <p:spPr bwMode="auto">
            <a:xfrm>
              <a:off x="1778" y="139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21" name="Line 5">
              <a:extLst>
                <a:ext uri="{FF2B5EF4-FFF2-40B4-BE49-F238E27FC236}">
                  <a16:creationId xmlns:a16="http://schemas.microsoft.com/office/drawing/2014/main" id="{BBC26E8E-90A6-5710-E6F9-7C4AF2D66269}"/>
                </a:ext>
              </a:extLst>
            </p:cNvPr>
            <p:cNvSpPr>
              <a:spLocks noChangeShapeType="1"/>
            </p:cNvSpPr>
            <p:nvPr/>
          </p:nvSpPr>
          <p:spPr bwMode="auto">
            <a:xfrm flipV="1">
              <a:off x="1551" y="1068"/>
              <a:ext cx="218" cy="3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2" name="Line 6">
              <a:extLst>
                <a:ext uri="{FF2B5EF4-FFF2-40B4-BE49-F238E27FC236}">
                  <a16:creationId xmlns:a16="http://schemas.microsoft.com/office/drawing/2014/main" id="{50DE70E5-F84B-DD66-28A1-7FC773563F80}"/>
                </a:ext>
              </a:extLst>
            </p:cNvPr>
            <p:cNvSpPr>
              <a:spLocks noChangeShapeType="1"/>
            </p:cNvSpPr>
            <p:nvPr/>
          </p:nvSpPr>
          <p:spPr bwMode="auto">
            <a:xfrm>
              <a:off x="1761" y="1060"/>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3" name="Line 7">
              <a:extLst>
                <a:ext uri="{FF2B5EF4-FFF2-40B4-BE49-F238E27FC236}">
                  <a16:creationId xmlns:a16="http://schemas.microsoft.com/office/drawing/2014/main" id="{1003DDB0-0A8E-127D-1B4A-D91277F1B26D}"/>
                </a:ext>
              </a:extLst>
            </p:cNvPr>
            <p:cNvSpPr>
              <a:spLocks noChangeShapeType="1"/>
            </p:cNvSpPr>
            <p:nvPr/>
          </p:nvSpPr>
          <p:spPr bwMode="auto">
            <a:xfrm>
              <a:off x="2221" y="1052"/>
              <a:ext cx="125"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4" name="Line 8">
              <a:extLst>
                <a:ext uri="{FF2B5EF4-FFF2-40B4-BE49-F238E27FC236}">
                  <a16:creationId xmlns:a16="http://schemas.microsoft.com/office/drawing/2014/main" id="{623AFDC2-1095-5582-FDCD-1A5B2A0774AA}"/>
                </a:ext>
              </a:extLst>
            </p:cNvPr>
            <p:cNvSpPr>
              <a:spLocks noChangeShapeType="1"/>
            </p:cNvSpPr>
            <p:nvPr/>
          </p:nvSpPr>
          <p:spPr bwMode="auto">
            <a:xfrm>
              <a:off x="2346" y="1177"/>
              <a:ext cx="163"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5" name="Line 9">
              <a:extLst>
                <a:ext uri="{FF2B5EF4-FFF2-40B4-BE49-F238E27FC236}">
                  <a16:creationId xmlns:a16="http://schemas.microsoft.com/office/drawing/2014/main" id="{E036DB1B-65ED-C05D-87A6-B665C1083DF9}"/>
                </a:ext>
              </a:extLst>
            </p:cNvPr>
            <p:cNvSpPr>
              <a:spLocks noChangeShapeType="1"/>
            </p:cNvSpPr>
            <p:nvPr/>
          </p:nvSpPr>
          <p:spPr bwMode="auto">
            <a:xfrm>
              <a:off x="2517" y="1224"/>
              <a:ext cx="87" cy="2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6" name="AutoShape 10">
              <a:extLst>
                <a:ext uri="{FF2B5EF4-FFF2-40B4-BE49-F238E27FC236}">
                  <a16:creationId xmlns:a16="http://schemas.microsoft.com/office/drawing/2014/main" id="{344C9FF9-467D-A4D6-E109-E5CE16D7EF26}"/>
                </a:ext>
              </a:extLst>
            </p:cNvPr>
            <p:cNvSpPr>
              <a:spLocks noChangeArrowheads="1"/>
            </p:cNvSpPr>
            <p:nvPr/>
          </p:nvSpPr>
          <p:spPr bwMode="auto">
            <a:xfrm>
              <a:off x="1721" y="1092"/>
              <a:ext cx="296" cy="155"/>
            </a:xfrm>
            <a:prstGeom prst="parallelogram">
              <a:avLst>
                <a:gd name="adj" fmla="val 4799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27" name="AutoShape 11">
              <a:extLst>
                <a:ext uri="{FF2B5EF4-FFF2-40B4-BE49-F238E27FC236}">
                  <a16:creationId xmlns:a16="http://schemas.microsoft.com/office/drawing/2014/main" id="{CDA78081-746D-D119-E70A-92D0836A93A0}"/>
                </a:ext>
              </a:extLst>
            </p:cNvPr>
            <p:cNvSpPr>
              <a:spLocks noChangeArrowheads="1"/>
            </p:cNvSpPr>
            <p:nvPr/>
          </p:nvSpPr>
          <p:spPr bwMode="auto">
            <a:xfrm>
              <a:off x="1692" y="1309"/>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28" name="Line 12">
              <a:extLst>
                <a:ext uri="{FF2B5EF4-FFF2-40B4-BE49-F238E27FC236}">
                  <a16:creationId xmlns:a16="http://schemas.microsoft.com/office/drawing/2014/main" id="{AD979C58-94AE-F524-ED7F-4DE1574A064B}"/>
                </a:ext>
              </a:extLst>
            </p:cNvPr>
            <p:cNvSpPr>
              <a:spLocks noChangeShapeType="1"/>
            </p:cNvSpPr>
            <p:nvPr/>
          </p:nvSpPr>
          <p:spPr bwMode="auto">
            <a:xfrm flipH="1">
              <a:off x="2462" y="1434"/>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9" name="Line 13">
              <a:extLst>
                <a:ext uri="{FF2B5EF4-FFF2-40B4-BE49-F238E27FC236}">
                  <a16:creationId xmlns:a16="http://schemas.microsoft.com/office/drawing/2014/main" id="{1D5AD242-92B0-8471-9E7F-5925302C81E9}"/>
                </a:ext>
              </a:extLst>
            </p:cNvPr>
            <p:cNvSpPr>
              <a:spLocks noChangeShapeType="1"/>
            </p:cNvSpPr>
            <p:nvPr/>
          </p:nvSpPr>
          <p:spPr bwMode="auto">
            <a:xfrm>
              <a:off x="1995" y="1442"/>
              <a:ext cx="1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0" name="AutoShape 14">
              <a:extLst>
                <a:ext uri="{FF2B5EF4-FFF2-40B4-BE49-F238E27FC236}">
                  <a16:creationId xmlns:a16="http://schemas.microsoft.com/office/drawing/2014/main" id="{4AD28100-75BE-AFE5-3A88-D524D8C8EC5A}"/>
                </a:ext>
              </a:extLst>
            </p:cNvPr>
            <p:cNvSpPr>
              <a:spLocks noChangeArrowheads="1"/>
            </p:cNvSpPr>
            <p:nvPr/>
          </p:nvSpPr>
          <p:spPr bwMode="auto">
            <a:xfrm>
              <a:off x="2162" y="1303"/>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31" name="Line 15">
              <a:extLst>
                <a:ext uri="{FF2B5EF4-FFF2-40B4-BE49-F238E27FC236}">
                  <a16:creationId xmlns:a16="http://schemas.microsoft.com/office/drawing/2014/main" id="{182B92C8-6A25-4AA3-C400-3AB4155F88E7}"/>
                </a:ext>
              </a:extLst>
            </p:cNvPr>
            <p:cNvSpPr>
              <a:spLocks noChangeShapeType="1"/>
            </p:cNvSpPr>
            <p:nvPr/>
          </p:nvSpPr>
          <p:spPr bwMode="auto">
            <a:xfrm flipH="1">
              <a:off x="1543" y="1442"/>
              <a:ext cx="1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2" name="Oval 16">
              <a:extLst>
                <a:ext uri="{FF2B5EF4-FFF2-40B4-BE49-F238E27FC236}">
                  <a16:creationId xmlns:a16="http://schemas.microsoft.com/office/drawing/2014/main" id="{40857895-E6CD-777B-F08E-E3A90FA6D9F0}"/>
                </a:ext>
              </a:extLst>
            </p:cNvPr>
            <p:cNvSpPr>
              <a:spLocks noChangeArrowheads="1"/>
            </p:cNvSpPr>
            <p:nvPr/>
          </p:nvSpPr>
          <p:spPr bwMode="auto">
            <a:xfrm>
              <a:off x="2248" y="140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33" name="AutoShape 17">
              <a:extLst>
                <a:ext uri="{FF2B5EF4-FFF2-40B4-BE49-F238E27FC236}">
                  <a16:creationId xmlns:a16="http://schemas.microsoft.com/office/drawing/2014/main" id="{C2886EE2-93D7-8EC4-770D-772A8F06589E}"/>
                </a:ext>
              </a:extLst>
            </p:cNvPr>
            <p:cNvSpPr>
              <a:spLocks noChangeArrowheads="1"/>
            </p:cNvSpPr>
            <p:nvPr/>
          </p:nvSpPr>
          <p:spPr bwMode="auto">
            <a:xfrm flipH="1" flipV="1">
              <a:off x="2002" y="1084"/>
              <a:ext cx="289" cy="1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24 h 21600"/>
                <a:gd name="T14" fmla="*/ 1711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9699" name="Text Box 18">
            <a:extLst>
              <a:ext uri="{FF2B5EF4-FFF2-40B4-BE49-F238E27FC236}">
                <a16:creationId xmlns:a16="http://schemas.microsoft.com/office/drawing/2014/main" id="{B0AB206B-4DCC-6DEB-10B6-9CCF51C554CF}"/>
              </a:ext>
            </a:extLst>
          </p:cNvPr>
          <p:cNvSpPr txBox="1">
            <a:spLocks noChangeArrowheads="1"/>
          </p:cNvSpPr>
          <p:nvPr/>
        </p:nvSpPr>
        <p:spPr bwMode="auto">
          <a:xfrm>
            <a:off x="3921125" y="5065713"/>
            <a:ext cx="99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CENTER</a:t>
            </a:r>
            <a:r>
              <a:rPr lang="en-US" altLang="en-US" sz="1400" b="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00" name="Rectangle 19">
            <a:extLst>
              <a:ext uri="{FF2B5EF4-FFF2-40B4-BE49-F238E27FC236}">
                <a16:creationId xmlns:a16="http://schemas.microsoft.com/office/drawing/2014/main" id="{6396F5D0-6CAF-E75E-F371-896331AABB35}"/>
              </a:ext>
            </a:extLst>
          </p:cNvPr>
          <p:cNvSpPr>
            <a:spLocks noChangeArrowheads="1"/>
          </p:cNvSpPr>
          <p:nvPr/>
        </p:nvSpPr>
        <p:spPr bwMode="auto">
          <a:xfrm>
            <a:off x="4008438" y="5022850"/>
            <a:ext cx="814387" cy="393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1" name="Oval 20">
            <a:extLst>
              <a:ext uri="{FF2B5EF4-FFF2-40B4-BE49-F238E27FC236}">
                <a16:creationId xmlns:a16="http://schemas.microsoft.com/office/drawing/2014/main" id="{CBEF8D2C-6F0C-8A26-62E9-F3E4ED2D3A51}"/>
              </a:ext>
            </a:extLst>
          </p:cNvPr>
          <p:cNvSpPr>
            <a:spLocks noChangeArrowheads="1"/>
          </p:cNvSpPr>
          <p:nvPr/>
        </p:nvSpPr>
        <p:spPr bwMode="auto">
          <a:xfrm>
            <a:off x="2154238" y="3983038"/>
            <a:ext cx="828675" cy="5445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2" name="Text Box 21">
            <a:extLst>
              <a:ext uri="{FF2B5EF4-FFF2-40B4-BE49-F238E27FC236}">
                <a16:creationId xmlns:a16="http://schemas.microsoft.com/office/drawing/2014/main" id="{8018AF13-4A0B-AB9F-5B78-71C949970E9E}"/>
              </a:ext>
            </a:extLst>
          </p:cNvPr>
          <p:cNvSpPr txBox="1">
            <a:spLocks noChangeArrowheads="1"/>
          </p:cNvSpPr>
          <p:nvPr/>
        </p:nvSpPr>
        <p:spPr bwMode="auto">
          <a:xfrm>
            <a:off x="2225675" y="4092575"/>
            <a:ext cx="7064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BASE</a:t>
            </a:r>
            <a:r>
              <a:rPr lang="en-US" altLang="en-US" sz="1400" b="1" baseline="-25000">
                <a:latin typeface="Times New Roman" panose="02020603050405020304" pitchFamily="18" charset="0"/>
              </a:rPr>
              <a:t>1</a:t>
            </a:r>
            <a:endParaRPr lang="en-US" altLang="en-US" sz="1400">
              <a:latin typeface="Times New Roman" panose="02020603050405020304" pitchFamily="18" charset="0"/>
            </a:endParaRPr>
          </a:p>
        </p:txBody>
      </p:sp>
      <p:sp>
        <p:nvSpPr>
          <p:cNvPr id="29703" name="Oval 22">
            <a:extLst>
              <a:ext uri="{FF2B5EF4-FFF2-40B4-BE49-F238E27FC236}">
                <a16:creationId xmlns:a16="http://schemas.microsoft.com/office/drawing/2014/main" id="{C7EF021D-C954-65A1-D985-BB34A0A7BEF1}"/>
              </a:ext>
            </a:extLst>
          </p:cNvPr>
          <p:cNvSpPr>
            <a:spLocks noChangeArrowheads="1"/>
          </p:cNvSpPr>
          <p:nvPr/>
        </p:nvSpPr>
        <p:spPr bwMode="auto">
          <a:xfrm>
            <a:off x="5967413" y="3835400"/>
            <a:ext cx="1058862" cy="7429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4" name="Text Box 23">
            <a:extLst>
              <a:ext uri="{FF2B5EF4-FFF2-40B4-BE49-F238E27FC236}">
                <a16:creationId xmlns:a16="http://schemas.microsoft.com/office/drawing/2014/main" id="{ABE46F73-3586-8ED7-B3A4-9B8824CFCC71}"/>
              </a:ext>
            </a:extLst>
          </p:cNvPr>
          <p:cNvSpPr txBox="1">
            <a:spLocks noChangeArrowheads="1"/>
          </p:cNvSpPr>
          <p:nvPr/>
        </p:nvSpPr>
        <p:spPr bwMode="auto">
          <a:xfrm>
            <a:off x="5929313" y="403701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IDLEBASE</a:t>
            </a:r>
            <a:r>
              <a:rPr lang="en-US" altLang="en-US" sz="1400" b="1" baseline="-25000">
                <a:latin typeface="Times New Roman" panose="02020603050405020304" pitchFamily="18" charset="0"/>
              </a:rPr>
              <a:t>2</a:t>
            </a:r>
            <a:endParaRPr lang="en-US" altLang="en-US" sz="1600">
              <a:latin typeface="Times New Roman" panose="02020603050405020304" pitchFamily="18" charset="0"/>
            </a:endParaRPr>
          </a:p>
        </p:txBody>
      </p:sp>
      <p:sp>
        <p:nvSpPr>
          <p:cNvPr id="29705" name="Line 24">
            <a:extLst>
              <a:ext uri="{FF2B5EF4-FFF2-40B4-BE49-F238E27FC236}">
                <a16:creationId xmlns:a16="http://schemas.microsoft.com/office/drawing/2014/main" id="{C4124CE5-DD53-53DC-FB51-2E05A9F75976}"/>
              </a:ext>
            </a:extLst>
          </p:cNvPr>
          <p:cNvSpPr>
            <a:spLocks noChangeShapeType="1"/>
          </p:cNvSpPr>
          <p:nvPr/>
        </p:nvSpPr>
        <p:spPr bwMode="auto">
          <a:xfrm>
            <a:off x="2994025" y="4256088"/>
            <a:ext cx="1223963" cy="766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6" name="Line 25">
            <a:extLst>
              <a:ext uri="{FF2B5EF4-FFF2-40B4-BE49-F238E27FC236}">
                <a16:creationId xmlns:a16="http://schemas.microsoft.com/office/drawing/2014/main" id="{5120D585-8322-C207-09C6-9710488BA5DB}"/>
              </a:ext>
            </a:extLst>
          </p:cNvPr>
          <p:cNvSpPr>
            <a:spLocks noChangeShapeType="1"/>
          </p:cNvSpPr>
          <p:nvPr/>
        </p:nvSpPr>
        <p:spPr bwMode="auto">
          <a:xfrm>
            <a:off x="2795588" y="4478338"/>
            <a:ext cx="121285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7" name="Line 26">
            <a:extLst>
              <a:ext uri="{FF2B5EF4-FFF2-40B4-BE49-F238E27FC236}">
                <a16:creationId xmlns:a16="http://schemas.microsoft.com/office/drawing/2014/main" id="{03BCD52E-E782-8177-E23D-8ED65962C93F}"/>
              </a:ext>
            </a:extLst>
          </p:cNvPr>
          <p:cNvSpPr>
            <a:spLocks noChangeShapeType="1"/>
          </p:cNvSpPr>
          <p:nvPr/>
        </p:nvSpPr>
        <p:spPr bwMode="auto">
          <a:xfrm flipV="1">
            <a:off x="4602163" y="4330700"/>
            <a:ext cx="1347787"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8" name="Line 27">
            <a:extLst>
              <a:ext uri="{FF2B5EF4-FFF2-40B4-BE49-F238E27FC236}">
                <a16:creationId xmlns:a16="http://schemas.microsoft.com/office/drawing/2014/main" id="{21D1F558-EBF9-7D46-BC9B-09F42F65390E}"/>
              </a:ext>
            </a:extLst>
          </p:cNvPr>
          <p:cNvSpPr>
            <a:spLocks noChangeShapeType="1"/>
          </p:cNvSpPr>
          <p:nvPr/>
        </p:nvSpPr>
        <p:spPr bwMode="auto">
          <a:xfrm flipV="1">
            <a:off x="4811713" y="4503738"/>
            <a:ext cx="1373187" cy="730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9" name="Text Box 28">
            <a:extLst>
              <a:ext uri="{FF2B5EF4-FFF2-40B4-BE49-F238E27FC236}">
                <a16:creationId xmlns:a16="http://schemas.microsoft.com/office/drawing/2014/main" id="{7C7C0326-D848-0B00-0638-19A44F010435}"/>
              </a:ext>
            </a:extLst>
          </p:cNvPr>
          <p:cNvSpPr txBox="1">
            <a:spLocks noChangeArrowheads="1"/>
          </p:cNvSpPr>
          <p:nvPr/>
        </p:nvSpPr>
        <p:spPr bwMode="auto">
          <a:xfrm>
            <a:off x="2762250" y="2830513"/>
            <a:ext cx="517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0" name="Text Box 29">
            <a:extLst>
              <a:ext uri="{FF2B5EF4-FFF2-40B4-BE49-F238E27FC236}">
                <a16:creationId xmlns:a16="http://schemas.microsoft.com/office/drawing/2014/main" id="{4641E3FF-0191-F593-FCDC-D439FEDC506D}"/>
              </a:ext>
            </a:extLst>
          </p:cNvPr>
          <p:cNvSpPr txBox="1">
            <a:spLocks noChangeArrowheads="1"/>
          </p:cNvSpPr>
          <p:nvPr/>
        </p:nvSpPr>
        <p:spPr bwMode="auto">
          <a:xfrm>
            <a:off x="3390900" y="4292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1" name="Text Box 30">
            <a:extLst>
              <a:ext uri="{FF2B5EF4-FFF2-40B4-BE49-F238E27FC236}">
                <a16:creationId xmlns:a16="http://schemas.microsoft.com/office/drawing/2014/main" id="{4340174F-A626-B582-5CCD-BE7472F9F746}"/>
              </a:ext>
            </a:extLst>
          </p:cNvPr>
          <p:cNvSpPr txBox="1">
            <a:spLocks noChangeArrowheads="1"/>
          </p:cNvSpPr>
          <p:nvPr/>
        </p:nvSpPr>
        <p:spPr bwMode="auto">
          <a:xfrm>
            <a:off x="3563938" y="3079750"/>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2" name="Text Box 31">
            <a:extLst>
              <a:ext uri="{FF2B5EF4-FFF2-40B4-BE49-F238E27FC236}">
                <a16:creationId xmlns:a16="http://schemas.microsoft.com/office/drawing/2014/main" id="{F0BBEF16-11C9-8E06-874E-9AC22980E60A}"/>
              </a:ext>
            </a:extLst>
          </p:cNvPr>
          <p:cNvSpPr txBox="1">
            <a:spLocks noChangeArrowheads="1"/>
          </p:cNvSpPr>
          <p:nvPr/>
        </p:nvSpPr>
        <p:spPr bwMode="auto">
          <a:xfrm>
            <a:off x="4954588" y="426085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29713" name="Text Box 32">
            <a:extLst>
              <a:ext uri="{FF2B5EF4-FFF2-40B4-BE49-F238E27FC236}">
                <a16:creationId xmlns:a16="http://schemas.microsoft.com/office/drawing/2014/main" id="{4FB31C47-309A-5EA8-C8CF-2AB11EDC743A}"/>
              </a:ext>
            </a:extLst>
          </p:cNvPr>
          <p:cNvSpPr txBox="1">
            <a:spLocks noChangeArrowheads="1"/>
          </p:cNvSpPr>
          <p:nvPr/>
        </p:nvSpPr>
        <p:spPr bwMode="auto">
          <a:xfrm>
            <a:off x="5435600" y="4833938"/>
            <a:ext cx="53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29714" name="Text Box 33">
            <a:extLst>
              <a:ext uri="{FF2B5EF4-FFF2-40B4-BE49-F238E27FC236}">
                <a16:creationId xmlns:a16="http://schemas.microsoft.com/office/drawing/2014/main" id="{4CDCC4E3-B5D6-887F-91DC-72C2185870A0}"/>
              </a:ext>
            </a:extLst>
          </p:cNvPr>
          <p:cNvSpPr txBox="1">
            <a:spLocks noChangeArrowheads="1"/>
          </p:cNvSpPr>
          <p:nvPr/>
        </p:nvSpPr>
        <p:spPr bwMode="auto">
          <a:xfrm>
            <a:off x="2913063" y="488791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5" name="Line 34">
            <a:extLst>
              <a:ext uri="{FF2B5EF4-FFF2-40B4-BE49-F238E27FC236}">
                <a16:creationId xmlns:a16="http://schemas.microsoft.com/office/drawing/2014/main" id="{FA2AA992-9017-957F-78D6-9E2471465937}"/>
              </a:ext>
            </a:extLst>
          </p:cNvPr>
          <p:cNvSpPr>
            <a:spLocks noChangeShapeType="1"/>
          </p:cNvSpPr>
          <p:nvPr/>
        </p:nvSpPr>
        <p:spPr bwMode="auto">
          <a:xfrm flipV="1">
            <a:off x="2882900" y="2622550"/>
            <a:ext cx="1187450" cy="1460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6" name="Line 35">
            <a:extLst>
              <a:ext uri="{FF2B5EF4-FFF2-40B4-BE49-F238E27FC236}">
                <a16:creationId xmlns:a16="http://schemas.microsoft.com/office/drawing/2014/main" id="{67FB6935-0AE0-E180-8F19-BD015173DF23}"/>
              </a:ext>
            </a:extLst>
          </p:cNvPr>
          <p:cNvSpPr>
            <a:spLocks noChangeShapeType="1"/>
          </p:cNvSpPr>
          <p:nvPr/>
        </p:nvSpPr>
        <p:spPr bwMode="auto">
          <a:xfrm flipV="1">
            <a:off x="2511425" y="2598738"/>
            <a:ext cx="1125538"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7" name="Text Box 36">
            <a:extLst>
              <a:ext uri="{FF2B5EF4-FFF2-40B4-BE49-F238E27FC236}">
                <a16:creationId xmlns:a16="http://schemas.microsoft.com/office/drawing/2014/main" id="{73152C5E-624C-F2EF-3B49-FB51C03DB947}"/>
              </a:ext>
            </a:extLst>
          </p:cNvPr>
          <p:cNvSpPr txBox="1">
            <a:spLocks noChangeArrowheads="1"/>
          </p:cNvSpPr>
          <p:nvPr/>
        </p:nvSpPr>
        <p:spPr bwMode="auto">
          <a:xfrm>
            <a:off x="4757738" y="1555750"/>
            <a:ext cx="163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CAR(</a:t>
            </a: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1</a:t>
            </a:r>
            <a:r>
              <a:rPr lang="en-US" altLang="en-US" sz="1400" b="1">
                <a:latin typeface="Times New Roman" panose="02020603050405020304" pitchFamily="18" charset="0"/>
              </a:rPr>
              <a:t>, </a:t>
            </a: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1</a:t>
            </a:r>
            <a:r>
              <a:rPr lang="en-US" altLang="en-US" sz="1400" b="1">
                <a:latin typeface="Times New Roman" panose="02020603050405020304" pitchFamily="18" charset="0"/>
              </a:rPr>
              <a:t>)</a:t>
            </a:r>
            <a:endParaRPr lang="en-US" altLang="en-US" sz="2800">
              <a:latin typeface="Times New Roman" panose="02020603050405020304" pitchFamily="18" charset="0"/>
            </a:endParaRPr>
          </a:p>
        </p:txBody>
      </p:sp>
      <p:sp>
        <p:nvSpPr>
          <p:cNvPr id="29718" name="Footer Placeholder 1">
            <a:extLst>
              <a:ext uri="{FF2B5EF4-FFF2-40B4-BE49-F238E27FC236}">
                <a16:creationId xmlns:a16="http://schemas.microsoft.com/office/drawing/2014/main" id="{BBEA32B7-8E0B-A10F-E11B-EEDABECFF5D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9719" name="Slide Number Placeholder 2">
            <a:extLst>
              <a:ext uri="{FF2B5EF4-FFF2-40B4-BE49-F238E27FC236}">
                <a16:creationId xmlns:a16="http://schemas.microsoft.com/office/drawing/2014/main" id="{22F3ADBE-F735-1EA8-D125-B74BFA561F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6520245-0789-C447-B439-5DB42A539A92}" type="slidenum">
              <a:rPr lang="en-US" altLang="en-US" sz="1200">
                <a:solidFill>
                  <a:srgbClr val="898989"/>
                </a:solidFill>
              </a:rPr>
              <a:pPr eaLnBrk="1" hangingPunct="1"/>
              <a:t>14</a:t>
            </a:fld>
            <a:endParaRPr lang="en-US" altLang="en-US" sz="120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1" name="Group 3">
            <a:extLst>
              <a:ext uri="{FF2B5EF4-FFF2-40B4-BE49-F238E27FC236}">
                <a16:creationId xmlns:a16="http://schemas.microsoft.com/office/drawing/2014/main" id="{D9D3AB9A-B2F2-4055-F946-0EF3A0652B55}"/>
              </a:ext>
            </a:extLst>
          </p:cNvPr>
          <p:cNvGrpSpPr>
            <a:grpSpLocks/>
          </p:cNvGrpSpPr>
          <p:nvPr/>
        </p:nvGrpSpPr>
        <p:grpSpPr bwMode="auto">
          <a:xfrm>
            <a:off x="3340100" y="1693863"/>
            <a:ext cx="1695450" cy="828675"/>
            <a:chOff x="1543" y="1052"/>
            <a:chExt cx="1068" cy="522"/>
          </a:xfrm>
        </p:grpSpPr>
        <p:sp>
          <p:nvSpPr>
            <p:cNvPr id="30744" name="Oval 4">
              <a:extLst>
                <a:ext uri="{FF2B5EF4-FFF2-40B4-BE49-F238E27FC236}">
                  <a16:creationId xmlns:a16="http://schemas.microsoft.com/office/drawing/2014/main" id="{28DAC177-95E5-E6CE-F347-762CA9292695}"/>
                </a:ext>
              </a:extLst>
            </p:cNvPr>
            <p:cNvSpPr>
              <a:spLocks noChangeArrowheads="1"/>
            </p:cNvSpPr>
            <p:nvPr/>
          </p:nvSpPr>
          <p:spPr bwMode="auto">
            <a:xfrm>
              <a:off x="1778" y="139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45" name="Line 5">
              <a:extLst>
                <a:ext uri="{FF2B5EF4-FFF2-40B4-BE49-F238E27FC236}">
                  <a16:creationId xmlns:a16="http://schemas.microsoft.com/office/drawing/2014/main" id="{28256B25-DAEC-C622-CA04-159BE19E55EE}"/>
                </a:ext>
              </a:extLst>
            </p:cNvPr>
            <p:cNvSpPr>
              <a:spLocks noChangeShapeType="1"/>
            </p:cNvSpPr>
            <p:nvPr/>
          </p:nvSpPr>
          <p:spPr bwMode="auto">
            <a:xfrm flipV="1">
              <a:off x="1551" y="1068"/>
              <a:ext cx="218" cy="3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6" name="Line 6">
              <a:extLst>
                <a:ext uri="{FF2B5EF4-FFF2-40B4-BE49-F238E27FC236}">
                  <a16:creationId xmlns:a16="http://schemas.microsoft.com/office/drawing/2014/main" id="{F1B97DA9-F241-E399-BB79-2AC3033B1BAE}"/>
                </a:ext>
              </a:extLst>
            </p:cNvPr>
            <p:cNvSpPr>
              <a:spLocks noChangeShapeType="1"/>
            </p:cNvSpPr>
            <p:nvPr/>
          </p:nvSpPr>
          <p:spPr bwMode="auto">
            <a:xfrm>
              <a:off x="1761" y="1060"/>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7" name="Line 7">
              <a:extLst>
                <a:ext uri="{FF2B5EF4-FFF2-40B4-BE49-F238E27FC236}">
                  <a16:creationId xmlns:a16="http://schemas.microsoft.com/office/drawing/2014/main" id="{75E24034-AA5A-F183-F0BA-27E6871A546B}"/>
                </a:ext>
              </a:extLst>
            </p:cNvPr>
            <p:cNvSpPr>
              <a:spLocks noChangeShapeType="1"/>
            </p:cNvSpPr>
            <p:nvPr/>
          </p:nvSpPr>
          <p:spPr bwMode="auto">
            <a:xfrm>
              <a:off x="2221" y="1052"/>
              <a:ext cx="125"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8" name="Line 8">
              <a:extLst>
                <a:ext uri="{FF2B5EF4-FFF2-40B4-BE49-F238E27FC236}">
                  <a16:creationId xmlns:a16="http://schemas.microsoft.com/office/drawing/2014/main" id="{06C3EC30-1351-3B18-4ECB-F70C0B89AA3B}"/>
                </a:ext>
              </a:extLst>
            </p:cNvPr>
            <p:cNvSpPr>
              <a:spLocks noChangeShapeType="1"/>
            </p:cNvSpPr>
            <p:nvPr/>
          </p:nvSpPr>
          <p:spPr bwMode="auto">
            <a:xfrm>
              <a:off x="2346" y="1177"/>
              <a:ext cx="163"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9" name="Line 9">
              <a:extLst>
                <a:ext uri="{FF2B5EF4-FFF2-40B4-BE49-F238E27FC236}">
                  <a16:creationId xmlns:a16="http://schemas.microsoft.com/office/drawing/2014/main" id="{3F431D9C-24D0-2354-40B8-90A80B0F1BB1}"/>
                </a:ext>
              </a:extLst>
            </p:cNvPr>
            <p:cNvSpPr>
              <a:spLocks noChangeShapeType="1"/>
            </p:cNvSpPr>
            <p:nvPr/>
          </p:nvSpPr>
          <p:spPr bwMode="auto">
            <a:xfrm>
              <a:off x="2517" y="1224"/>
              <a:ext cx="87" cy="2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0" name="AutoShape 10">
              <a:extLst>
                <a:ext uri="{FF2B5EF4-FFF2-40B4-BE49-F238E27FC236}">
                  <a16:creationId xmlns:a16="http://schemas.microsoft.com/office/drawing/2014/main" id="{F80CE171-43CD-5788-BC3B-B6C90F569E96}"/>
                </a:ext>
              </a:extLst>
            </p:cNvPr>
            <p:cNvSpPr>
              <a:spLocks noChangeArrowheads="1"/>
            </p:cNvSpPr>
            <p:nvPr/>
          </p:nvSpPr>
          <p:spPr bwMode="auto">
            <a:xfrm>
              <a:off x="1721" y="1092"/>
              <a:ext cx="296" cy="155"/>
            </a:xfrm>
            <a:prstGeom prst="parallelogram">
              <a:avLst>
                <a:gd name="adj" fmla="val 4799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51" name="AutoShape 11">
              <a:extLst>
                <a:ext uri="{FF2B5EF4-FFF2-40B4-BE49-F238E27FC236}">
                  <a16:creationId xmlns:a16="http://schemas.microsoft.com/office/drawing/2014/main" id="{E18A6073-F167-9D72-5CA3-096611E328B3}"/>
                </a:ext>
              </a:extLst>
            </p:cNvPr>
            <p:cNvSpPr>
              <a:spLocks noChangeArrowheads="1"/>
            </p:cNvSpPr>
            <p:nvPr/>
          </p:nvSpPr>
          <p:spPr bwMode="auto">
            <a:xfrm>
              <a:off x="1692" y="1309"/>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2" name="Line 12">
              <a:extLst>
                <a:ext uri="{FF2B5EF4-FFF2-40B4-BE49-F238E27FC236}">
                  <a16:creationId xmlns:a16="http://schemas.microsoft.com/office/drawing/2014/main" id="{5C407A66-4728-B2A6-8C8D-654478ED3000}"/>
                </a:ext>
              </a:extLst>
            </p:cNvPr>
            <p:cNvSpPr>
              <a:spLocks noChangeShapeType="1"/>
            </p:cNvSpPr>
            <p:nvPr/>
          </p:nvSpPr>
          <p:spPr bwMode="auto">
            <a:xfrm flipH="1">
              <a:off x="2462" y="1434"/>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3" name="Line 13">
              <a:extLst>
                <a:ext uri="{FF2B5EF4-FFF2-40B4-BE49-F238E27FC236}">
                  <a16:creationId xmlns:a16="http://schemas.microsoft.com/office/drawing/2014/main" id="{4027D3B2-EF8C-A12E-F9C8-891B1885A0AB}"/>
                </a:ext>
              </a:extLst>
            </p:cNvPr>
            <p:cNvSpPr>
              <a:spLocks noChangeShapeType="1"/>
            </p:cNvSpPr>
            <p:nvPr/>
          </p:nvSpPr>
          <p:spPr bwMode="auto">
            <a:xfrm>
              <a:off x="1995" y="1442"/>
              <a:ext cx="1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4" name="AutoShape 14">
              <a:extLst>
                <a:ext uri="{FF2B5EF4-FFF2-40B4-BE49-F238E27FC236}">
                  <a16:creationId xmlns:a16="http://schemas.microsoft.com/office/drawing/2014/main" id="{25CE2EBF-4C8C-2750-434C-F6A051E97DD3}"/>
                </a:ext>
              </a:extLst>
            </p:cNvPr>
            <p:cNvSpPr>
              <a:spLocks noChangeArrowheads="1"/>
            </p:cNvSpPr>
            <p:nvPr/>
          </p:nvSpPr>
          <p:spPr bwMode="auto">
            <a:xfrm>
              <a:off x="2162" y="1303"/>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5" name="Line 15">
              <a:extLst>
                <a:ext uri="{FF2B5EF4-FFF2-40B4-BE49-F238E27FC236}">
                  <a16:creationId xmlns:a16="http://schemas.microsoft.com/office/drawing/2014/main" id="{6BD09BA5-656A-2BA3-C1F2-A3470AB61AA7}"/>
                </a:ext>
              </a:extLst>
            </p:cNvPr>
            <p:cNvSpPr>
              <a:spLocks noChangeShapeType="1"/>
            </p:cNvSpPr>
            <p:nvPr/>
          </p:nvSpPr>
          <p:spPr bwMode="auto">
            <a:xfrm flipH="1">
              <a:off x="1543" y="1442"/>
              <a:ext cx="1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6" name="Oval 16">
              <a:extLst>
                <a:ext uri="{FF2B5EF4-FFF2-40B4-BE49-F238E27FC236}">
                  <a16:creationId xmlns:a16="http://schemas.microsoft.com/office/drawing/2014/main" id="{A287C96E-3D9C-2E5B-0E72-20B034DE9956}"/>
                </a:ext>
              </a:extLst>
            </p:cNvPr>
            <p:cNvSpPr>
              <a:spLocks noChangeArrowheads="1"/>
            </p:cNvSpPr>
            <p:nvPr/>
          </p:nvSpPr>
          <p:spPr bwMode="auto">
            <a:xfrm>
              <a:off x="2248" y="140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57" name="AutoShape 17">
              <a:extLst>
                <a:ext uri="{FF2B5EF4-FFF2-40B4-BE49-F238E27FC236}">
                  <a16:creationId xmlns:a16="http://schemas.microsoft.com/office/drawing/2014/main" id="{C98969C0-EF3E-4B79-0DEF-08A49A0F78F8}"/>
                </a:ext>
              </a:extLst>
            </p:cNvPr>
            <p:cNvSpPr>
              <a:spLocks noChangeArrowheads="1"/>
            </p:cNvSpPr>
            <p:nvPr/>
          </p:nvSpPr>
          <p:spPr bwMode="auto">
            <a:xfrm flipH="1" flipV="1">
              <a:off x="2002" y="1084"/>
              <a:ext cx="289" cy="1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24 h 21600"/>
                <a:gd name="T14" fmla="*/ 1711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0722" name="Text Box 18">
            <a:extLst>
              <a:ext uri="{FF2B5EF4-FFF2-40B4-BE49-F238E27FC236}">
                <a16:creationId xmlns:a16="http://schemas.microsoft.com/office/drawing/2014/main" id="{467A4A95-FCC4-7CA2-2EF0-BF310FA08439}"/>
              </a:ext>
            </a:extLst>
          </p:cNvPr>
          <p:cNvSpPr txBox="1">
            <a:spLocks noChangeArrowheads="1"/>
          </p:cNvSpPr>
          <p:nvPr/>
        </p:nvSpPr>
        <p:spPr bwMode="auto">
          <a:xfrm>
            <a:off x="3925888" y="5067300"/>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CENTRE</a:t>
            </a:r>
            <a:r>
              <a:rPr lang="en-US" altLang="en-US" sz="1400" b="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23" name="Rectangle 19">
            <a:extLst>
              <a:ext uri="{FF2B5EF4-FFF2-40B4-BE49-F238E27FC236}">
                <a16:creationId xmlns:a16="http://schemas.microsoft.com/office/drawing/2014/main" id="{AB074BBB-C891-FA96-002B-5BC249A485BA}"/>
              </a:ext>
            </a:extLst>
          </p:cNvPr>
          <p:cNvSpPr>
            <a:spLocks noChangeArrowheads="1"/>
          </p:cNvSpPr>
          <p:nvPr/>
        </p:nvSpPr>
        <p:spPr bwMode="auto">
          <a:xfrm>
            <a:off x="4008438" y="5022850"/>
            <a:ext cx="814387" cy="393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4" name="Oval 20">
            <a:extLst>
              <a:ext uri="{FF2B5EF4-FFF2-40B4-BE49-F238E27FC236}">
                <a16:creationId xmlns:a16="http://schemas.microsoft.com/office/drawing/2014/main" id="{9E14FB0F-3BB6-0921-047C-BA82F7117138}"/>
              </a:ext>
            </a:extLst>
          </p:cNvPr>
          <p:cNvSpPr>
            <a:spLocks noChangeArrowheads="1"/>
          </p:cNvSpPr>
          <p:nvPr/>
        </p:nvSpPr>
        <p:spPr bwMode="auto">
          <a:xfrm>
            <a:off x="1931988" y="3944938"/>
            <a:ext cx="1050925" cy="6191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5" name="Text Box 21">
            <a:extLst>
              <a:ext uri="{FF2B5EF4-FFF2-40B4-BE49-F238E27FC236}">
                <a16:creationId xmlns:a16="http://schemas.microsoft.com/office/drawing/2014/main" id="{00382B9F-1212-2D4D-A8E6-09760C272E32}"/>
              </a:ext>
            </a:extLst>
          </p:cNvPr>
          <p:cNvSpPr txBox="1">
            <a:spLocks noChangeArrowheads="1"/>
          </p:cNvSpPr>
          <p:nvPr/>
        </p:nvSpPr>
        <p:spPr bwMode="auto">
          <a:xfrm>
            <a:off x="1898650" y="411956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IDLEBASE</a:t>
            </a:r>
            <a:r>
              <a:rPr lang="en-US" altLang="en-US" sz="1400" b="1" baseline="-25000">
                <a:latin typeface="Times New Roman" panose="02020603050405020304" pitchFamily="18" charset="0"/>
              </a:rPr>
              <a:t>1</a:t>
            </a:r>
            <a:endParaRPr lang="en-US" altLang="en-US" sz="1400">
              <a:latin typeface="Times New Roman" panose="02020603050405020304" pitchFamily="18" charset="0"/>
            </a:endParaRPr>
          </a:p>
        </p:txBody>
      </p:sp>
      <p:sp>
        <p:nvSpPr>
          <p:cNvPr id="30726" name="Oval 22">
            <a:extLst>
              <a:ext uri="{FF2B5EF4-FFF2-40B4-BE49-F238E27FC236}">
                <a16:creationId xmlns:a16="http://schemas.microsoft.com/office/drawing/2014/main" id="{B2A94A52-58B5-39F4-0957-19783FD9F9EF}"/>
              </a:ext>
            </a:extLst>
          </p:cNvPr>
          <p:cNvSpPr>
            <a:spLocks noChangeArrowheads="1"/>
          </p:cNvSpPr>
          <p:nvPr/>
        </p:nvSpPr>
        <p:spPr bwMode="auto">
          <a:xfrm>
            <a:off x="5967413" y="3835400"/>
            <a:ext cx="1058862" cy="7429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7" name="Text Box 23">
            <a:extLst>
              <a:ext uri="{FF2B5EF4-FFF2-40B4-BE49-F238E27FC236}">
                <a16:creationId xmlns:a16="http://schemas.microsoft.com/office/drawing/2014/main" id="{5445D21E-670A-1602-6AF0-92BC4436765F}"/>
              </a:ext>
            </a:extLst>
          </p:cNvPr>
          <p:cNvSpPr txBox="1">
            <a:spLocks noChangeArrowheads="1"/>
          </p:cNvSpPr>
          <p:nvPr/>
        </p:nvSpPr>
        <p:spPr bwMode="auto">
          <a:xfrm>
            <a:off x="6145213" y="4037013"/>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BASE</a:t>
            </a:r>
            <a:r>
              <a:rPr lang="en-US" altLang="en-US" sz="1400" b="1" baseline="-25000">
                <a:latin typeface="Times New Roman" panose="02020603050405020304" pitchFamily="18" charset="0"/>
              </a:rPr>
              <a:t>2</a:t>
            </a:r>
            <a:endParaRPr lang="en-US" altLang="en-US" sz="1600">
              <a:latin typeface="Times New Roman" panose="02020603050405020304" pitchFamily="18" charset="0"/>
            </a:endParaRPr>
          </a:p>
        </p:txBody>
      </p:sp>
      <p:sp>
        <p:nvSpPr>
          <p:cNvPr id="30728" name="Line 24">
            <a:extLst>
              <a:ext uri="{FF2B5EF4-FFF2-40B4-BE49-F238E27FC236}">
                <a16:creationId xmlns:a16="http://schemas.microsoft.com/office/drawing/2014/main" id="{D60BA0FD-5FC1-BC63-013A-514279532053}"/>
              </a:ext>
            </a:extLst>
          </p:cNvPr>
          <p:cNvSpPr>
            <a:spLocks noChangeShapeType="1"/>
          </p:cNvSpPr>
          <p:nvPr/>
        </p:nvSpPr>
        <p:spPr bwMode="auto">
          <a:xfrm>
            <a:off x="2994025" y="4256088"/>
            <a:ext cx="1223963" cy="766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29" name="Line 25">
            <a:extLst>
              <a:ext uri="{FF2B5EF4-FFF2-40B4-BE49-F238E27FC236}">
                <a16:creationId xmlns:a16="http://schemas.microsoft.com/office/drawing/2014/main" id="{4DA9B044-CC39-263B-06FA-3E623D377EC7}"/>
              </a:ext>
            </a:extLst>
          </p:cNvPr>
          <p:cNvSpPr>
            <a:spLocks noChangeShapeType="1"/>
          </p:cNvSpPr>
          <p:nvPr/>
        </p:nvSpPr>
        <p:spPr bwMode="auto">
          <a:xfrm>
            <a:off x="2795588" y="4478338"/>
            <a:ext cx="121285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0" name="Line 26">
            <a:extLst>
              <a:ext uri="{FF2B5EF4-FFF2-40B4-BE49-F238E27FC236}">
                <a16:creationId xmlns:a16="http://schemas.microsoft.com/office/drawing/2014/main" id="{EC7435F7-B554-0EAA-6828-E084E7154ED3}"/>
              </a:ext>
            </a:extLst>
          </p:cNvPr>
          <p:cNvSpPr>
            <a:spLocks noChangeShapeType="1"/>
          </p:cNvSpPr>
          <p:nvPr/>
        </p:nvSpPr>
        <p:spPr bwMode="auto">
          <a:xfrm flipV="1">
            <a:off x="4602163" y="4330700"/>
            <a:ext cx="1347787"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1" name="Line 27">
            <a:extLst>
              <a:ext uri="{FF2B5EF4-FFF2-40B4-BE49-F238E27FC236}">
                <a16:creationId xmlns:a16="http://schemas.microsoft.com/office/drawing/2014/main" id="{E1E5720F-F732-82DD-7FE6-2DB6A4C576B3}"/>
              </a:ext>
            </a:extLst>
          </p:cNvPr>
          <p:cNvSpPr>
            <a:spLocks noChangeShapeType="1"/>
          </p:cNvSpPr>
          <p:nvPr/>
        </p:nvSpPr>
        <p:spPr bwMode="auto">
          <a:xfrm flipV="1">
            <a:off x="4811713" y="4503738"/>
            <a:ext cx="1373187" cy="730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2" name="Text Box 28">
            <a:extLst>
              <a:ext uri="{FF2B5EF4-FFF2-40B4-BE49-F238E27FC236}">
                <a16:creationId xmlns:a16="http://schemas.microsoft.com/office/drawing/2014/main" id="{165A548F-87D2-2BBC-D60A-1105E1D15825}"/>
              </a:ext>
            </a:extLst>
          </p:cNvPr>
          <p:cNvSpPr txBox="1">
            <a:spLocks noChangeArrowheads="1"/>
          </p:cNvSpPr>
          <p:nvPr/>
        </p:nvSpPr>
        <p:spPr bwMode="auto">
          <a:xfrm>
            <a:off x="5384800" y="2843213"/>
            <a:ext cx="517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3" name="Text Box 29">
            <a:extLst>
              <a:ext uri="{FF2B5EF4-FFF2-40B4-BE49-F238E27FC236}">
                <a16:creationId xmlns:a16="http://schemas.microsoft.com/office/drawing/2014/main" id="{7E31EEAF-66A6-B4F2-44D1-8E7058B73379}"/>
              </a:ext>
            </a:extLst>
          </p:cNvPr>
          <p:cNvSpPr txBox="1">
            <a:spLocks noChangeArrowheads="1"/>
          </p:cNvSpPr>
          <p:nvPr/>
        </p:nvSpPr>
        <p:spPr bwMode="auto">
          <a:xfrm>
            <a:off x="3390900" y="4292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30734" name="Text Box 30">
            <a:extLst>
              <a:ext uri="{FF2B5EF4-FFF2-40B4-BE49-F238E27FC236}">
                <a16:creationId xmlns:a16="http://schemas.microsoft.com/office/drawing/2014/main" id="{F3FBB733-621A-BFD6-E9AE-3C3931ECC253}"/>
              </a:ext>
            </a:extLst>
          </p:cNvPr>
          <p:cNvSpPr txBox="1">
            <a:spLocks noChangeArrowheads="1"/>
          </p:cNvSpPr>
          <p:nvPr/>
        </p:nvSpPr>
        <p:spPr bwMode="auto">
          <a:xfrm>
            <a:off x="4306888" y="3068638"/>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5" name="Text Box 31">
            <a:extLst>
              <a:ext uri="{FF2B5EF4-FFF2-40B4-BE49-F238E27FC236}">
                <a16:creationId xmlns:a16="http://schemas.microsoft.com/office/drawing/2014/main" id="{1F3B9BE3-533B-7769-3D1C-A6DCB31A0D0C}"/>
              </a:ext>
            </a:extLst>
          </p:cNvPr>
          <p:cNvSpPr txBox="1">
            <a:spLocks noChangeArrowheads="1"/>
          </p:cNvSpPr>
          <p:nvPr/>
        </p:nvSpPr>
        <p:spPr bwMode="auto">
          <a:xfrm>
            <a:off x="4954588" y="426085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6" name="Text Box 32">
            <a:extLst>
              <a:ext uri="{FF2B5EF4-FFF2-40B4-BE49-F238E27FC236}">
                <a16:creationId xmlns:a16="http://schemas.microsoft.com/office/drawing/2014/main" id="{5C45B57B-B9CB-E1CD-A4C3-D303AB591EE7}"/>
              </a:ext>
            </a:extLst>
          </p:cNvPr>
          <p:cNvSpPr txBox="1">
            <a:spLocks noChangeArrowheads="1"/>
          </p:cNvSpPr>
          <p:nvPr/>
        </p:nvSpPr>
        <p:spPr bwMode="auto">
          <a:xfrm>
            <a:off x="5435600" y="4833938"/>
            <a:ext cx="53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7" name="Text Box 33">
            <a:extLst>
              <a:ext uri="{FF2B5EF4-FFF2-40B4-BE49-F238E27FC236}">
                <a16:creationId xmlns:a16="http://schemas.microsoft.com/office/drawing/2014/main" id="{A935D776-98E0-9BE7-9E18-831B02EF7DC4}"/>
              </a:ext>
            </a:extLst>
          </p:cNvPr>
          <p:cNvSpPr txBox="1">
            <a:spLocks noChangeArrowheads="1"/>
          </p:cNvSpPr>
          <p:nvPr/>
        </p:nvSpPr>
        <p:spPr bwMode="auto">
          <a:xfrm>
            <a:off x="2913063" y="488791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30738" name="Line 34">
            <a:extLst>
              <a:ext uri="{FF2B5EF4-FFF2-40B4-BE49-F238E27FC236}">
                <a16:creationId xmlns:a16="http://schemas.microsoft.com/office/drawing/2014/main" id="{384A2281-0492-AFA9-3E5A-717D008FAC2B}"/>
              </a:ext>
            </a:extLst>
          </p:cNvPr>
          <p:cNvSpPr>
            <a:spLocks noChangeShapeType="1"/>
          </p:cNvSpPr>
          <p:nvPr/>
        </p:nvSpPr>
        <p:spPr bwMode="auto">
          <a:xfrm flipH="1" flipV="1">
            <a:off x="4760913" y="2511425"/>
            <a:ext cx="1622425" cy="1323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9" name="Line 35">
            <a:extLst>
              <a:ext uri="{FF2B5EF4-FFF2-40B4-BE49-F238E27FC236}">
                <a16:creationId xmlns:a16="http://schemas.microsoft.com/office/drawing/2014/main" id="{586A49DE-065D-49FB-4F51-0D25D8BE0A3D}"/>
              </a:ext>
            </a:extLst>
          </p:cNvPr>
          <p:cNvSpPr>
            <a:spLocks noChangeShapeType="1"/>
          </p:cNvSpPr>
          <p:nvPr/>
        </p:nvSpPr>
        <p:spPr bwMode="auto">
          <a:xfrm flipH="1" flipV="1">
            <a:off x="4206875" y="2513013"/>
            <a:ext cx="1843088" cy="1508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0" name="Text Box 36">
            <a:extLst>
              <a:ext uri="{FF2B5EF4-FFF2-40B4-BE49-F238E27FC236}">
                <a16:creationId xmlns:a16="http://schemas.microsoft.com/office/drawing/2014/main" id="{0686DDF1-CA81-7BB4-D28E-E7376A5922A0}"/>
              </a:ext>
            </a:extLst>
          </p:cNvPr>
          <p:cNvSpPr txBox="1">
            <a:spLocks noChangeArrowheads="1"/>
          </p:cNvSpPr>
          <p:nvPr/>
        </p:nvSpPr>
        <p:spPr bwMode="auto">
          <a:xfrm>
            <a:off x="4757738" y="1555750"/>
            <a:ext cx="163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CAR(</a:t>
            </a: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2</a:t>
            </a:r>
            <a:r>
              <a:rPr lang="en-US" altLang="en-US" sz="1400" b="1">
                <a:latin typeface="Times New Roman" panose="02020603050405020304" pitchFamily="18" charset="0"/>
              </a:rPr>
              <a:t>, </a:t>
            </a: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2</a:t>
            </a:r>
            <a:r>
              <a:rPr lang="en-US" altLang="en-US" sz="1400" b="1">
                <a:latin typeface="Times New Roman" panose="02020603050405020304" pitchFamily="18" charset="0"/>
              </a:rPr>
              <a:t>)</a:t>
            </a:r>
            <a:endParaRPr lang="en-US" altLang="en-US" sz="2800">
              <a:latin typeface="Times New Roman" panose="02020603050405020304" pitchFamily="18" charset="0"/>
            </a:endParaRPr>
          </a:p>
        </p:txBody>
      </p:sp>
      <p:sp>
        <p:nvSpPr>
          <p:cNvPr id="30741" name="Title 1">
            <a:extLst>
              <a:ext uri="{FF2B5EF4-FFF2-40B4-BE49-F238E27FC236}">
                <a16:creationId xmlns:a16="http://schemas.microsoft.com/office/drawing/2014/main" id="{11DC6B15-1991-7080-25F9-D967FA10ADCF}"/>
              </a:ext>
            </a:extLst>
          </p:cNvPr>
          <p:cNvSpPr>
            <a:spLocks noGrp="1"/>
          </p:cNvSpPr>
          <p:nvPr>
            <p:ph type="title"/>
          </p:nvPr>
        </p:nvSpPr>
        <p:spPr>
          <a:xfrm>
            <a:off x="223838" y="274638"/>
            <a:ext cx="8462962"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2</a:t>
            </a:r>
            <a:r>
              <a:rPr lang="en-US" altLang="en-US" sz="3600">
                <a:ea typeface="ＭＳ Ｐゴシック" panose="020B0600070205080204" pitchFamily="34" charset="-128"/>
              </a:rPr>
              <a:t> </a:t>
            </a:r>
          </a:p>
        </p:txBody>
      </p:sp>
      <p:sp>
        <p:nvSpPr>
          <p:cNvPr id="30742" name="Footer Placeholder 1">
            <a:extLst>
              <a:ext uri="{FF2B5EF4-FFF2-40B4-BE49-F238E27FC236}">
                <a16:creationId xmlns:a16="http://schemas.microsoft.com/office/drawing/2014/main" id="{FB783BB0-C39B-1587-67C5-10185242A80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0743" name="Slide Number Placeholder 2">
            <a:extLst>
              <a:ext uri="{FF2B5EF4-FFF2-40B4-BE49-F238E27FC236}">
                <a16:creationId xmlns:a16="http://schemas.microsoft.com/office/drawing/2014/main" id="{1B0DC860-D103-A644-9ED6-548518778D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78162FF-9E39-A649-8607-598FA4DBAFE5}" type="slidenum">
              <a:rPr lang="en-US" altLang="en-US" sz="1200">
                <a:solidFill>
                  <a:srgbClr val="898989"/>
                </a:solidFill>
              </a:rPr>
              <a:pPr eaLnBrk="1" hangingPunct="1"/>
              <a:t>15</a:t>
            </a:fld>
            <a:endParaRPr lang="en-US" altLang="en-US" sz="120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5" name="Group 2">
            <a:extLst>
              <a:ext uri="{FF2B5EF4-FFF2-40B4-BE49-F238E27FC236}">
                <a16:creationId xmlns:a16="http://schemas.microsoft.com/office/drawing/2014/main" id="{8363928B-8A17-3CAD-9E81-6B36CEA8D3E1}"/>
              </a:ext>
            </a:extLst>
          </p:cNvPr>
          <p:cNvGrpSpPr>
            <a:grpSpLocks/>
          </p:cNvGrpSpPr>
          <p:nvPr/>
        </p:nvGrpSpPr>
        <p:grpSpPr bwMode="auto">
          <a:xfrm>
            <a:off x="373063" y="4929188"/>
            <a:ext cx="7734300" cy="906462"/>
            <a:chOff x="835" y="3120"/>
            <a:chExt cx="3346" cy="138"/>
          </a:xfrm>
        </p:grpSpPr>
        <p:sp>
          <p:nvSpPr>
            <p:cNvPr id="31754" name="Text Box 3">
              <a:extLst>
                <a:ext uri="{FF2B5EF4-FFF2-40B4-BE49-F238E27FC236}">
                  <a16:creationId xmlns:a16="http://schemas.microsoft.com/office/drawing/2014/main" id="{3FEFB1B1-A677-7DF8-B731-BE4E8000A0C1}"/>
                </a:ext>
              </a:extLst>
            </p:cNvPr>
            <p:cNvSpPr txBox="1">
              <a:spLocks noChangeArrowheads="1"/>
            </p:cNvSpPr>
            <p:nvPr/>
          </p:nvSpPr>
          <p:spPr bwMode="auto">
            <a:xfrm>
              <a:off x="835" y="3120"/>
              <a:ext cx="334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CAR(talk, switch)  =  talk.CAR(talk, switch) </a:t>
              </a:r>
            </a:p>
            <a:p>
              <a:pPr eaLnBrk="1" hangingPunct="1">
                <a:spcBef>
                  <a:spcPct val="20000"/>
                </a:spcBef>
              </a:pPr>
              <a:r>
                <a:rPr lang="en-US" altLang="en-US">
                  <a:solidFill>
                    <a:srgbClr val="FF6600"/>
                  </a:solidFill>
                  <a:latin typeface="Calibri" panose="020F0502020204030204" pitchFamily="34" charset="0"/>
                </a:rPr>
                <a:t>                                    + switch(talk’ switch’).CAR(talk’, switch’)</a:t>
              </a:r>
            </a:p>
          </p:txBody>
        </p:sp>
        <p:sp>
          <p:nvSpPr>
            <p:cNvPr id="31755" name="Line 5">
              <a:extLst>
                <a:ext uri="{FF2B5EF4-FFF2-40B4-BE49-F238E27FC236}">
                  <a16:creationId xmlns:a16="http://schemas.microsoft.com/office/drawing/2014/main" id="{DBF9CCEB-BD93-1C13-26C3-534BEA921859}"/>
                </a:ext>
              </a:extLst>
            </p:cNvPr>
            <p:cNvSpPr>
              <a:spLocks noChangeShapeType="1"/>
            </p:cNvSpPr>
            <p:nvPr/>
          </p:nvSpPr>
          <p:spPr bwMode="auto">
            <a:xfrm>
              <a:off x="1957" y="3135"/>
              <a:ext cx="2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46" name="Rectangle 6">
            <a:extLst>
              <a:ext uri="{FF2B5EF4-FFF2-40B4-BE49-F238E27FC236}">
                <a16:creationId xmlns:a16="http://schemas.microsoft.com/office/drawing/2014/main" id="{146254B9-BAD6-FB40-5D5B-4ECC901C1220}"/>
              </a:ext>
            </a:extLst>
          </p:cNvPr>
          <p:cNvSpPr>
            <a:spLocks noGrp="1" noChangeArrowheads="1"/>
          </p:cNvSpPr>
          <p:nvPr>
            <p:ph type="title"/>
          </p:nvPr>
        </p:nvSpPr>
        <p:spPr>
          <a:xfrm>
            <a:off x="204788" y="274638"/>
            <a:ext cx="8656637"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3</a:t>
            </a:r>
            <a:endParaRPr lang="en-US" altLang="en-US" sz="3600">
              <a:ea typeface="ＭＳ Ｐゴシック" panose="020B0600070205080204" pitchFamily="34" charset="-128"/>
            </a:endParaRPr>
          </a:p>
        </p:txBody>
      </p:sp>
      <p:sp>
        <p:nvSpPr>
          <p:cNvPr id="17412" name="Text Box 7">
            <a:extLst>
              <a:ext uri="{FF2B5EF4-FFF2-40B4-BE49-F238E27FC236}">
                <a16:creationId xmlns:a16="http://schemas.microsoft.com/office/drawing/2014/main" id="{E3A3BA32-4DB1-BE67-975E-AFEDEA94C0AB}"/>
              </a:ext>
            </a:extLst>
          </p:cNvPr>
          <p:cNvSpPr txBox="1">
            <a:spLocks noChangeArrowheads="1"/>
          </p:cNvSpPr>
          <p:nvPr/>
        </p:nvSpPr>
        <p:spPr bwMode="auto">
          <a:xfrm>
            <a:off x="461963" y="1230313"/>
            <a:ext cx="3830637" cy="46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The bases can be modeled as</a:t>
            </a:r>
          </a:p>
        </p:txBody>
      </p:sp>
      <p:sp>
        <p:nvSpPr>
          <p:cNvPr id="31748" name="Text Box 8">
            <a:extLst>
              <a:ext uri="{FF2B5EF4-FFF2-40B4-BE49-F238E27FC236}">
                <a16:creationId xmlns:a16="http://schemas.microsoft.com/office/drawing/2014/main" id="{9B93FD31-FBB2-80E7-6D5C-43771C0D7104}"/>
              </a:ext>
            </a:extLst>
          </p:cNvPr>
          <p:cNvSpPr txBox="1">
            <a:spLocks noChangeArrowheads="1"/>
          </p:cNvSpPr>
          <p:nvPr/>
        </p:nvSpPr>
        <p:spPr bwMode="auto">
          <a:xfrm>
            <a:off x="434975" y="4073525"/>
            <a:ext cx="768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latin typeface="Calibri" panose="020F0502020204030204" pitchFamily="34" charset="0"/>
              </a:rPr>
              <a:t>The car’s behavior can be described as</a:t>
            </a:r>
          </a:p>
        </p:txBody>
      </p:sp>
      <p:grpSp>
        <p:nvGrpSpPr>
          <p:cNvPr id="31749" name="Group 9">
            <a:extLst>
              <a:ext uri="{FF2B5EF4-FFF2-40B4-BE49-F238E27FC236}">
                <a16:creationId xmlns:a16="http://schemas.microsoft.com/office/drawing/2014/main" id="{BBF226D8-6E56-3CBA-A324-82F03E42D5D2}"/>
              </a:ext>
            </a:extLst>
          </p:cNvPr>
          <p:cNvGrpSpPr>
            <a:grpSpLocks/>
          </p:cNvGrpSpPr>
          <p:nvPr/>
        </p:nvGrpSpPr>
        <p:grpSpPr bwMode="auto">
          <a:xfrm>
            <a:off x="373063" y="1803400"/>
            <a:ext cx="8488362" cy="2162175"/>
            <a:chOff x="235" y="1185"/>
            <a:chExt cx="5164" cy="946"/>
          </a:xfrm>
        </p:grpSpPr>
        <p:sp>
          <p:nvSpPr>
            <p:cNvPr id="17415" name="Text Box 10">
              <a:extLst>
                <a:ext uri="{FF2B5EF4-FFF2-40B4-BE49-F238E27FC236}">
                  <a16:creationId xmlns:a16="http://schemas.microsoft.com/office/drawing/2014/main" id="{B1E8C4EE-E3FC-1B21-EBF7-4C2D276F73DB}"/>
                </a:ext>
              </a:extLst>
            </p:cNvPr>
            <p:cNvSpPr txBox="1">
              <a:spLocks noChangeArrowheads="1"/>
            </p:cNvSpPr>
            <p:nvPr/>
          </p:nvSpPr>
          <p:spPr bwMode="auto">
            <a:xfrm>
              <a:off x="235" y="1185"/>
              <a:ext cx="5164" cy="9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BASE(talk, switch, give, alert) = </a:t>
              </a:r>
              <a:r>
                <a:rPr lang="en-US" sz="2400" dirty="0" err="1">
                  <a:solidFill>
                    <a:srgbClr val="FF6600"/>
                  </a:solidFill>
                  <a:latin typeface="+mn-lt"/>
                </a:rPr>
                <a:t>talk.BASE</a:t>
              </a:r>
              <a:r>
                <a:rPr lang="en-US" sz="2400" dirty="0">
                  <a:solidFill>
                    <a:srgbClr val="FF6600"/>
                  </a:solidFill>
                  <a:latin typeface="+mn-lt"/>
                </a:rPr>
                <a:t>(talk, switch, give, alert)</a:t>
              </a:r>
            </a:p>
            <a:p>
              <a:pPr eaLnBrk="1" hangingPunct="1">
                <a:spcBef>
                  <a:spcPct val="20000"/>
                </a:spcBef>
                <a:defRPr/>
              </a:pPr>
              <a:r>
                <a:rPr lang="en-US" sz="2400" dirty="0">
                  <a:solidFill>
                    <a:srgbClr val="FF6600"/>
                  </a:solidFill>
                  <a:latin typeface="+mn-lt"/>
                </a:rPr>
                <a:t>                    + give(t, s).switch(t s) .IDLEBASE(talk, switch, give, alert)</a:t>
              </a:r>
            </a:p>
            <a:p>
              <a:pPr eaLnBrk="1" hangingPunct="1">
                <a:spcBef>
                  <a:spcPct val="20000"/>
                </a:spcBef>
                <a:defRPr/>
              </a:pPr>
              <a:r>
                <a:rPr lang="en-US" sz="2400" dirty="0">
                  <a:solidFill>
                    <a:srgbClr val="FF6600"/>
                  </a:solidFill>
                  <a:latin typeface="+mn-lt"/>
                </a:rPr>
                <a:t>IDLEBASE(talk, switch, give, alert)  =  </a:t>
              </a:r>
            </a:p>
            <a:p>
              <a:pPr eaLnBrk="1" hangingPunct="1">
                <a:spcBef>
                  <a:spcPct val="20000"/>
                </a:spcBef>
                <a:defRPr/>
              </a:pPr>
              <a:r>
                <a:rPr lang="en-US" sz="2400" dirty="0">
                  <a:solidFill>
                    <a:srgbClr val="FF6600"/>
                  </a:solidFill>
                  <a:latin typeface="+mn-lt"/>
                </a:rPr>
                <a:t>								</a:t>
              </a:r>
              <a:r>
                <a:rPr lang="en-US" sz="2400" dirty="0" err="1">
                  <a:solidFill>
                    <a:srgbClr val="FF6600"/>
                  </a:solidFill>
                  <a:latin typeface="+mn-lt"/>
                </a:rPr>
                <a:t>alert.BASE</a:t>
              </a:r>
              <a:r>
                <a:rPr lang="en-US" sz="2400" dirty="0">
                  <a:solidFill>
                    <a:srgbClr val="FF6600"/>
                  </a:solidFill>
                  <a:latin typeface="+mn-lt"/>
                </a:rPr>
                <a:t>(talk, switch, give, alert)</a:t>
              </a:r>
            </a:p>
          </p:txBody>
        </p:sp>
        <p:sp>
          <p:nvSpPr>
            <p:cNvPr id="31753" name="Line 12">
              <a:extLst>
                <a:ext uri="{FF2B5EF4-FFF2-40B4-BE49-F238E27FC236}">
                  <a16:creationId xmlns:a16="http://schemas.microsoft.com/office/drawing/2014/main" id="{99600916-3145-8FD9-8C18-AA70E0B9B2B6}"/>
                </a:ext>
              </a:extLst>
            </p:cNvPr>
            <p:cNvSpPr>
              <a:spLocks noChangeShapeType="1"/>
            </p:cNvSpPr>
            <p:nvPr/>
          </p:nvSpPr>
          <p:spPr bwMode="auto">
            <a:xfrm>
              <a:off x="1952" y="1496"/>
              <a:ext cx="4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50" name="Footer Placeholder 1">
            <a:extLst>
              <a:ext uri="{FF2B5EF4-FFF2-40B4-BE49-F238E27FC236}">
                <a16:creationId xmlns:a16="http://schemas.microsoft.com/office/drawing/2014/main" id="{4FBE3CA7-6A07-B498-BB5F-73B8C976F6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1751" name="Slide Number Placeholder 2">
            <a:extLst>
              <a:ext uri="{FF2B5EF4-FFF2-40B4-BE49-F238E27FC236}">
                <a16:creationId xmlns:a16="http://schemas.microsoft.com/office/drawing/2014/main" id="{85FA3ACD-8869-2529-031B-B70362FE7C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127E4FC-82F8-4B4F-8761-B4715B49DE61}" type="slidenum">
              <a:rPr lang="en-US" altLang="en-US" sz="1200">
                <a:solidFill>
                  <a:srgbClr val="898989"/>
                </a:solidFill>
              </a:rPr>
              <a:pPr eaLnBrk="1" hangingPunct="1"/>
              <a:t>16</a:t>
            </a:fld>
            <a:endParaRPr lang="en-US" altLang="en-US" sz="120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109C7930-03D0-FB70-5151-C171F9794A7B}"/>
              </a:ext>
            </a:extLst>
          </p:cNvPr>
          <p:cNvSpPr>
            <a:spLocks noGrp="1" noChangeArrowheads="1"/>
          </p:cNvSpPr>
          <p:nvPr>
            <p:ph type="title"/>
          </p:nvPr>
        </p:nvSpPr>
        <p:spPr>
          <a:xfrm>
            <a:off x="457200" y="204788"/>
            <a:ext cx="8450263" cy="1093787"/>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4</a:t>
            </a:r>
            <a:r>
              <a:rPr lang="en-US" altLang="en-US" sz="3600">
                <a:ea typeface="ＭＳ Ｐゴシック" panose="020B0600070205080204" pitchFamily="34" charset="-128"/>
              </a:rPr>
              <a:t> </a:t>
            </a:r>
          </a:p>
        </p:txBody>
      </p:sp>
      <p:sp>
        <p:nvSpPr>
          <p:cNvPr id="31747" name="Text Box 3">
            <a:extLst>
              <a:ext uri="{FF2B5EF4-FFF2-40B4-BE49-F238E27FC236}">
                <a16:creationId xmlns:a16="http://schemas.microsoft.com/office/drawing/2014/main" id="{6842C058-215B-FBBF-6B47-A90DCCF965E9}"/>
              </a:ext>
            </a:extLst>
          </p:cNvPr>
          <p:cNvSpPr txBox="1">
            <a:spLocks noChangeArrowheads="1"/>
          </p:cNvSpPr>
          <p:nvPr/>
        </p:nvSpPr>
        <p:spPr bwMode="auto">
          <a:xfrm>
            <a:off x="396875" y="1076325"/>
            <a:ext cx="82296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A simple telematics system alternates between the two transmitters</a:t>
            </a:r>
          </a:p>
        </p:txBody>
      </p:sp>
      <p:grpSp>
        <p:nvGrpSpPr>
          <p:cNvPr id="32771" name="Group 4">
            <a:extLst>
              <a:ext uri="{FF2B5EF4-FFF2-40B4-BE49-F238E27FC236}">
                <a16:creationId xmlns:a16="http://schemas.microsoft.com/office/drawing/2014/main" id="{95428B2E-F975-1CE6-176C-FCF577685B53}"/>
              </a:ext>
            </a:extLst>
          </p:cNvPr>
          <p:cNvGrpSpPr>
            <a:grpSpLocks/>
          </p:cNvGrpSpPr>
          <p:nvPr/>
        </p:nvGrpSpPr>
        <p:grpSpPr bwMode="auto">
          <a:xfrm>
            <a:off x="214313" y="1957388"/>
            <a:ext cx="8202612" cy="1500187"/>
            <a:chOff x="965" y="1197"/>
            <a:chExt cx="3475" cy="945"/>
          </a:xfrm>
        </p:grpSpPr>
        <p:sp>
          <p:nvSpPr>
            <p:cNvPr id="32776" name="Text Box 5">
              <a:extLst>
                <a:ext uri="{FF2B5EF4-FFF2-40B4-BE49-F238E27FC236}">
                  <a16:creationId xmlns:a16="http://schemas.microsoft.com/office/drawing/2014/main" id="{F83C32FE-A5A0-E197-FB4F-E69D2F67DC2C}"/>
                </a:ext>
              </a:extLst>
            </p:cNvPr>
            <p:cNvSpPr txBox="1">
              <a:spLocks noChangeArrowheads="1"/>
            </p:cNvSpPr>
            <p:nvPr/>
          </p:nvSpPr>
          <p:spPr bwMode="auto">
            <a:xfrm>
              <a:off x="965" y="1197"/>
              <a:ext cx="3475"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20000"/>
                </a:lnSpc>
                <a:spcBef>
                  <a:spcPct val="20000"/>
                </a:spcBef>
              </a:pP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  give</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talk</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switch</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.alert</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2</a:t>
              </a:r>
              <a:endParaRPr lang="en-US" altLang="en-US" sz="2800">
                <a:solidFill>
                  <a:srgbClr val="FF6600"/>
                </a:solidFill>
                <a:latin typeface="Times New Roman" panose="02020603050405020304" pitchFamily="18" charset="0"/>
              </a:endParaRPr>
            </a:p>
            <a:p>
              <a:pPr eaLnBrk="1" hangingPunct="1">
                <a:lnSpc>
                  <a:spcPct val="120000"/>
                </a:lnSpc>
                <a:spcBef>
                  <a:spcPct val="20000"/>
                </a:spcBef>
              </a:pP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  give</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talk</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switch</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.alert</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.CENTER1</a:t>
              </a:r>
            </a:p>
            <a:p>
              <a:pPr eaLnBrk="1" hangingPunct="1">
                <a:lnSpc>
                  <a:spcPct val="120000"/>
                </a:lnSpc>
                <a:spcBef>
                  <a:spcPct val="20000"/>
                </a:spcBef>
              </a:pPr>
              <a:endParaRPr lang="en-US" altLang="en-US" sz="2000" b="1" baseline="-25000">
                <a:latin typeface="Times New Roman" panose="02020603050405020304" pitchFamily="18" charset="0"/>
              </a:endParaRPr>
            </a:p>
          </p:txBody>
        </p:sp>
        <p:sp>
          <p:nvSpPr>
            <p:cNvPr id="32777" name="Line 6">
              <a:extLst>
                <a:ext uri="{FF2B5EF4-FFF2-40B4-BE49-F238E27FC236}">
                  <a16:creationId xmlns:a16="http://schemas.microsoft.com/office/drawing/2014/main" id="{9B658D41-5A85-88E3-3704-EC4FF8ECF60A}"/>
                </a:ext>
              </a:extLst>
            </p:cNvPr>
            <p:cNvSpPr>
              <a:spLocks noChangeShapeType="1"/>
            </p:cNvSpPr>
            <p:nvPr/>
          </p:nvSpPr>
          <p:spPr bwMode="auto">
            <a:xfrm>
              <a:off x="3150" y="1343"/>
              <a:ext cx="2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8" name="Line 7">
              <a:extLst>
                <a:ext uri="{FF2B5EF4-FFF2-40B4-BE49-F238E27FC236}">
                  <a16:creationId xmlns:a16="http://schemas.microsoft.com/office/drawing/2014/main" id="{6132A153-ACFF-28FF-6441-0CC6B88499CA}"/>
                </a:ext>
              </a:extLst>
            </p:cNvPr>
            <p:cNvSpPr>
              <a:spLocks noChangeShapeType="1"/>
            </p:cNvSpPr>
            <p:nvPr/>
          </p:nvSpPr>
          <p:spPr bwMode="auto">
            <a:xfrm>
              <a:off x="1960" y="1343"/>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9" name="Line 8">
              <a:extLst>
                <a:ext uri="{FF2B5EF4-FFF2-40B4-BE49-F238E27FC236}">
                  <a16:creationId xmlns:a16="http://schemas.microsoft.com/office/drawing/2014/main" id="{7108004A-EB9C-0B0F-EDEE-3E1631128EDA}"/>
                </a:ext>
              </a:extLst>
            </p:cNvPr>
            <p:cNvSpPr>
              <a:spLocks noChangeShapeType="1"/>
            </p:cNvSpPr>
            <p:nvPr/>
          </p:nvSpPr>
          <p:spPr bwMode="auto">
            <a:xfrm>
              <a:off x="1956" y="1710"/>
              <a:ext cx="25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9">
              <a:extLst>
                <a:ext uri="{FF2B5EF4-FFF2-40B4-BE49-F238E27FC236}">
                  <a16:creationId xmlns:a16="http://schemas.microsoft.com/office/drawing/2014/main" id="{E177CA63-9E52-DBCA-46FA-A407DB0AEC11}"/>
                </a:ext>
              </a:extLst>
            </p:cNvPr>
            <p:cNvSpPr>
              <a:spLocks noChangeShapeType="1"/>
            </p:cNvSpPr>
            <p:nvPr/>
          </p:nvSpPr>
          <p:spPr bwMode="auto">
            <a:xfrm>
              <a:off x="3142" y="1699"/>
              <a:ext cx="2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49" name="Text Box 11">
            <a:extLst>
              <a:ext uri="{FF2B5EF4-FFF2-40B4-BE49-F238E27FC236}">
                <a16:creationId xmlns:a16="http://schemas.microsoft.com/office/drawing/2014/main" id="{43AD46F9-0466-9F29-204B-FDDB1E3DBC6C}"/>
              </a:ext>
            </a:extLst>
          </p:cNvPr>
          <p:cNvSpPr txBox="1">
            <a:spLocks noChangeArrowheads="1"/>
          </p:cNvSpPr>
          <p:nvPr/>
        </p:nvSpPr>
        <p:spPr bwMode="auto">
          <a:xfrm>
            <a:off x="314325" y="3543300"/>
            <a:ext cx="8105775"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The mobile transmission system is specified as:</a:t>
            </a:r>
          </a:p>
        </p:txBody>
      </p:sp>
      <p:sp>
        <p:nvSpPr>
          <p:cNvPr id="18438" name="Text Box 12">
            <a:extLst>
              <a:ext uri="{FF2B5EF4-FFF2-40B4-BE49-F238E27FC236}">
                <a16:creationId xmlns:a16="http://schemas.microsoft.com/office/drawing/2014/main" id="{58AEED38-A7BE-6835-FC11-8B0A16F97D25}"/>
              </a:ext>
            </a:extLst>
          </p:cNvPr>
          <p:cNvSpPr txBox="1">
            <a:spLocks noChangeArrowheads="1"/>
          </p:cNvSpPr>
          <p:nvPr/>
        </p:nvSpPr>
        <p:spPr bwMode="auto">
          <a:xfrm>
            <a:off x="314325" y="4067175"/>
            <a:ext cx="8724900" cy="2235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SYSTEM</a:t>
            </a:r>
            <a:r>
              <a:rPr lang="en-US" sz="2400" baseline="-25000" dirty="0">
                <a:solidFill>
                  <a:srgbClr val="FF6600"/>
                </a:solidFill>
                <a:latin typeface="+mn-lt"/>
              </a:rPr>
              <a:t>1</a:t>
            </a:r>
            <a:r>
              <a:rPr lang="en-US" sz="2400" dirty="0">
                <a:solidFill>
                  <a:srgbClr val="FF6600"/>
                </a:solidFill>
                <a:latin typeface="+mn-lt"/>
              </a:rPr>
              <a:t>  =  (</a:t>
            </a:r>
            <a:r>
              <a:rPr lang="en-US" sz="2400" dirty="0">
                <a:solidFill>
                  <a:srgbClr val="FF6600"/>
                </a:solidFill>
                <a:latin typeface="Symbol" charset="2"/>
                <a:cs typeface="Symbol" charset="2"/>
              </a:rPr>
              <a:t>n</a:t>
            </a:r>
            <a:r>
              <a:rPr lang="en-US" sz="2400" dirty="0">
                <a:solidFill>
                  <a:srgbClr val="FF6600"/>
                </a:solidFill>
                <a:latin typeface="+mn-lt"/>
              </a:rPr>
              <a:t> talk</a:t>
            </a:r>
            <a:r>
              <a:rPr lang="en-US" sz="2400" baseline="-25000" dirty="0">
                <a:solidFill>
                  <a:srgbClr val="FF6600"/>
                </a:solidFill>
                <a:latin typeface="+mn-lt"/>
              </a:rPr>
              <a:t>1</a:t>
            </a:r>
            <a:r>
              <a:rPr lang="en-US" sz="2400" dirty="0">
                <a:solidFill>
                  <a:srgbClr val="FF6600"/>
                </a:solidFill>
                <a:latin typeface="+mn-lt"/>
              </a:rPr>
              <a:t>, switch</a:t>
            </a:r>
            <a:r>
              <a:rPr lang="en-US" sz="2400" baseline="-25000" dirty="0">
                <a:solidFill>
                  <a:srgbClr val="FF6600"/>
                </a:solidFill>
                <a:latin typeface="+mn-lt"/>
              </a:rPr>
              <a:t>1</a:t>
            </a:r>
            <a:r>
              <a:rPr lang="en-US" sz="2400" dirty="0">
                <a:solidFill>
                  <a:srgbClr val="FF6600"/>
                </a:solidFill>
                <a:latin typeface="+mn-lt"/>
              </a:rPr>
              <a:t>, give</a:t>
            </a:r>
            <a:r>
              <a:rPr lang="en-US" sz="2400" baseline="-25000" dirty="0">
                <a:solidFill>
                  <a:srgbClr val="FF6600"/>
                </a:solidFill>
                <a:latin typeface="+mn-lt"/>
              </a:rPr>
              <a:t>1</a:t>
            </a:r>
            <a:r>
              <a:rPr lang="en-US" sz="2400" dirty="0">
                <a:solidFill>
                  <a:srgbClr val="FF6600"/>
                </a:solidFill>
                <a:latin typeface="+mn-lt"/>
              </a:rPr>
              <a:t>, alert</a:t>
            </a:r>
            <a:r>
              <a:rPr lang="en-US" sz="2400" baseline="-25000" dirty="0">
                <a:solidFill>
                  <a:srgbClr val="FF6600"/>
                </a:solidFill>
                <a:latin typeface="+mn-lt"/>
              </a:rPr>
              <a:t>1</a:t>
            </a:r>
            <a:r>
              <a:rPr lang="en-US" sz="2400" dirty="0">
                <a:solidFill>
                  <a:srgbClr val="FF6600"/>
                </a:solidFill>
                <a:latin typeface="+mn-lt"/>
              </a:rPr>
              <a:t>, talk</a:t>
            </a:r>
            <a:r>
              <a:rPr lang="en-US" sz="2400" baseline="-25000" dirty="0">
                <a:solidFill>
                  <a:srgbClr val="FF6600"/>
                </a:solidFill>
                <a:latin typeface="+mn-lt"/>
              </a:rPr>
              <a:t>2</a:t>
            </a:r>
            <a:r>
              <a:rPr lang="en-US" sz="2400" dirty="0">
                <a:solidFill>
                  <a:srgbClr val="FF6600"/>
                </a:solidFill>
                <a:latin typeface="+mn-lt"/>
              </a:rPr>
              <a:t>, switch</a:t>
            </a:r>
            <a:r>
              <a:rPr lang="en-US" sz="2400" baseline="-25000" dirty="0">
                <a:solidFill>
                  <a:srgbClr val="FF6600"/>
                </a:solidFill>
                <a:latin typeface="+mn-lt"/>
              </a:rPr>
              <a:t>2</a:t>
            </a:r>
            <a:r>
              <a:rPr lang="en-US" sz="2400" dirty="0">
                <a:solidFill>
                  <a:srgbClr val="FF6600"/>
                </a:solidFill>
                <a:latin typeface="+mn-lt"/>
              </a:rPr>
              <a:t>, give</a:t>
            </a:r>
            <a:r>
              <a:rPr lang="en-US" sz="2400" baseline="-25000" dirty="0">
                <a:solidFill>
                  <a:srgbClr val="FF6600"/>
                </a:solidFill>
                <a:latin typeface="+mn-lt"/>
              </a:rPr>
              <a:t>2</a:t>
            </a:r>
            <a:r>
              <a:rPr lang="en-US" sz="2400" dirty="0">
                <a:solidFill>
                  <a:srgbClr val="FF6600"/>
                </a:solidFill>
                <a:latin typeface="+mn-lt"/>
              </a:rPr>
              <a:t>, alert</a:t>
            </a:r>
            <a:r>
              <a:rPr lang="en-US" sz="2400" baseline="-25000" dirty="0">
                <a:solidFill>
                  <a:srgbClr val="FF6600"/>
                </a:solidFill>
                <a:latin typeface="+mn-lt"/>
              </a:rPr>
              <a:t>2</a:t>
            </a:r>
            <a:r>
              <a:rPr lang="en-US" sz="2400" dirty="0">
                <a:solidFill>
                  <a:srgbClr val="FF6600"/>
                </a:solidFill>
                <a:latin typeface="+mn-lt"/>
              </a:rPr>
              <a:t>)</a:t>
            </a:r>
          </a:p>
          <a:p>
            <a:pPr eaLnBrk="1" hangingPunct="1">
              <a:spcBef>
                <a:spcPct val="20000"/>
              </a:spcBef>
              <a:defRPr/>
            </a:pPr>
            <a:r>
              <a:rPr lang="en-US" sz="2400" dirty="0">
                <a:solidFill>
                  <a:srgbClr val="FF6600"/>
                </a:solidFill>
                <a:latin typeface="+mn-lt"/>
              </a:rPr>
              <a:t>                     (Car(talk</a:t>
            </a:r>
            <a:r>
              <a:rPr lang="en-US" sz="2400" baseline="-25000" dirty="0">
                <a:solidFill>
                  <a:srgbClr val="FF6600"/>
                </a:solidFill>
                <a:latin typeface="+mn-lt"/>
              </a:rPr>
              <a:t>1</a:t>
            </a:r>
            <a:r>
              <a:rPr lang="en-US" sz="2400" dirty="0">
                <a:solidFill>
                  <a:srgbClr val="FF6600"/>
                </a:solidFill>
                <a:latin typeface="+mn-lt"/>
              </a:rPr>
              <a:t>, switch</a:t>
            </a:r>
            <a:r>
              <a:rPr lang="en-US" sz="2400" baseline="-25000" dirty="0">
                <a:solidFill>
                  <a:srgbClr val="FF6600"/>
                </a:solidFill>
                <a:latin typeface="+mn-lt"/>
              </a:rPr>
              <a:t>1</a:t>
            </a:r>
            <a:r>
              <a:rPr lang="en-US" sz="2400" dirty="0">
                <a:solidFill>
                  <a:srgbClr val="FF6600"/>
                </a:solidFill>
                <a:latin typeface="+mn-lt"/>
              </a:rPr>
              <a:t>) | BASE</a:t>
            </a:r>
            <a:r>
              <a:rPr lang="en-US" sz="2400" baseline="-25000" dirty="0">
                <a:solidFill>
                  <a:srgbClr val="FF6600"/>
                </a:solidFill>
                <a:latin typeface="+mn-lt"/>
              </a:rPr>
              <a:t>1</a:t>
            </a:r>
            <a:r>
              <a:rPr lang="en-US" sz="2400" dirty="0">
                <a:solidFill>
                  <a:srgbClr val="FF6600"/>
                </a:solidFill>
                <a:latin typeface="+mn-lt"/>
              </a:rPr>
              <a:t> | IDLEBASE</a:t>
            </a:r>
            <a:r>
              <a:rPr lang="en-US" sz="2400" baseline="-25000" dirty="0">
                <a:solidFill>
                  <a:srgbClr val="FF6600"/>
                </a:solidFill>
                <a:latin typeface="+mn-lt"/>
              </a:rPr>
              <a:t>2</a:t>
            </a:r>
            <a:r>
              <a:rPr lang="en-US" sz="2400" dirty="0">
                <a:solidFill>
                  <a:srgbClr val="FF6600"/>
                </a:solidFill>
                <a:latin typeface="+mn-lt"/>
              </a:rPr>
              <a:t> | CENTRE</a:t>
            </a:r>
            <a:r>
              <a:rPr lang="en-US" sz="2400" baseline="-25000" dirty="0">
                <a:solidFill>
                  <a:srgbClr val="FF6600"/>
                </a:solidFill>
                <a:latin typeface="+mn-lt"/>
              </a:rPr>
              <a:t>1</a:t>
            </a:r>
            <a:r>
              <a:rPr lang="en-US" sz="2400" dirty="0">
                <a:solidFill>
                  <a:srgbClr val="FF6600"/>
                </a:solidFill>
                <a:latin typeface="+mn-lt"/>
              </a:rPr>
              <a:t>)</a:t>
            </a:r>
          </a:p>
          <a:p>
            <a:pPr eaLnBrk="1" hangingPunct="1">
              <a:spcBef>
                <a:spcPct val="20000"/>
              </a:spcBef>
              <a:defRPr/>
            </a:pPr>
            <a:endParaRPr lang="en-US" sz="2400" dirty="0">
              <a:latin typeface="+mn-lt"/>
            </a:endParaRPr>
          </a:p>
          <a:p>
            <a:pPr eaLnBrk="1" hangingPunct="1">
              <a:spcBef>
                <a:spcPct val="20000"/>
              </a:spcBef>
              <a:defRPr/>
            </a:pPr>
            <a:r>
              <a:rPr lang="en-US" sz="2400" dirty="0">
                <a:latin typeface="+mn-lt"/>
              </a:rPr>
              <a:t>where  </a:t>
            </a:r>
            <a:r>
              <a:rPr lang="en-US" sz="2400" dirty="0" err="1">
                <a:solidFill>
                  <a:srgbClr val="FF6600"/>
                </a:solidFill>
                <a:latin typeface="+mn-lt"/>
              </a:rPr>
              <a:t>BASE</a:t>
            </a:r>
            <a:r>
              <a:rPr lang="en-US" sz="2400" baseline="-25000" dirty="0" err="1">
                <a:solidFill>
                  <a:srgbClr val="FF6600"/>
                </a:solidFill>
                <a:latin typeface="+mn-lt"/>
              </a:rPr>
              <a:t>i</a:t>
            </a:r>
            <a:r>
              <a:rPr lang="en-US" sz="2400" dirty="0">
                <a:solidFill>
                  <a:srgbClr val="FF6600"/>
                </a:solidFill>
                <a:latin typeface="+mn-lt"/>
              </a:rPr>
              <a:t>  =  BASE(</a:t>
            </a:r>
            <a:r>
              <a:rPr lang="en-US" sz="2400" dirty="0" err="1">
                <a:solidFill>
                  <a:srgbClr val="FF6600"/>
                </a:solidFill>
                <a:latin typeface="+mn-lt"/>
              </a:rPr>
              <a:t>talk</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switch</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give</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alert</a:t>
            </a:r>
            <a:r>
              <a:rPr lang="en-US" sz="2400" baseline="-25000" dirty="0" err="1">
                <a:solidFill>
                  <a:srgbClr val="FF6600"/>
                </a:solidFill>
                <a:latin typeface="+mn-lt"/>
              </a:rPr>
              <a:t>i</a:t>
            </a:r>
            <a:r>
              <a:rPr lang="en-US" sz="2400" dirty="0">
                <a:solidFill>
                  <a:srgbClr val="FF6600"/>
                </a:solidFill>
                <a:latin typeface="+mn-lt"/>
              </a:rPr>
              <a:t>)   for </a:t>
            </a:r>
            <a:r>
              <a:rPr lang="en-US" sz="2400" dirty="0" err="1">
                <a:solidFill>
                  <a:srgbClr val="FF6600"/>
                </a:solidFill>
                <a:latin typeface="+mn-lt"/>
              </a:rPr>
              <a:t>i</a:t>
            </a:r>
            <a:r>
              <a:rPr lang="en-US" sz="2400" dirty="0">
                <a:solidFill>
                  <a:srgbClr val="FF6600"/>
                </a:solidFill>
                <a:latin typeface="+mn-lt"/>
              </a:rPr>
              <a:t> = 1,2</a:t>
            </a:r>
          </a:p>
          <a:p>
            <a:pPr eaLnBrk="1" hangingPunct="1">
              <a:spcBef>
                <a:spcPct val="20000"/>
              </a:spcBef>
              <a:defRPr/>
            </a:pPr>
            <a:r>
              <a:rPr lang="en-US" sz="2400" dirty="0">
                <a:solidFill>
                  <a:srgbClr val="FF6600"/>
                </a:solidFill>
                <a:latin typeface="+mn-lt"/>
              </a:rPr>
              <a:t>            </a:t>
            </a:r>
            <a:r>
              <a:rPr lang="en-US" sz="2400" dirty="0" err="1">
                <a:solidFill>
                  <a:srgbClr val="FF6600"/>
                </a:solidFill>
                <a:latin typeface="+mn-lt"/>
              </a:rPr>
              <a:t>IDLEBASE</a:t>
            </a:r>
            <a:r>
              <a:rPr lang="en-US" sz="2400" baseline="-25000" dirty="0" err="1">
                <a:solidFill>
                  <a:srgbClr val="FF6600"/>
                </a:solidFill>
                <a:latin typeface="+mn-lt"/>
              </a:rPr>
              <a:t>i</a:t>
            </a:r>
            <a:r>
              <a:rPr lang="en-US" sz="2400" dirty="0">
                <a:solidFill>
                  <a:srgbClr val="FF6600"/>
                </a:solidFill>
                <a:latin typeface="+mn-lt"/>
              </a:rPr>
              <a:t> =  IDLEBASE(</a:t>
            </a:r>
            <a:r>
              <a:rPr lang="en-US" sz="2400" dirty="0" err="1">
                <a:solidFill>
                  <a:srgbClr val="FF6600"/>
                </a:solidFill>
                <a:latin typeface="+mn-lt"/>
              </a:rPr>
              <a:t>talk</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switch</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give</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alert</a:t>
            </a:r>
            <a:r>
              <a:rPr lang="en-US" sz="2400" baseline="-25000" dirty="0" err="1">
                <a:solidFill>
                  <a:srgbClr val="FF6600"/>
                </a:solidFill>
                <a:latin typeface="+mn-lt"/>
              </a:rPr>
              <a:t>i</a:t>
            </a:r>
            <a:r>
              <a:rPr lang="en-US" sz="2400" dirty="0">
                <a:solidFill>
                  <a:srgbClr val="FF6600"/>
                </a:solidFill>
                <a:latin typeface="+mn-lt"/>
              </a:rPr>
              <a:t>)   for </a:t>
            </a:r>
            <a:r>
              <a:rPr lang="en-US" sz="2400" dirty="0" err="1">
                <a:solidFill>
                  <a:srgbClr val="FF6600"/>
                </a:solidFill>
                <a:latin typeface="+mn-lt"/>
              </a:rPr>
              <a:t>i</a:t>
            </a:r>
            <a:r>
              <a:rPr lang="en-US" sz="2400" dirty="0">
                <a:solidFill>
                  <a:srgbClr val="FF6600"/>
                </a:solidFill>
                <a:latin typeface="+mn-lt"/>
              </a:rPr>
              <a:t> = 1,2</a:t>
            </a:r>
          </a:p>
        </p:txBody>
      </p:sp>
      <p:sp>
        <p:nvSpPr>
          <p:cNvPr id="32774" name="Footer Placeholder 1">
            <a:extLst>
              <a:ext uri="{FF2B5EF4-FFF2-40B4-BE49-F238E27FC236}">
                <a16:creationId xmlns:a16="http://schemas.microsoft.com/office/drawing/2014/main" id="{A02A8A5A-8AEA-5D77-9B9D-14711FEB232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2775" name="Slide Number Placeholder 2">
            <a:extLst>
              <a:ext uri="{FF2B5EF4-FFF2-40B4-BE49-F238E27FC236}">
                <a16:creationId xmlns:a16="http://schemas.microsoft.com/office/drawing/2014/main" id="{E95F4096-FE62-F97C-CE98-E1F74DBFAE3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C3B8C84-A8E8-FB4D-9294-D3C43716C2DD}" type="slidenum">
              <a:rPr lang="en-US" altLang="en-US" sz="1200">
                <a:solidFill>
                  <a:srgbClr val="898989"/>
                </a:solidFill>
              </a:rPr>
              <a:pPr eaLnBrk="1" hangingPunct="1"/>
              <a:t>17</a:t>
            </a:fld>
            <a:endParaRPr lang="en-US" altLang="en-US"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5293D444-5679-1978-B9F0-4DDC1EB0529A}"/>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Process Replication in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r>
              <a:rPr lang="en-US" altLang="en-US">
                <a:ea typeface="ＭＳ Ｐゴシック" panose="020B0600070205080204" pitchFamily="34" charset="-128"/>
              </a:rPr>
              <a:t> </a:t>
            </a:r>
          </a:p>
        </p:txBody>
      </p:sp>
      <p:grpSp>
        <p:nvGrpSpPr>
          <p:cNvPr id="33794" name="Group 3">
            <a:extLst>
              <a:ext uri="{FF2B5EF4-FFF2-40B4-BE49-F238E27FC236}">
                <a16:creationId xmlns:a16="http://schemas.microsoft.com/office/drawing/2014/main" id="{2E7B0EBC-0B05-3B4C-92BC-8518DE18220A}"/>
              </a:ext>
            </a:extLst>
          </p:cNvPr>
          <p:cNvGrpSpPr>
            <a:grpSpLocks/>
          </p:cNvGrpSpPr>
          <p:nvPr/>
        </p:nvGrpSpPr>
        <p:grpSpPr bwMode="auto">
          <a:xfrm>
            <a:off x="346075" y="2330450"/>
            <a:ext cx="8640763" cy="398463"/>
            <a:chOff x="170" y="1198"/>
            <a:chExt cx="5267" cy="118"/>
          </a:xfrm>
        </p:grpSpPr>
        <p:sp>
          <p:nvSpPr>
            <p:cNvPr id="19464" name="Text Box 4">
              <a:extLst>
                <a:ext uri="{FF2B5EF4-FFF2-40B4-BE49-F238E27FC236}">
                  <a16:creationId xmlns:a16="http://schemas.microsoft.com/office/drawing/2014/main" id="{186C76E7-077C-211D-7608-D376C11043A5}"/>
                </a:ext>
              </a:extLst>
            </p:cNvPr>
            <p:cNvSpPr txBox="1">
              <a:spLocks noChangeArrowheads="1"/>
            </p:cNvSpPr>
            <p:nvPr/>
          </p:nvSpPr>
          <p:spPr bwMode="auto">
            <a:xfrm>
              <a:off x="170" y="1198"/>
              <a:ext cx="5267" cy="118"/>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000" dirty="0">
                  <a:solidFill>
                    <a:srgbClr val="FF6600"/>
                  </a:solidFill>
                  <a:latin typeface="+mn-lt"/>
                </a:rPr>
                <a:t>Client(open, close, request, reply) =  open.request</a:t>
              </a:r>
              <a:r>
                <a:rPr lang="en-US" sz="2000" baseline="-25000" dirty="0">
                  <a:solidFill>
                    <a:srgbClr val="FF6600"/>
                  </a:solidFill>
                  <a:latin typeface="+mn-lt"/>
                </a:rPr>
                <a:t>1</a:t>
              </a:r>
              <a:r>
                <a:rPr lang="en-US" sz="2000" dirty="0">
                  <a:solidFill>
                    <a:srgbClr val="FF6600"/>
                  </a:solidFill>
                  <a:latin typeface="+mn-lt"/>
                </a:rPr>
                <a:t>.reply</a:t>
              </a:r>
              <a:r>
                <a:rPr lang="en-US" sz="2000" baseline="-25000" dirty="0">
                  <a:solidFill>
                    <a:srgbClr val="FF6600"/>
                  </a:solidFill>
                  <a:latin typeface="+mn-lt"/>
                </a:rPr>
                <a:t>1</a:t>
              </a:r>
              <a:r>
                <a:rPr lang="en-US" sz="2000" dirty="0">
                  <a:solidFill>
                    <a:srgbClr val="FF6600"/>
                  </a:solidFill>
                  <a:latin typeface="+mn-lt"/>
                </a:rPr>
                <a:t>. request</a:t>
              </a:r>
              <a:r>
                <a:rPr lang="en-US" sz="2000" baseline="-25000" dirty="0">
                  <a:solidFill>
                    <a:srgbClr val="FF6600"/>
                  </a:solidFill>
                  <a:latin typeface="+mn-lt"/>
                </a:rPr>
                <a:t>2</a:t>
              </a:r>
              <a:r>
                <a:rPr lang="en-US" sz="2000" dirty="0">
                  <a:solidFill>
                    <a:srgbClr val="FF6600"/>
                  </a:solidFill>
                  <a:latin typeface="+mn-lt"/>
                </a:rPr>
                <a:t>.reply</a:t>
              </a:r>
              <a:r>
                <a:rPr lang="en-US" sz="2000" baseline="-25000" dirty="0">
                  <a:solidFill>
                    <a:srgbClr val="FF6600"/>
                  </a:solidFill>
                  <a:latin typeface="+mn-lt"/>
                </a:rPr>
                <a:t>2</a:t>
              </a:r>
              <a:r>
                <a:rPr lang="en-US" sz="2000" dirty="0">
                  <a:solidFill>
                    <a:srgbClr val="FF6600"/>
                  </a:solidFill>
                  <a:latin typeface="+mn-lt"/>
                </a:rPr>
                <a:t>.close.0</a:t>
              </a:r>
            </a:p>
          </p:txBody>
        </p:sp>
        <p:sp>
          <p:nvSpPr>
            <p:cNvPr id="33802" name="Line 5">
              <a:extLst>
                <a:ext uri="{FF2B5EF4-FFF2-40B4-BE49-F238E27FC236}">
                  <a16:creationId xmlns:a16="http://schemas.microsoft.com/office/drawing/2014/main" id="{70599EB3-22E5-67FB-B715-2E59858AB56E}"/>
                </a:ext>
              </a:extLst>
            </p:cNvPr>
            <p:cNvSpPr>
              <a:spLocks noChangeShapeType="1"/>
            </p:cNvSpPr>
            <p:nvPr/>
          </p:nvSpPr>
          <p:spPr bwMode="auto">
            <a:xfrm>
              <a:off x="2538" y="1219"/>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3" name="Line 6">
              <a:extLst>
                <a:ext uri="{FF2B5EF4-FFF2-40B4-BE49-F238E27FC236}">
                  <a16:creationId xmlns:a16="http://schemas.microsoft.com/office/drawing/2014/main" id="{68CA45F7-8C12-22BA-2194-FCBDFEAA70FF}"/>
                </a:ext>
              </a:extLst>
            </p:cNvPr>
            <p:cNvSpPr>
              <a:spLocks noChangeShapeType="1"/>
            </p:cNvSpPr>
            <p:nvPr/>
          </p:nvSpPr>
          <p:spPr bwMode="auto">
            <a:xfrm>
              <a:off x="2914" y="1227"/>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4" name="Line 7">
              <a:extLst>
                <a:ext uri="{FF2B5EF4-FFF2-40B4-BE49-F238E27FC236}">
                  <a16:creationId xmlns:a16="http://schemas.microsoft.com/office/drawing/2014/main" id="{FB800467-B3E0-10A0-839B-92E0435C00DA}"/>
                </a:ext>
              </a:extLst>
            </p:cNvPr>
            <p:cNvSpPr>
              <a:spLocks noChangeShapeType="1"/>
            </p:cNvSpPr>
            <p:nvPr/>
          </p:nvSpPr>
          <p:spPr bwMode="auto">
            <a:xfrm>
              <a:off x="3886" y="1227"/>
              <a:ext cx="3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5" name="Line 8">
              <a:extLst>
                <a:ext uri="{FF2B5EF4-FFF2-40B4-BE49-F238E27FC236}">
                  <a16:creationId xmlns:a16="http://schemas.microsoft.com/office/drawing/2014/main" id="{2B7D77D5-3B57-0930-E5B5-F262C003C236}"/>
                </a:ext>
              </a:extLst>
            </p:cNvPr>
            <p:cNvSpPr>
              <a:spLocks noChangeShapeType="1"/>
            </p:cNvSpPr>
            <p:nvPr/>
          </p:nvSpPr>
          <p:spPr bwMode="auto">
            <a:xfrm>
              <a:off x="4908" y="1227"/>
              <a:ext cx="2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60" name="Text Box 9">
            <a:extLst>
              <a:ext uri="{FF2B5EF4-FFF2-40B4-BE49-F238E27FC236}">
                <a16:creationId xmlns:a16="http://schemas.microsoft.com/office/drawing/2014/main" id="{6818DDE7-DFAE-6B2A-9152-DE3E3416C2DC}"/>
              </a:ext>
            </a:extLst>
          </p:cNvPr>
          <p:cNvSpPr txBox="1">
            <a:spLocks noChangeArrowheads="1"/>
          </p:cNvSpPr>
          <p:nvPr/>
        </p:nvSpPr>
        <p:spPr bwMode="auto">
          <a:xfrm>
            <a:off x="685800" y="1382713"/>
            <a:ext cx="6080125"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The terminating process definition:</a:t>
            </a:r>
          </a:p>
        </p:txBody>
      </p:sp>
      <p:sp>
        <p:nvSpPr>
          <p:cNvPr id="19461" name="Text Box 10">
            <a:extLst>
              <a:ext uri="{FF2B5EF4-FFF2-40B4-BE49-F238E27FC236}">
                <a16:creationId xmlns:a16="http://schemas.microsoft.com/office/drawing/2014/main" id="{5DD22968-2B51-FB97-088A-5C83FAF00196}"/>
              </a:ext>
            </a:extLst>
          </p:cNvPr>
          <p:cNvSpPr txBox="1">
            <a:spLocks noChangeArrowheads="1"/>
          </p:cNvSpPr>
          <p:nvPr/>
        </p:nvSpPr>
        <p:spPr bwMode="auto">
          <a:xfrm>
            <a:off x="457200" y="3190875"/>
            <a:ext cx="7966075" cy="831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Can be used to describe a longer-running system using replication as follows:</a:t>
            </a:r>
          </a:p>
        </p:txBody>
      </p:sp>
      <p:sp>
        <p:nvSpPr>
          <p:cNvPr id="19462" name="Text Box 11">
            <a:extLst>
              <a:ext uri="{FF2B5EF4-FFF2-40B4-BE49-F238E27FC236}">
                <a16:creationId xmlns:a16="http://schemas.microsoft.com/office/drawing/2014/main" id="{3219E189-C35D-09F8-53E1-9895889FB273}"/>
              </a:ext>
            </a:extLst>
          </p:cNvPr>
          <p:cNvSpPr txBox="1">
            <a:spLocks noChangeArrowheads="1"/>
          </p:cNvSpPr>
          <p:nvPr/>
        </p:nvSpPr>
        <p:spPr bwMode="auto">
          <a:xfrm>
            <a:off x="2876550" y="4621213"/>
            <a:ext cx="4425950" cy="461962"/>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SYSTEM = ( ! Client | Server )</a:t>
            </a:r>
          </a:p>
        </p:txBody>
      </p:sp>
      <p:sp>
        <p:nvSpPr>
          <p:cNvPr id="19463" name="Text Box 12">
            <a:extLst>
              <a:ext uri="{FF2B5EF4-FFF2-40B4-BE49-F238E27FC236}">
                <a16:creationId xmlns:a16="http://schemas.microsoft.com/office/drawing/2014/main" id="{5B096E44-F5FC-3ADE-136B-0296EE76185E}"/>
              </a:ext>
            </a:extLst>
          </p:cNvPr>
          <p:cNvSpPr txBox="1">
            <a:spLocks noChangeArrowheads="1"/>
          </p:cNvSpPr>
          <p:nvPr/>
        </p:nvSpPr>
        <p:spPr bwMode="auto">
          <a:xfrm>
            <a:off x="479425" y="5349875"/>
            <a:ext cx="7518400" cy="831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Which is equivalent to spawning/forking as many copies of the Client process as desired.</a:t>
            </a:r>
          </a:p>
        </p:txBody>
      </p:sp>
      <p:sp>
        <p:nvSpPr>
          <p:cNvPr id="33799" name="Footer Placeholder 1">
            <a:extLst>
              <a:ext uri="{FF2B5EF4-FFF2-40B4-BE49-F238E27FC236}">
                <a16:creationId xmlns:a16="http://schemas.microsoft.com/office/drawing/2014/main" id="{F8007875-D2FC-074B-DD94-F05D79F5DF8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3800" name="Slide Number Placeholder 2">
            <a:extLst>
              <a:ext uri="{FF2B5EF4-FFF2-40B4-BE49-F238E27FC236}">
                <a16:creationId xmlns:a16="http://schemas.microsoft.com/office/drawing/2014/main" id="{54BC10B3-50F5-41E0-0D1A-88D6092E3D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AEB81D7-7D76-344E-AFF1-2726ED5B7295}" type="slidenum">
              <a:rPr lang="en-US" altLang="en-US" sz="1200">
                <a:solidFill>
                  <a:srgbClr val="898989"/>
                </a:solidFill>
              </a:rPr>
              <a:pPr eaLnBrk="1" hangingPunct="1"/>
              <a:t>18</a:t>
            </a:fld>
            <a:endParaRPr lang="en-US" altLang="en-US"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FB006C96-9852-DCB8-792F-7139CE7BF270}"/>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Restricting Names 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latin typeface="Times New Roman" panose="02020603050405020304" pitchFamily="18" charset="0"/>
                <a:ea typeface="ＭＳ Ｐゴシック" panose="020B0600070205080204" pitchFamily="34" charset="-128"/>
              </a:rPr>
              <a:t>-Calculus</a:t>
            </a:r>
            <a:br>
              <a:rPr lang="en-US" altLang="en-US" sz="4000">
                <a:solidFill>
                  <a:srgbClr val="2402EE"/>
                </a:solidFill>
                <a:latin typeface="Times New Roman" panose="02020603050405020304" pitchFamily="18" charset="0"/>
                <a:ea typeface="ＭＳ Ｐゴシック" panose="020B0600070205080204" pitchFamily="34" charset="-128"/>
              </a:rPr>
            </a:br>
            <a:r>
              <a:rPr lang="en-US" altLang="en-US" sz="4000">
                <a:solidFill>
                  <a:srgbClr val="2402EE"/>
                </a:solidFill>
                <a:latin typeface="Times New Roman" panose="02020603050405020304" pitchFamily="18" charset="0"/>
                <a:ea typeface="ＭＳ Ｐゴシック" panose="020B0600070205080204" pitchFamily="34" charset="-128"/>
              </a:rPr>
              <a:t> - Scoping -</a:t>
            </a:r>
            <a:r>
              <a:rPr lang="en-US" altLang="en-US" sz="4000">
                <a:solidFill>
                  <a:srgbClr val="2402EE"/>
                </a:solidFill>
                <a:ea typeface="ＭＳ Ｐゴシック" panose="020B0600070205080204" pitchFamily="34" charset="-128"/>
              </a:rPr>
              <a:t> </a:t>
            </a:r>
          </a:p>
        </p:txBody>
      </p:sp>
      <p:sp>
        <p:nvSpPr>
          <p:cNvPr id="20483" name="Text Box 3">
            <a:extLst>
              <a:ext uri="{FF2B5EF4-FFF2-40B4-BE49-F238E27FC236}">
                <a16:creationId xmlns:a16="http://schemas.microsoft.com/office/drawing/2014/main" id="{B780B477-5C9D-F4FB-9288-23D849F5861A}"/>
              </a:ext>
            </a:extLst>
          </p:cNvPr>
          <p:cNvSpPr txBox="1">
            <a:spLocks noChangeArrowheads="1"/>
          </p:cNvSpPr>
          <p:nvPr/>
        </p:nvSpPr>
        <p:spPr bwMode="auto">
          <a:xfrm>
            <a:off x="550863" y="1736725"/>
            <a:ext cx="8135937" cy="17541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000" dirty="0">
                <a:latin typeface="+mn-lt"/>
              </a:rPr>
              <a:t>A name that is private to a process or a group of collaborating processes can be defined by restriction similar to the effect of scoping or encapsulation. </a:t>
            </a:r>
          </a:p>
          <a:p>
            <a:pPr eaLnBrk="1" hangingPunct="1">
              <a:spcBef>
                <a:spcPct val="20000"/>
              </a:spcBef>
              <a:defRPr/>
            </a:pPr>
            <a:endParaRPr lang="en-US" sz="2000" dirty="0">
              <a:latin typeface="+mn-lt"/>
            </a:endParaRPr>
          </a:p>
          <a:p>
            <a:pPr eaLnBrk="1" hangingPunct="1">
              <a:spcBef>
                <a:spcPct val="20000"/>
              </a:spcBef>
              <a:defRPr/>
            </a:pPr>
            <a:r>
              <a:rPr lang="en-US" sz="2000" dirty="0">
                <a:latin typeface="+mn-lt"/>
              </a:rPr>
              <a:t>Suppose that two different process are each attempting to communicate two values to a process using port x. The following will not work correctly:</a:t>
            </a:r>
          </a:p>
        </p:txBody>
      </p:sp>
      <p:sp>
        <p:nvSpPr>
          <p:cNvPr id="34819" name="Text Box 4">
            <a:extLst>
              <a:ext uri="{FF2B5EF4-FFF2-40B4-BE49-F238E27FC236}">
                <a16:creationId xmlns:a16="http://schemas.microsoft.com/office/drawing/2014/main" id="{30007FB1-662A-A02C-D359-23466675A175}"/>
              </a:ext>
            </a:extLst>
          </p:cNvPr>
          <p:cNvSpPr txBox="1">
            <a:spLocks noChangeArrowheads="1"/>
          </p:cNvSpPr>
          <p:nvPr/>
        </p:nvSpPr>
        <p:spPr bwMode="auto">
          <a:xfrm>
            <a:off x="457200" y="4675188"/>
            <a:ext cx="83677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Because the middle process could receive the value of </a:t>
            </a:r>
            <a:r>
              <a:rPr lang="en-US" altLang="en-US" sz="2000">
                <a:solidFill>
                  <a:srgbClr val="FF6600"/>
                </a:solidFill>
                <a:latin typeface="Calibri" panose="020F0502020204030204" pitchFamily="34" charset="0"/>
              </a:rPr>
              <a:t>a</a:t>
            </a:r>
            <a:r>
              <a:rPr lang="en-US" altLang="en-US" sz="2000">
                <a:latin typeface="Calibri" panose="020F0502020204030204" pitchFamily="34" charset="0"/>
              </a:rPr>
              <a:t> from the left process and the </a:t>
            </a:r>
            <a:r>
              <a:rPr lang="en-US" altLang="en-US" sz="2000">
                <a:solidFill>
                  <a:srgbClr val="FF0000"/>
                </a:solidFill>
                <a:latin typeface="Calibri" panose="020F0502020204030204" pitchFamily="34" charset="0"/>
              </a:rPr>
              <a:t>c</a:t>
            </a:r>
            <a:r>
              <a:rPr lang="en-US" altLang="en-US" sz="2000">
                <a:latin typeface="Calibri" panose="020F0502020204030204" pitchFamily="34" charset="0"/>
              </a:rPr>
              <a:t> from the right process. Encapsulation can be used to create a “private” channel along which the values can be passed without interference:</a:t>
            </a:r>
          </a:p>
        </p:txBody>
      </p:sp>
      <p:grpSp>
        <p:nvGrpSpPr>
          <p:cNvPr id="34820" name="Group 5">
            <a:extLst>
              <a:ext uri="{FF2B5EF4-FFF2-40B4-BE49-F238E27FC236}">
                <a16:creationId xmlns:a16="http://schemas.microsoft.com/office/drawing/2014/main" id="{27FA0224-D373-5943-CCA0-2A606AD70996}"/>
              </a:ext>
            </a:extLst>
          </p:cNvPr>
          <p:cNvGrpSpPr>
            <a:grpSpLocks/>
          </p:cNvGrpSpPr>
          <p:nvPr/>
        </p:nvGrpSpPr>
        <p:grpSpPr bwMode="auto">
          <a:xfrm>
            <a:off x="804863" y="3938588"/>
            <a:ext cx="4094162" cy="461962"/>
            <a:chOff x="1540" y="2012"/>
            <a:chExt cx="1500" cy="123"/>
          </a:xfrm>
        </p:grpSpPr>
        <p:sp>
          <p:nvSpPr>
            <p:cNvPr id="34831" name="Text Box 6">
              <a:extLst>
                <a:ext uri="{FF2B5EF4-FFF2-40B4-BE49-F238E27FC236}">
                  <a16:creationId xmlns:a16="http://schemas.microsoft.com/office/drawing/2014/main" id="{67CD35BE-CCDC-4AC5-D365-D49251EAC016}"/>
                </a:ext>
              </a:extLst>
            </p:cNvPr>
            <p:cNvSpPr txBox="1">
              <a:spLocks noChangeArrowheads="1"/>
            </p:cNvSpPr>
            <p:nvPr/>
          </p:nvSpPr>
          <p:spPr bwMode="auto">
            <a:xfrm>
              <a:off x="1540" y="2012"/>
              <a:ext cx="1500" cy="1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Times New Roman" panose="02020603050405020304" pitchFamily="18" charset="0"/>
                </a:rPr>
                <a:t>xa. xb…. | x(f).x(g)…. | xc.xd..</a:t>
              </a:r>
              <a:r>
                <a:rPr lang="en-US" altLang="en-US">
                  <a:latin typeface="Times New Roman" panose="02020603050405020304" pitchFamily="18" charset="0"/>
                </a:rPr>
                <a:t>.</a:t>
              </a:r>
            </a:p>
          </p:txBody>
        </p:sp>
        <p:sp>
          <p:nvSpPr>
            <p:cNvPr id="34832" name="Line 7">
              <a:extLst>
                <a:ext uri="{FF2B5EF4-FFF2-40B4-BE49-F238E27FC236}">
                  <a16:creationId xmlns:a16="http://schemas.microsoft.com/office/drawing/2014/main" id="{95CDF63B-171A-16BE-5F57-982008EBC478}"/>
                </a:ext>
              </a:extLst>
            </p:cNvPr>
            <p:cNvSpPr>
              <a:spLocks noChangeShapeType="1"/>
            </p:cNvSpPr>
            <p:nvPr/>
          </p:nvSpPr>
          <p:spPr bwMode="auto">
            <a:xfrm>
              <a:off x="1562" y="2043"/>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3" name="Line 8">
              <a:extLst>
                <a:ext uri="{FF2B5EF4-FFF2-40B4-BE49-F238E27FC236}">
                  <a16:creationId xmlns:a16="http://schemas.microsoft.com/office/drawing/2014/main" id="{1A59DF24-2371-3C7B-E4EE-911459F4BBC5}"/>
                </a:ext>
              </a:extLst>
            </p:cNvPr>
            <p:cNvSpPr>
              <a:spLocks noChangeShapeType="1"/>
            </p:cNvSpPr>
            <p:nvPr/>
          </p:nvSpPr>
          <p:spPr bwMode="auto">
            <a:xfrm>
              <a:off x="1733" y="204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4" name="Line 9">
              <a:extLst>
                <a:ext uri="{FF2B5EF4-FFF2-40B4-BE49-F238E27FC236}">
                  <a16:creationId xmlns:a16="http://schemas.microsoft.com/office/drawing/2014/main" id="{E453F930-7009-C960-6E97-91BA66BFBBCE}"/>
                </a:ext>
              </a:extLst>
            </p:cNvPr>
            <p:cNvSpPr>
              <a:spLocks noChangeShapeType="1"/>
            </p:cNvSpPr>
            <p:nvPr/>
          </p:nvSpPr>
          <p:spPr bwMode="auto">
            <a:xfrm>
              <a:off x="2657" y="203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5" name="Line 10">
              <a:extLst>
                <a:ext uri="{FF2B5EF4-FFF2-40B4-BE49-F238E27FC236}">
                  <a16:creationId xmlns:a16="http://schemas.microsoft.com/office/drawing/2014/main" id="{BBE55BE7-84B0-223D-5BE4-2963A7D906F1}"/>
                </a:ext>
              </a:extLst>
            </p:cNvPr>
            <p:cNvSpPr>
              <a:spLocks noChangeShapeType="1"/>
            </p:cNvSpPr>
            <p:nvPr/>
          </p:nvSpPr>
          <p:spPr bwMode="auto">
            <a:xfrm>
              <a:off x="2792" y="2042"/>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21" name="Group 11">
            <a:extLst>
              <a:ext uri="{FF2B5EF4-FFF2-40B4-BE49-F238E27FC236}">
                <a16:creationId xmlns:a16="http://schemas.microsoft.com/office/drawing/2014/main" id="{CBE20D6B-BEC1-8688-836E-40F5B655B7E6}"/>
              </a:ext>
            </a:extLst>
          </p:cNvPr>
          <p:cNvGrpSpPr>
            <a:grpSpLocks/>
          </p:cNvGrpSpPr>
          <p:nvPr/>
        </p:nvGrpSpPr>
        <p:grpSpPr bwMode="auto">
          <a:xfrm>
            <a:off x="849313" y="5892800"/>
            <a:ext cx="6705600" cy="461963"/>
            <a:chOff x="1142" y="3350"/>
            <a:chExt cx="2865" cy="190"/>
          </a:xfrm>
        </p:grpSpPr>
        <p:sp>
          <p:nvSpPr>
            <p:cNvPr id="34824" name="Text Box 12">
              <a:extLst>
                <a:ext uri="{FF2B5EF4-FFF2-40B4-BE49-F238E27FC236}">
                  <a16:creationId xmlns:a16="http://schemas.microsoft.com/office/drawing/2014/main" id="{4E39BDC5-5373-4919-E6CE-3D823C1332C2}"/>
                </a:ext>
              </a:extLst>
            </p:cNvPr>
            <p:cNvSpPr txBox="1">
              <a:spLocks noChangeArrowheads="1"/>
            </p:cNvSpPr>
            <p:nvPr/>
          </p:nvSpPr>
          <p:spPr bwMode="auto">
            <a:xfrm>
              <a:off x="1142" y="3350"/>
              <a:ext cx="2865" cy="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t>
              </a:r>
              <a:r>
                <a:rPr lang="en-US" altLang="en-US">
                  <a:solidFill>
                    <a:srgbClr val="FF6600"/>
                  </a:solidFill>
                  <a:latin typeface="Symbol" pitchFamily="2" charset="2"/>
                </a:rPr>
                <a:t>n </a:t>
              </a:r>
              <a:r>
                <a:rPr lang="en-US" altLang="en-US">
                  <a:solidFill>
                    <a:srgbClr val="FF6600"/>
                  </a:solidFill>
                  <a:latin typeface="Calibri" panose="020F0502020204030204" pitchFamily="34" charset="0"/>
                </a:rPr>
                <a:t>w)(xw.wa.wb …) | x(u).u(f).u(g)… | (</a:t>
              </a:r>
              <a:r>
                <a:rPr lang="en-US" altLang="en-US">
                  <a:solidFill>
                    <a:srgbClr val="FF6600"/>
                  </a:solidFill>
                  <a:latin typeface="Symbol" pitchFamily="2" charset="2"/>
                </a:rPr>
                <a:t>n</a:t>
              </a:r>
              <a:r>
                <a:rPr lang="en-US" altLang="en-US">
                  <a:solidFill>
                    <a:srgbClr val="FF6600"/>
                  </a:solidFill>
                  <a:latin typeface="Calibri" panose="020F0502020204030204" pitchFamily="34" charset="0"/>
                </a:rPr>
                <a:t> t)(xt.tc.td…)</a:t>
              </a:r>
            </a:p>
          </p:txBody>
        </p:sp>
        <p:sp>
          <p:nvSpPr>
            <p:cNvPr id="34825" name="Line 13">
              <a:extLst>
                <a:ext uri="{FF2B5EF4-FFF2-40B4-BE49-F238E27FC236}">
                  <a16:creationId xmlns:a16="http://schemas.microsoft.com/office/drawing/2014/main" id="{71397CEC-D768-2248-7E17-7EFA11EDC6D9}"/>
                </a:ext>
              </a:extLst>
            </p:cNvPr>
            <p:cNvSpPr>
              <a:spLocks noChangeShapeType="1"/>
            </p:cNvSpPr>
            <p:nvPr/>
          </p:nvSpPr>
          <p:spPr bwMode="auto">
            <a:xfrm>
              <a:off x="1500" y="3409"/>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6" name="Line 14">
              <a:extLst>
                <a:ext uri="{FF2B5EF4-FFF2-40B4-BE49-F238E27FC236}">
                  <a16:creationId xmlns:a16="http://schemas.microsoft.com/office/drawing/2014/main" id="{AAB0CD53-4A5D-7DDB-EF8A-8145D1FE9176}"/>
                </a:ext>
              </a:extLst>
            </p:cNvPr>
            <p:cNvSpPr>
              <a:spLocks noChangeShapeType="1"/>
            </p:cNvSpPr>
            <p:nvPr/>
          </p:nvSpPr>
          <p:spPr bwMode="auto">
            <a:xfrm>
              <a:off x="1683" y="3416"/>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7" name="Line 15">
              <a:extLst>
                <a:ext uri="{FF2B5EF4-FFF2-40B4-BE49-F238E27FC236}">
                  <a16:creationId xmlns:a16="http://schemas.microsoft.com/office/drawing/2014/main" id="{6229517F-C655-9E7B-4BAC-04CFD7FB9BFD}"/>
                </a:ext>
              </a:extLst>
            </p:cNvPr>
            <p:cNvSpPr>
              <a:spLocks noChangeShapeType="1"/>
            </p:cNvSpPr>
            <p:nvPr/>
          </p:nvSpPr>
          <p:spPr bwMode="auto">
            <a:xfrm flipH="1">
              <a:off x="1856" y="3416"/>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8" name="Line 16">
              <a:extLst>
                <a:ext uri="{FF2B5EF4-FFF2-40B4-BE49-F238E27FC236}">
                  <a16:creationId xmlns:a16="http://schemas.microsoft.com/office/drawing/2014/main" id="{CFB35414-FE12-D599-7AE1-2B5B6C7B74A9}"/>
                </a:ext>
              </a:extLst>
            </p:cNvPr>
            <p:cNvSpPr>
              <a:spLocks noChangeShapeType="1"/>
            </p:cNvSpPr>
            <p:nvPr/>
          </p:nvSpPr>
          <p:spPr bwMode="auto">
            <a:xfrm>
              <a:off x="3412" y="34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9" name="Line 17">
              <a:extLst>
                <a:ext uri="{FF2B5EF4-FFF2-40B4-BE49-F238E27FC236}">
                  <a16:creationId xmlns:a16="http://schemas.microsoft.com/office/drawing/2014/main" id="{2FF992FE-A072-BD9A-F036-926F79068BA0}"/>
                </a:ext>
              </a:extLst>
            </p:cNvPr>
            <p:cNvSpPr>
              <a:spLocks noChangeShapeType="1"/>
            </p:cNvSpPr>
            <p:nvPr/>
          </p:nvSpPr>
          <p:spPr bwMode="auto">
            <a:xfrm flipV="1">
              <a:off x="3556" y="340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0" name="Line 18">
              <a:extLst>
                <a:ext uri="{FF2B5EF4-FFF2-40B4-BE49-F238E27FC236}">
                  <a16:creationId xmlns:a16="http://schemas.microsoft.com/office/drawing/2014/main" id="{58E168F6-EA36-AE0C-E574-EE51A24EDB13}"/>
                </a:ext>
              </a:extLst>
            </p:cNvPr>
            <p:cNvSpPr>
              <a:spLocks noChangeShapeType="1"/>
            </p:cNvSpPr>
            <p:nvPr/>
          </p:nvSpPr>
          <p:spPr bwMode="auto">
            <a:xfrm flipH="1" flipV="1">
              <a:off x="3687" y="3402"/>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4822" name="Footer Placeholder 1">
            <a:extLst>
              <a:ext uri="{FF2B5EF4-FFF2-40B4-BE49-F238E27FC236}">
                <a16:creationId xmlns:a16="http://schemas.microsoft.com/office/drawing/2014/main" id="{EDA27FB2-5151-23AB-D3F2-DF89CECEE94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4823" name="Slide Number Placeholder 2">
            <a:extLst>
              <a:ext uri="{FF2B5EF4-FFF2-40B4-BE49-F238E27FC236}">
                <a16:creationId xmlns:a16="http://schemas.microsoft.com/office/drawing/2014/main" id="{714C3983-52FD-18A6-775B-A732CBD703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AF28A49-C4E5-B149-B159-39C8FF9EBA87}" type="slidenum">
              <a:rPr lang="en-US" altLang="en-US" sz="1200">
                <a:solidFill>
                  <a:srgbClr val="898989"/>
                </a:solidFill>
              </a:rPr>
              <a:pPr eaLnBrk="1" hangingPunct="1"/>
              <a:t>19</a:t>
            </a:fld>
            <a:endParaRPr lang="en-US" altLang="en-US" sz="120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9618CC8C-C616-853B-76AD-019E9A339231}"/>
              </a:ext>
            </a:extLst>
          </p:cNvPr>
          <p:cNvSpPr>
            <a:spLocks noGrp="1"/>
          </p:cNvSpPr>
          <p:nvPr>
            <p:ph type="title"/>
          </p:nvPr>
        </p:nvSpPr>
        <p:spPr/>
        <p:txBody>
          <a:bodyPr/>
          <a:lstStyle/>
          <a:p>
            <a:r>
              <a:rPr lang="en-US" altLang="en-US">
                <a:solidFill>
                  <a:srgbClr val="0000FF"/>
                </a:solidFill>
                <a:ea typeface="ＭＳ Ｐゴシック" panose="020B0600070205080204" pitchFamily="34" charset="-128"/>
              </a:rPr>
              <a:t>Polyadic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r>
              <a:rPr lang="en-US" altLang="en-US">
                <a:ea typeface="ＭＳ Ｐゴシック" panose="020B0600070205080204" pitchFamily="34" charset="-128"/>
              </a:rPr>
              <a:t>	</a:t>
            </a:r>
          </a:p>
        </p:txBody>
      </p:sp>
      <p:sp>
        <p:nvSpPr>
          <p:cNvPr id="35842" name="Footer Placeholder 2">
            <a:extLst>
              <a:ext uri="{FF2B5EF4-FFF2-40B4-BE49-F238E27FC236}">
                <a16:creationId xmlns:a16="http://schemas.microsoft.com/office/drawing/2014/main" id="{C2371486-A28B-24ED-7D32-5E11375EA2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5843" name="Slide Number Placeholder 3">
            <a:extLst>
              <a:ext uri="{FF2B5EF4-FFF2-40B4-BE49-F238E27FC236}">
                <a16:creationId xmlns:a16="http://schemas.microsoft.com/office/drawing/2014/main" id="{E04D4E2F-F02C-EE7D-7164-F4D541469B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9DA7A4C-B713-484C-991C-3263C19116F6}" type="slidenum">
              <a:rPr lang="en-US" altLang="en-US" sz="1200">
                <a:solidFill>
                  <a:srgbClr val="898989"/>
                </a:solidFill>
              </a:rPr>
              <a:pPr eaLnBrk="1" hangingPunct="1"/>
              <a:t>20</a:t>
            </a:fld>
            <a:endParaRPr lang="en-US" altLang="en-US" sz="1200">
              <a:solidFill>
                <a:srgbClr val="898989"/>
              </a:solidFill>
            </a:endParaRPr>
          </a:p>
        </p:txBody>
      </p:sp>
      <p:sp>
        <p:nvSpPr>
          <p:cNvPr id="35844" name="Rectangle 4">
            <a:extLst>
              <a:ext uri="{FF2B5EF4-FFF2-40B4-BE49-F238E27FC236}">
                <a16:creationId xmlns:a16="http://schemas.microsoft.com/office/drawing/2014/main" id="{3B97EDAF-D0B1-C13B-6AE2-14E246743129}"/>
              </a:ext>
            </a:extLst>
          </p:cNvPr>
          <p:cNvSpPr>
            <a:spLocks noChangeArrowheads="1"/>
          </p:cNvSpPr>
          <p:nvPr/>
        </p:nvSpPr>
        <p:spPr bwMode="auto">
          <a:xfrm>
            <a:off x="830263" y="1417638"/>
            <a:ext cx="678973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Write Vectors of variables and use simultaneous substitutions</a:t>
            </a:r>
          </a:p>
          <a:p>
            <a:pPr eaLnBrk="1" hangingPunct="1"/>
            <a:endParaRPr lang="en-US" altLang="en-US" sz="1800"/>
          </a:p>
          <a:p>
            <a:pPr eaLnBrk="1" hangingPunct="1"/>
            <a:r>
              <a:rPr lang="en-US" altLang="en-US" sz="1800"/>
              <a:t>Example: </a:t>
            </a:r>
          </a:p>
          <a:p>
            <a:pPr eaLnBrk="1" hangingPunct="1"/>
            <a:endParaRPr lang="en-US" altLang="en-US" sz="1800"/>
          </a:p>
          <a:p>
            <a:pPr eaLnBrk="1" hangingPunct="1"/>
            <a:r>
              <a:rPr lang="en-US" altLang="en-US" sz="1800"/>
              <a:t>Lets X denote vector of variables &lt;x</a:t>
            </a:r>
            <a:r>
              <a:rPr lang="en-US" altLang="en-US" sz="1800" baseline="-25000"/>
              <a:t>1</a:t>
            </a:r>
            <a:r>
              <a:rPr lang="en-US" altLang="en-US" sz="1800"/>
              <a:t>,x</a:t>
            </a:r>
            <a:r>
              <a:rPr lang="en-US" altLang="en-US" sz="1800" baseline="-25000"/>
              <a:t>2</a:t>
            </a:r>
            <a:r>
              <a:rPr lang="en-US" altLang="en-US" sz="1800"/>
              <a:t>&gt; and Y denote the value </a:t>
            </a:r>
          </a:p>
          <a:p>
            <a:pPr eaLnBrk="1" hangingPunct="1"/>
            <a:r>
              <a:rPr lang="en-US" altLang="en-US" sz="1800"/>
              <a:t>vector &lt;1,2&gt; . </a:t>
            </a:r>
          </a:p>
          <a:p>
            <a:pPr eaLnBrk="1" hangingPunct="1"/>
            <a:endParaRPr lang="en-US" altLang="en-US" sz="1800"/>
          </a:p>
          <a:p>
            <a:pPr eaLnBrk="1" hangingPunct="1"/>
            <a:r>
              <a:rPr lang="en-US" altLang="en-US" sz="1800"/>
              <a:t>Then Y / X  means simultaneously replace x</a:t>
            </a:r>
            <a:r>
              <a:rPr lang="en-US" altLang="en-US" sz="1800" baseline="-25000"/>
              <a:t>1</a:t>
            </a:r>
            <a:r>
              <a:rPr lang="en-US" altLang="en-US" sz="1800"/>
              <a:t> by 1 and x</a:t>
            </a:r>
            <a:r>
              <a:rPr lang="en-US" altLang="en-US" sz="1800" baseline="-25000"/>
              <a:t>2</a:t>
            </a:r>
            <a:r>
              <a:rPr lang="en-US" altLang="en-US" sz="1800"/>
              <a:t> by 2</a:t>
            </a:r>
          </a:p>
          <a:p>
            <a:pPr eaLnBrk="1" hangingPunct="1"/>
            <a:r>
              <a:rPr lang="en-US" altLang="en-US" sz="1800"/>
              <a:t>That is {1/x</a:t>
            </a:r>
            <a:r>
              <a:rPr lang="en-US" altLang="en-US" sz="1800" baseline="-25000"/>
              <a:t>1</a:t>
            </a:r>
            <a:r>
              <a:rPr lang="en-US" altLang="en-US" sz="1800"/>
              <a:t>}{2/x</a:t>
            </a:r>
            <a:r>
              <a:rPr lang="en-US" altLang="en-US" sz="1800" baseline="-25000"/>
              <a:t>2</a:t>
            </a:r>
            <a:r>
              <a:rPr lang="en-US" altLang="en-US" sz="1800"/>
              <a:t>}</a:t>
            </a:r>
          </a:p>
          <a:p>
            <a:pPr eaLnBrk="1" hangingPunct="1"/>
            <a:endParaRPr lang="en-US" altLang="en-US" sz="1800"/>
          </a:p>
          <a:p>
            <a:pPr eaLnBrk="1" hangingPunct="1"/>
            <a:r>
              <a:rPr lang="en-US" altLang="en-US" sz="1800"/>
              <a:t>So the mixing of inputs will not occur in the following</a:t>
            </a:r>
          </a:p>
          <a:p>
            <a:pPr eaLnBrk="1" hangingPunct="1"/>
            <a:r>
              <a:rPr lang="en-US" altLang="en-US" sz="1800"/>
              <a:t> </a:t>
            </a:r>
          </a:p>
        </p:txBody>
      </p:sp>
      <p:cxnSp>
        <p:nvCxnSpPr>
          <p:cNvPr id="7" name="Straight Arrow Connector 6">
            <a:extLst>
              <a:ext uri="{FF2B5EF4-FFF2-40B4-BE49-F238E27FC236}">
                <a16:creationId xmlns:a16="http://schemas.microsoft.com/office/drawing/2014/main" id="{958FA90D-4ABD-FBCD-B0D1-C434E64DE8C8}"/>
              </a:ext>
            </a:extLst>
          </p:cNvPr>
          <p:cNvCxnSpPr>
            <a:cxnSpLocks noChangeShapeType="1"/>
          </p:cNvCxnSpPr>
          <p:nvPr/>
        </p:nvCxnSpPr>
        <p:spPr bwMode="auto">
          <a:xfrm>
            <a:off x="1392238" y="2497138"/>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Arrow Connector 8">
            <a:extLst>
              <a:ext uri="{FF2B5EF4-FFF2-40B4-BE49-F238E27FC236}">
                <a16:creationId xmlns:a16="http://schemas.microsoft.com/office/drawing/2014/main" id="{A40BDA06-5A89-AC7F-0F60-982C34BF2583}"/>
              </a:ext>
            </a:extLst>
          </p:cNvPr>
          <p:cNvCxnSpPr>
            <a:cxnSpLocks noChangeShapeType="1"/>
          </p:cNvCxnSpPr>
          <p:nvPr/>
        </p:nvCxnSpPr>
        <p:spPr bwMode="auto">
          <a:xfrm>
            <a:off x="5511800" y="2497138"/>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610E4713-21E4-4EB4-14E1-1830F9175F28}"/>
              </a:ext>
            </a:extLst>
          </p:cNvPr>
          <p:cNvCxnSpPr>
            <a:cxnSpLocks noChangeShapeType="1"/>
          </p:cNvCxnSpPr>
          <p:nvPr/>
        </p:nvCxnSpPr>
        <p:spPr bwMode="auto">
          <a:xfrm>
            <a:off x="1425575" y="3402013"/>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039BD0CC-584E-27EB-65C9-2694E88B2FCD}"/>
              </a:ext>
            </a:extLst>
          </p:cNvPr>
          <p:cNvCxnSpPr>
            <a:cxnSpLocks noChangeShapeType="1"/>
          </p:cNvCxnSpPr>
          <p:nvPr/>
        </p:nvCxnSpPr>
        <p:spPr bwMode="auto">
          <a:xfrm>
            <a:off x="1852613" y="3402013"/>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35849" name="Group 11">
            <a:extLst>
              <a:ext uri="{FF2B5EF4-FFF2-40B4-BE49-F238E27FC236}">
                <a16:creationId xmlns:a16="http://schemas.microsoft.com/office/drawing/2014/main" id="{9B980D6E-3CBF-678C-99E5-73D38B3F2668}"/>
              </a:ext>
            </a:extLst>
          </p:cNvPr>
          <p:cNvGrpSpPr>
            <a:grpSpLocks/>
          </p:cNvGrpSpPr>
          <p:nvPr/>
        </p:nvGrpSpPr>
        <p:grpSpPr bwMode="auto">
          <a:xfrm>
            <a:off x="914400" y="5529263"/>
            <a:ext cx="6705600" cy="461962"/>
            <a:chOff x="1142" y="3350"/>
            <a:chExt cx="2865" cy="190"/>
          </a:xfrm>
        </p:grpSpPr>
        <p:sp>
          <p:nvSpPr>
            <p:cNvPr id="35856" name="Text Box 12">
              <a:extLst>
                <a:ext uri="{FF2B5EF4-FFF2-40B4-BE49-F238E27FC236}">
                  <a16:creationId xmlns:a16="http://schemas.microsoft.com/office/drawing/2014/main" id="{54C2421E-C1F3-7600-82EE-B0E2601CD299}"/>
                </a:ext>
              </a:extLst>
            </p:cNvPr>
            <p:cNvSpPr txBox="1">
              <a:spLocks noChangeArrowheads="1"/>
            </p:cNvSpPr>
            <p:nvPr/>
          </p:nvSpPr>
          <p:spPr bwMode="auto">
            <a:xfrm>
              <a:off x="1142" y="3350"/>
              <a:ext cx="2865" cy="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t>
              </a:r>
              <a:r>
                <a:rPr lang="en-US" altLang="en-US">
                  <a:solidFill>
                    <a:srgbClr val="FF6600"/>
                  </a:solidFill>
                  <a:latin typeface="Symbol" pitchFamily="2" charset="2"/>
                </a:rPr>
                <a:t>n </a:t>
              </a:r>
              <a:r>
                <a:rPr lang="en-US" altLang="en-US">
                  <a:solidFill>
                    <a:srgbClr val="FF6600"/>
                  </a:solidFill>
                  <a:latin typeface="Calibri" panose="020F0502020204030204" pitchFamily="34" charset="0"/>
                </a:rPr>
                <a:t>w)(xw.wa.wb …) | x(u).u(f).u(g)… | (</a:t>
              </a:r>
              <a:r>
                <a:rPr lang="en-US" altLang="en-US">
                  <a:solidFill>
                    <a:srgbClr val="FF6600"/>
                  </a:solidFill>
                  <a:latin typeface="Symbol" pitchFamily="2" charset="2"/>
                </a:rPr>
                <a:t>n</a:t>
              </a:r>
              <a:r>
                <a:rPr lang="en-US" altLang="en-US">
                  <a:solidFill>
                    <a:srgbClr val="FF6600"/>
                  </a:solidFill>
                  <a:latin typeface="Calibri" panose="020F0502020204030204" pitchFamily="34" charset="0"/>
                </a:rPr>
                <a:t> t)(xt.tc.td…)</a:t>
              </a:r>
            </a:p>
          </p:txBody>
        </p:sp>
        <p:sp>
          <p:nvSpPr>
            <p:cNvPr id="35857" name="Line 13">
              <a:extLst>
                <a:ext uri="{FF2B5EF4-FFF2-40B4-BE49-F238E27FC236}">
                  <a16:creationId xmlns:a16="http://schemas.microsoft.com/office/drawing/2014/main" id="{DCEDDE55-E7AB-A39E-E47F-574E3865CA55}"/>
                </a:ext>
              </a:extLst>
            </p:cNvPr>
            <p:cNvSpPr>
              <a:spLocks noChangeShapeType="1"/>
            </p:cNvSpPr>
            <p:nvPr/>
          </p:nvSpPr>
          <p:spPr bwMode="auto">
            <a:xfrm>
              <a:off x="1500" y="3409"/>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8" name="Line 14">
              <a:extLst>
                <a:ext uri="{FF2B5EF4-FFF2-40B4-BE49-F238E27FC236}">
                  <a16:creationId xmlns:a16="http://schemas.microsoft.com/office/drawing/2014/main" id="{0EDCA90E-D6B4-CB03-D6DE-58164830BF45}"/>
                </a:ext>
              </a:extLst>
            </p:cNvPr>
            <p:cNvSpPr>
              <a:spLocks noChangeShapeType="1"/>
            </p:cNvSpPr>
            <p:nvPr/>
          </p:nvSpPr>
          <p:spPr bwMode="auto">
            <a:xfrm>
              <a:off x="1683" y="3416"/>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9" name="Line 15">
              <a:extLst>
                <a:ext uri="{FF2B5EF4-FFF2-40B4-BE49-F238E27FC236}">
                  <a16:creationId xmlns:a16="http://schemas.microsoft.com/office/drawing/2014/main" id="{5AC847FF-904E-F9F3-CE6C-0F13F58A03C6}"/>
                </a:ext>
              </a:extLst>
            </p:cNvPr>
            <p:cNvSpPr>
              <a:spLocks noChangeShapeType="1"/>
            </p:cNvSpPr>
            <p:nvPr/>
          </p:nvSpPr>
          <p:spPr bwMode="auto">
            <a:xfrm flipH="1">
              <a:off x="1856" y="3416"/>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0" name="Line 16">
              <a:extLst>
                <a:ext uri="{FF2B5EF4-FFF2-40B4-BE49-F238E27FC236}">
                  <a16:creationId xmlns:a16="http://schemas.microsoft.com/office/drawing/2014/main" id="{4F92CB24-A4A3-F717-F9C6-E78750A76B61}"/>
                </a:ext>
              </a:extLst>
            </p:cNvPr>
            <p:cNvSpPr>
              <a:spLocks noChangeShapeType="1"/>
            </p:cNvSpPr>
            <p:nvPr/>
          </p:nvSpPr>
          <p:spPr bwMode="auto">
            <a:xfrm>
              <a:off x="3412" y="34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1" name="Line 17">
              <a:extLst>
                <a:ext uri="{FF2B5EF4-FFF2-40B4-BE49-F238E27FC236}">
                  <a16:creationId xmlns:a16="http://schemas.microsoft.com/office/drawing/2014/main" id="{3EFB7E2A-898E-534D-B77F-7D04BE93F0B8}"/>
                </a:ext>
              </a:extLst>
            </p:cNvPr>
            <p:cNvSpPr>
              <a:spLocks noChangeShapeType="1"/>
            </p:cNvSpPr>
            <p:nvPr/>
          </p:nvSpPr>
          <p:spPr bwMode="auto">
            <a:xfrm flipV="1">
              <a:off x="3556" y="340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2" name="Line 18">
              <a:extLst>
                <a:ext uri="{FF2B5EF4-FFF2-40B4-BE49-F238E27FC236}">
                  <a16:creationId xmlns:a16="http://schemas.microsoft.com/office/drawing/2014/main" id="{03ECCD0D-726C-B1AB-36BD-632D809E4E87}"/>
                </a:ext>
              </a:extLst>
            </p:cNvPr>
            <p:cNvSpPr>
              <a:spLocks noChangeShapeType="1"/>
            </p:cNvSpPr>
            <p:nvPr/>
          </p:nvSpPr>
          <p:spPr bwMode="auto">
            <a:xfrm flipH="1" flipV="1">
              <a:off x="3687" y="3402"/>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50" name="Group 5">
            <a:extLst>
              <a:ext uri="{FF2B5EF4-FFF2-40B4-BE49-F238E27FC236}">
                <a16:creationId xmlns:a16="http://schemas.microsoft.com/office/drawing/2014/main" id="{FBC8A008-25ED-4629-89F4-CCDB94F1BDF5}"/>
              </a:ext>
            </a:extLst>
          </p:cNvPr>
          <p:cNvGrpSpPr>
            <a:grpSpLocks/>
          </p:cNvGrpSpPr>
          <p:nvPr/>
        </p:nvGrpSpPr>
        <p:grpSpPr bwMode="auto">
          <a:xfrm>
            <a:off x="865188" y="4803775"/>
            <a:ext cx="4094162" cy="461963"/>
            <a:chOff x="1540" y="2012"/>
            <a:chExt cx="1500" cy="123"/>
          </a:xfrm>
        </p:grpSpPr>
        <p:sp>
          <p:nvSpPr>
            <p:cNvPr id="35851" name="Text Box 6">
              <a:extLst>
                <a:ext uri="{FF2B5EF4-FFF2-40B4-BE49-F238E27FC236}">
                  <a16:creationId xmlns:a16="http://schemas.microsoft.com/office/drawing/2014/main" id="{1C82468D-55CE-6C06-AF4C-30F604A54A2F}"/>
                </a:ext>
              </a:extLst>
            </p:cNvPr>
            <p:cNvSpPr txBox="1">
              <a:spLocks noChangeArrowheads="1"/>
            </p:cNvSpPr>
            <p:nvPr/>
          </p:nvSpPr>
          <p:spPr bwMode="auto">
            <a:xfrm>
              <a:off x="1540" y="2012"/>
              <a:ext cx="1500" cy="1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Times New Roman" panose="02020603050405020304" pitchFamily="18" charset="0"/>
                </a:rPr>
                <a:t>xa. xb…. | x(f).x(g)…. | xc.xd..</a:t>
              </a:r>
              <a:r>
                <a:rPr lang="en-US" altLang="en-US">
                  <a:latin typeface="Times New Roman" panose="02020603050405020304" pitchFamily="18" charset="0"/>
                </a:rPr>
                <a:t>.</a:t>
              </a:r>
            </a:p>
          </p:txBody>
        </p:sp>
        <p:sp>
          <p:nvSpPr>
            <p:cNvPr id="35852" name="Line 7">
              <a:extLst>
                <a:ext uri="{FF2B5EF4-FFF2-40B4-BE49-F238E27FC236}">
                  <a16:creationId xmlns:a16="http://schemas.microsoft.com/office/drawing/2014/main" id="{665FBC79-19A6-5EB9-5AF4-D6DFF68D84B7}"/>
                </a:ext>
              </a:extLst>
            </p:cNvPr>
            <p:cNvSpPr>
              <a:spLocks noChangeShapeType="1"/>
            </p:cNvSpPr>
            <p:nvPr/>
          </p:nvSpPr>
          <p:spPr bwMode="auto">
            <a:xfrm>
              <a:off x="1562" y="2043"/>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3" name="Line 8">
              <a:extLst>
                <a:ext uri="{FF2B5EF4-FFF2-40B4-BE49-F238E27FC236}">
                  <a16:creationId xmlns:a16="http://schemas.microsoft.com/office/drawing/2014/main" id="{B2BC833E-E2B8-59F0-B056-599092AC049F}"/>
                </a:ext>
              </a:extLst>
            </p:cNvPr>
            <p:cNvSpPr>
              <a:spLocks noChangeShapeType="1"/>
            </p:cNvSpPr>
            <p:nvPr/>
          </p:nvSpPr>
          <p:spPr bwMode="auto">
            <a:xfrm>
              <a:off x="1733" y="204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4" name="Line 9">
              <a:extLst>
                <a:ext uri="{FF2B5EF4-FFF2-40B4-BE49-F238E27FC236}">
                  <a16:creationId xmlns:a16="http://schemas.microsoft.com/office/drawing/2014/main" id="{F79CC25B-6919-3D74-3DBC-FF0BB914B616}"/>
                </a:ext>
              </a:extLst>
            </p:cNvPr>
            <p:cNvSpPr>
              <a:spLocks noChangeShapeType="1"/>
            </p:cNvSpPr>
            <p:nvPr/>
          </p:nvSpPr>
          <p:spPr bwMode="auto">
            <a:xfrm>
              <a:off x="2657" y="203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5" name="Line 10">
              <a:extLst>
                <a:ext uri="{FF2B5EF4-FFF2-40B4-BE49-F238E27FC236}">
                  <a16:creationId xmlns:a16="http://schemas.microsoft.com/office/drawing/2014/main" id="{9E0AB2F8-83FD-3E77-4110-F17F937ED872}"/>
                </a:ext>
              </a:extLst>
            </p:cNvPr>
            <p:cNvSpPr>
              <a:spLocks noChangeShapeType="1"/>
            </p:cNvSpPr>
            <p:nvPr/>
          </p:nvSpPr>
          <p:spPr bwMode="auto">
            <a:xfrm>
              <a:off x="2792" y="2042"/>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3">
            <a:extLst>
              <a:ext uri="{FF2B5EF4-FFF2-40B4-BE49-F238E27FC236}">
                <a16:creationId xmlns:a16="http://schemas.microsoft.com/office/drawing/2014/main" id="{B2D05863-48D1-5D5A-C3CA-1D6574C164F5}"/>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6866" name="Slide Number Placeholder 4">
            <a:extLst>
              <a:ext uri="{FF2B5EF4-FFF2-40B4-BE49-F238E27FC236}">
                <a16:creationId xmlns:a16="http://schemas.microsoft.com/office/drawing/2014/main" id="{903A6E7F-CA8B-61EB-FADB-CB5969B8923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D28738B6-A87A-5443-8BEC-7397F207A562}" type="slidenum">
              <a:rPr lang="en-US" altLang="en-US" sz="1200">
                <a:solidFill>
                  <a:srgbClr val="898989"/>
                </a:solidFill>
              </a:rPr>
              <a:pPr algn="ctr" eaLnBrk="1" hangingPunct="1"/>
              <a:t>21</a:t>
            </a:fld>
            <a:endParaRPr lang="en-US" altLang="en-US" sz="1200">
              <a:solidFill>
                <a:srgbClr val="898989"/>
              </a:solidFill>
            </a:endParaRPr>
          </a:p>
        </p:txBody>
      </p:sp>
      <p:sp>
        <p:nvSpPr>
          <p:cNvPr id="36867" name="Rectangle 2">
            <a:extLst>
              <a:ext uri="{FF2B5EF4-FFF2-40B4-BE49-F238E27FC236}">
                <a16:creationId xmlns:a16="http://schemas.microsoft.com/office/drawing/2014/main" id="{C0F43AF4-3D7F-3DCE-8C05-4A710E26B9FF}"/>
              </a:ext>
            </a:extLst>
          </p:cNvPr>
          <p:cNvSpPr>
            <a:spLocks noGrp="1" noChangeArrowheads="1"/>
          </p:cNvSpPr>
          <p:nvPr>
            <p:ph type="title"/>
          </p:nvPr>
        </p:nvSpPr>
        <p:spPr>
          <a:xfrm>
            <a:off x="457200" y="274638"/>
            <a:ext cx="8553450" cy="1143000"/>
          </a:xfrm>
        </p:spPr>
        <p:txBody>
          <a:bodyPr/>
          <a:lstStyle/>
          <a:p>
            <a:pPr eaLnBrk="1" hangingPunct="1"/>
            <a:r>
              <a:rPr lang="en-US" altLang="en-US">
                <a:solidFill>
                  <a:srgbClr val="0000FF"/>
                </a:solidFill>
                <a:ea typeface="ＭＳ Ｐゴシック" panose="020B0600070205080204" pitchFamily="34" charset="-128"/>
              </a:rPr>
              <a:t>A Process with Alternative Behaviors</a:t>
            </a:r>
          </a:p>
        </p:txBody>
      </p:sp>
      <p:sp>
        <p:nvSpPr>
          <p:cNvPr id="36868" name="Rectangle 3">
            <a:extLst>
              <a:ext uri="{FF2B5EF4-FFF2-40B4-BE49-F238E27FC236}">
                <a16:creationId xmlns:a16="http://schemas.microsoft.com/office/drawing/2014/main" id="{F6F139FD-EE1F-E3E4-BBD7-C86FD3EE4430}"/>
              </a:ext>
            </a:extLst>
          </p:cNvPr>
          <p:cNvSpPr>
            <a:spLocks noChangeArrowheads="1"/>
          </p:cNvSpPr>
          <p:nvPr/>
        </p:nvSpPr>
        <p:spPr bwMode="auto">
          <a:xfrm>
            <a:off x="763588" y="1484313"/>
            <a:ext cx="7786687"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 vending machine that dispenses chocolate candies allows either a 1p (p for penny) or a 2p coin to be inserted.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After inserting a 1p coin, a button labeled “little” may be pressed and the machine will then dispense a small chocolate.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After inserting a 2p coin, the “big” button may be pressed and the machine will then dispense a large chocolate.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Candy must be collected before additional coins can be inserted. </a:t>
            </a:r>
          </a:p>
        </p:txBody>
      </p:sp>
      <p:grpSp>
        <p:nvGrpSpPr>
          <p:cNvPr id="36869" name="Group 4">
            <a:extLst>
              <a:ext uri="{FF2B5EF4-FFF2-40B4-BE49-F238E27FC236}">
                <a16:creationId xmlns:a16="http://schemas.microsoft.com/office/drawing/2014/main" id="{FF24524D-B166-40E5-4390-84A8D7E0EB55}"/>
              </a:ext>
            </a:extLst>
          </p:cNvPr>
          <p:cNvGrpSpPr>
            <a:grpSpLocks/>
          </p:cNvGrpSpPr>
          <p:nvPr/>
        </p:nvGrpSpPr>
        <p:grpSpPr bwMode="auto">
          <a:xfrm>
            <a:off x="3719513" y="3981450"/>
            <a:ext cx="1749425" cy="2286000"/>
            <a:chOff x="2350" y="2160"/>
            <a:chExt cx="1102" cy="1440"/>
          </a:xfrm>
        </p:grpSpPr>
        <p:sp>
          <p:nvSpPr>
            <p:cNvPr id="36870" name="Rectangle 5">
              <a:extLst>
                <a:ext uri="{FF2B5EF4-FFF2-40B4-BE49-F238E27FC236}">
                  <a16:creationId xmlns:a16="http://schemas.microsoft.com/office/drawing/2014/main" id="{64FA971F-0EA9-EE4D-E7DC-7BC3B731085A}"/>
                </a:ext>
              </a:extLst>
            </p:cNvPr>
            <p:cNvSpPr>
              <a:spLocks noChangeArrowheads="1"/>
            </p:cNvSpPr>
            <p:nvPr/>
          </p:nvSpPr>
          <p:spPr bwMode="auto">
            <a:xfrm>
              <a:off x="2350" y="2160"/>
              <a:ext cx="1102" cy="1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36871" name="Group 6">
              <a:extLst>
                <a:ext uri="{FF2B5EF4-FFF2-40B4-BE49-F238E27FC236}">
                  <a16:creationId xmlns:a16="http://schemas.microsoft.com/office/drawing/2014/main" id="{34CBC640-EB3D-D82B-0CD2-7CCC2B199FA6}"/>
                </a:ext>
              </a:extLst>
            </p:cNvPr>
            <p:cNvGrpSpPr>
              <a:grpSpLocks/>
            </p:cNvGrpSpPr>
            <p:nvPr/>
          </p:nvGrpSpPr>
          <p:grpSpPr bwMode="auto">
            <a:xfrm>
              <a:off x="2465" y="2400"/>
              <a:ext cx="316" cy="296"/>
              <a:chOff x="2564" y="2449"/>
              <a:chExt cx="316" cy="296"/>
            </a:xfrm>
          </p:grpSpPr>
          <p:sp>
            <p:nvSpPr>
              <p:cNvPr id="36882" name="Oval 7">
                <a:extLst>
                  <a:ext uri="{FF2B5EF4-FFF2-40B4-BE49-F238E27FC236}">
                    <a16:creationId xmlns:a16="http://schemas.microsoft.com/office/drawing/2014/main" id="{43485211-1818-86C6-96FD-E5CDB21832AB}"/>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6883" name="Oval 8">
                <a:extLst>
                  <a:ext uri="{FF2B5EF4-FFF2-40B4-BE49-F238E27FC236}">
                    <a16:creationId xmlns:a16="http://schemas.microsoft.com/office/drawing/2014/main" id="{AD7C39A0-5EFE-02CB-F08F-E1EC7AED6BD7}"/>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36872" name="Group 9">
              <a:extLst>
                <a:ext uri="{FF2B5EF4-FFF2-40B4-BE49-F238E27FC236}">
                  <a16:creationId xmlns:a16="http://schemas.microsoft.com/office/drawing/2014/main" id="{28CA8E33-46C4-30F9-1658-D4CDC67E5B2A}"/>
                </a:ext>
              </a:extLst>
            </p:cNvPr>
            <p:cNvGrpSpPr>
              <a:grpSpLocks/>
            </p:cNvGrpSpPr>
            <p:nvPr/>
          </p:nvGrpSpPr>
          <p:grpSpPr bwMode="auto">
            <a:xfrm>
              <a:off x="3005" y="2400"/>
              <a:ext cx="316" cy="296"/>
              <a:chOff x="2564" y="2449"/>
              <a:chExt cx="316" cy="296"/>
            </a:xfrm>
          </p:grpSpPr>
          <p:sp>
            <p:nvSpPr>
              <p:cNvPr id="36880" name="Oval 10">
                <a:extLst>
                  <a:ext uri="{FF2B5EF4-FFF2-40B4-BE49-F238E27FC236}">
                    <a16:creationId xmlns:a16="http://schemas.microsoft.com/office/drawing/2014/main" id="{40EAFCBA-50BA-5686-6655-3170705F44BC}"/>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6881" name="Oval 11">
                <a:extLst>
                  <a:ext uri="{FF2B5EF4-FFF2-40B4-BE49-F238E27FC236}">
                    <a16:creationId xmlns:a16="http://schemas.microsoft.com/office/drawing/2014/main" id="{81A7CE3E-1E41-4639-EEF0-387756E7F36B}"/>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36873" name="Text Box 12">
              <a:extLst>
                <a:ext uri="{FF2B5EF4-FFF2-40B4-BE49-F238E27FC236}">
                  <a16:creationId xmlns:a16="http://schemas.microsoft.com/office/drawing/2014/main" id="{FC321A1E-13E9-5F8A-E6CC-5623DE6B229D}"/>
                </a:ext>
              </a:extLst>
            </p:cNvPr>
            <p:cNvSpPr txBox="1">
              <a:spLocks noChangeArrowheads="1"/>
            </p:cNvSpPr>
            <p:nvPr/>
          </p:nvSpPr>
          <p:spPr bwMode="auto">
            <a:xfrm>
              <a:off x="2455" y="2160"/>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big</a:t>
              </a:r>
            </a:p>
          </p:txBody>
        </p:sp>
        <p:sp>
          <p:nvSpPr>
            <p:cNvPr id="36874" name="Text Box 13">
              <a:extLst>
                <a:ext uri="{FF2B5EF4-FFF2-40B4-BE49-F238E27FC236}">
                  <a16:creationId xmlns:a16="http://schemas.microsoft.com/office/drawing/2014/main" id="{C8FC15FE-B383-9B64-5A3B-44EEB46EE123}"/>
                </a:ext>
              </a:extLst>
            </p:cNvPr>
            <p:cNvSpPr txBox="1">
              <a:spLocks noChangeArrowheads="1"/>
            </p:cNvSpPr>
            <p:nvPr/>
          </p:nvSpPr>
          <p:spPr bwMode="auto">
            <a:xfrm>
              <a:off x="2976" y="2160"/>
              <a:ext cx="4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little</a:t>
              </a:r>
            </a:p>
          </p:txBody>
        </p:sp>
        <p:sp>
          <p:nvSpPr>
            <p:cNvPr id="36875" name="Line 14">
              <a:extLst>
                <a:ext uri="{FF2B5EF4-FFF2-40B4-BE49-F238E27FC236}">
                  <a16:creationId xmlns:a16="http://schemas.microsoft.com/office/drawing/2014/main" id="{BEDE0B47-A5BE-2394-BA79-FD2E93C1132F}"/>
                </a:ext>
              </a:extLst>
            </p:cNvPr>
            <p:cNvSpPr>
              <a:spLocks noChangeShapeType="1"/>
            </p:cNvSpPr>
            <p:nvPr/>
          </p:nvSpPr>
          <p:spPr bwMode="auto">
            <a:xfrm>
              <a:off x="2833" y="2776"/>
              <a:ext cx="0" cy="39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6" name="Line 15">
              <a:extLst>
                <a:ext uri="{FF2B5EF4-FFF2-40B4-BE49-F238E27FC236}">
                  <a16:creationId xmlns:a16="http://schemas.microsoft.com/office/drawing/2014/main" id="{3CCAD51B-85C7-6751-C3D2-25EDA0B2FC77}"/>
                </a:ext>
              </a:extLst>
            </p:cNvPr>
            <p:cNvSpPr>
              <a:spLocks noChangeShapeType="1"/>
            </p:cNvSpPr>
            <p:nvPr/>
          </p:nvSpPr>
          <p:spPr bwMode="auto">
            <a:xfrm>
              <a:off x="2925" y="2870"/>
              <a:ext cx="0" cy="2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7" name="Text Box 16">
              <a:extLst>
                <a:ext uri="{FF2B5EF4-FFF2-40B4-BE49-F238E27FC236}">
                  <a16:creationId xmlns:a16="http://schemas.microsoft.com/office/drawing/2014/main" id="{DF943B42-958B-84AD-80EF-313BFA1E1832}"/>
                </a:ext>
              </a:extLst>
            </p:cNvPr>
            <p:cNvSpPr txBox="1">
              <a:spLocks noChangeArrowheads="1"/>
            </p:cNvSpPr>
            <p:nvPr/>
          </p:nvSpPr>
          <p:spPr bwMode="auto">
            <a:xfrm>
              <a:off x="3121" y="28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1p</a:t>
              </a:r>
            </a:p>
          </p:txBody>
        </p:sp>
        <p:sp>
          <p:nvSpPr>
            <p:cNvPr id="36878" name="Text Box 17">
              <a:extLst>
                <a:ext uri="{FF2B5EF4-FFF2-40B4-BE49-F238E27FC236}">
                  <a16:creationId xmlns:a16="http://schemas.microsoft.com/office/drawing/2014/main" id="{B56AB591-9A66-7506-499A-8CF8EAB0AFFA}"/>
                </a:ext>
              </a:extLst>
            </p:cNvPr>
            <p:cNvSpPr txBox="1">
              <a:spLocks noChangeArrowheads="1"/>
            </p:cNvSpPr>
            <p:nvPr/>
          </p:nvSpPr>
          <p:spPr bwMode="auto">
            <a:xfrm>
              <a:off x="2422" y="284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2p</a:t>
              </a:r>
            </a:p>
          </p:txBody>
        </p:sp>
        <p:sp>
          <p:nvSpPr>
            <p:cNvPr id="36879" name="Rectangle 18">
              <a:extLst>
                <a:ext uri="{FF2B5EF4-FFF2-40B4-BE49-F238E27FC236}">
                  <a16:creationId xmlns:a16="http://schemas.microsoft.com/office/drawing/2014/main" id="{00F86325-32F3-F2CF-8F4B-94CAE56061B3}"/>
                </a:ext>
              </a:extLst>
            </p:cNvPr>
            <p:cNvSpPr>
              <a:spLocks noChangeArrowheads="1"/>
            </p:cNvSpPr>
            <p:nvPr/>
          </p:nvSpPr>
          <p:spPr bwMode="auto">
            <a:xfrm>
              <a:off x="2547" y="3320"/>
              <a:ext cx="740" cy="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collect</a:t>
              </a:r>
              <a:endParaRPr lang="en-US" altLang="en-US" sz="2800">
                <a:latin typeface="Times New Roman" panose="02020603050405020304" pitchFamily="18"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64FBE757-2E6D-F710-9DBF-1760A8FB9AED}"/>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7890" name="Slide Number Placeholder 4">
            <a:extLst>
              <a:ext uri="{FF2B5EF4-FFF2-40B4-BE49-F238E27FC236}">
                <a16:creationId xmlns:a16="http://schemas.microsoft.com/office/drawing/2014/main" id="{C4E879EE-CC2F-DBBE-6104-0C39B09155EA}"/>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1D58CEE-8DA0-6841-9D05-2D338A46BB1C}" type="slidenum">
              <a:rPr lang="en-US" altLang="en-US" sz="1200">
                <a:solidFill>
                  <a:srgbClr val="898989"/>
                </a:solidFill>
              </a:rPr>
              <a:pPr algn="ctr" eaLnBrk="1" hangingPunct="1"/>
              <a:t>22</a:t>
            </a:fld>
            <a:endParaRPr lang="en-US" altLang="en-US" sz="1200">
              <a:solidFill>
                <a:srgbClr val="898989"/>
              </a:solidFill>
            </a:endParaRPr>
          </a:p>
        </p:txBody>
      </p:sp>
      <p:sp>
        <p:nvSpPr>
          <p:cNvPr id="37891" name="Rectangle 2">
            <a:extLst>
              <a:ext uri="{FF2B5EF4-FFF2-40B4-BE49-F238E27FC236}">
                <a16:creationId xmlns:a16="http://schemas.microsoft.com/office/drawing/2014/main" id="{8C36C511-0455-47AF-AE1D-DE978591D431}"/>
              </a:ext>
            </a:extLst>
          </p:cNvPr>
          <p:cNvSpPr>
            <a:spLocks noGrp="1" noChangeArrowheads="1"/>
          </p:cNvSpPr>
          <p:nvPr>
            <p:ph type="title"/>
          </p:nvPr>
        </p:nvSpPr>
        <p:spPr>
          <a:xfrm>
            <a:off x="103188" y="274638"/>
            <a:ext cx="8786812" cy="1143000"/>
          </a:xfrm>
        </p:spPr>
        <p:txBody>
          <a:bodyPr/>
          <a:lstStyle/>
          <a:p>
            <a:pPr eaLnBrk="1" hangingPunct="1"/>
            <a:r>
              <a:rPr lang="en-US" altLang="en-US">
                <a:solidFill>
                  <a:srgbClr val="0000FF"/>
                </a:solidFill>
                <a:ea typeface="ＭＳ Ｐゴシック" panose="020B0600070205080204" pitchFamily="34" charset="-128"/>
              </a:rPr>
              <a:t>A Process with Alternative Behaviors</a:t>
            </a:r>
          </a:p>
        </p:txBody>
      </p:sp>
      <p:grpSp>
        <p:nvGrpSpPr>
          <p:cNvPr id="37892" name="Group 3">
            <a:extLst>
              <a:ext uri="{FF2B5EF4-FFF2-40B4-BE49-F238E27FC236}">
                <a16:creationId xmlns:a16="http://schemas.microsoft.com/office/drawing/2014/main" id="{E628A079-3951-AFA3-43D8-7CA4869C5B2A}"/>
              </a:ext>
            </a:extLst>
          </p:cNvPr>
          <p:cNvGrpSpPr>
            <a:grpSpLocks/>
          </p:cNvGrpSpPr>
          <p:nvPr/>
        </p:nvGrpSpPr>
        <p:grpSpPr bwMode="auto">
          <a:xfrm>
            <a:off x="3582988" y="1290638"/>
            <a:ext cx="1749425" cy="2286000"/>
            <a:chOff x="2350" y="2160"/>
            <a:chExt cx="1102" cy="1440"/>
          </a:xfrm>
        </p:grpSpPr>
        <p:sp>
          <p:nvSpPr>
            <p:cNvPr id="37897" name="Rectangle 4">
              <a:extLst>
                <a:ext uri="{FF2B5EF4-FFF2-40B4-BE49-F238E27FC236}">
                  <a16:creationId xmlns:a16="http://schemas.microsoft.com/office/drawing/2014/main" id="{E7FBF4CA-DAB5-0719-9FB5-58AF8B0AD95C}"/>
                </a:ext>
              </a:extLst>
            </p:cNvPr>
            <p:cNvSpPr>
              <a:spLocks noChangeArrowheads="1"/>
            </p:cNvSpPr>
            <p:nvPr/>
          </p:nvSpPr>
          <p:spPr bwMode="auto">
            <a:xfrm>
              <a:off x="2350" y="2160"/>
              <a:ext cx="1102" cy="1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37898" name="Group 5">
              <a:extLst>
                <a:ext uri="{FF2B5EF4-FFF2-40B4-BE49-F238E27FC236}">
                  <a16:creationId xmlns:a16="http://schemas.microsoft.com/office/drawing/2014/main" id="{8B4E2824-6788-C40D-8B12-85C0BE4CB123}"/>
                </a:ext>
              </a:extLst>
            </p:cNvPr>
            <p:cNvGrpSpPr>
              <a:grpSpLocks/>
            </p:cNvGrpSpPr>
            <p:nvPr/>
          </p:nvGrpSpPr>
          <p:grpSpPr bwMode="auto">
            <a:xfrm>
              <a:off x="2465" y="2400"/>
              <a:ext cx="316" cy="296"/>
              <a:chOff x="2564" y="2449"/>
              <a:chExt cx="316" cy="296"/>
            </a:xfrm>
          </p:grpSpPr>
          <p:sp>
            <p:nvSpPr>
              <p:cNvPr id="37909" name="Oval 6">
                <a:extLst>
                  <a:ext uri="{FF2B5EF4-FFF2-40B4-BE49-F238E27FC236}">
                    <a16:creationId xmlns:a16="http://schemas.microsoft.com/office/drawing/2014/main" id="{68A68BC3-9615-B743-493A-DCA954961796}"/>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0" name="Oval 7">
                <a:extLst>
                  <a:ext uri="{FF2B5EF4-FFF2-40B4-BE49-F238E27FC236}">
                    <a16:creationId xmlns:a16="http://schemas.microsoft.com/office/drawing/2014/main" id="{FB50E7DE-07E1-D07F-FA48-4CC85A574D7A}"/>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37899" name="Group 8">
              <a:extLst>
                <a:ext uri="{FF2B5EF4-FFF2-40B4-BE49-F238E27FC236}">
                  <a16:creationId xmlns:a16="http://schemas.microsoft.com/office/drawing/2014/main" id="{A07059C5-AC4D-F812-1479-502A75D1F999}"/>
                </a:ext>
              </a:extLst>
            </p:cNvPr>
            <p:cNvGrpSpPr>
              <a:grpSpLocks/>
            </p:cNvGrpSpPr>
            <p:nvPr/>
          </p:nvGrpSpPr>
          <p:grpSpPr bwMode="auto">
            <a:xfrm>
              <a:off x="3005" y="2400"/>
              <a:ext cx="316" cy="296"/>
              <a:chOff x="2564" y="2449"/>
              <a:chExt cx="316" cy="296"/>
            </a:xfrm>
          </p:grpSpPr>
          <p:sp>
            <p:nvSpPr>
              <p:cNvPr id="37907" name="Oval 9">
                <a:extLst>
                  <a:ext uri="{FF2B5EF4-FFF2-40B4-BE49-F238E27FC236}">
                    <a16:creationId xmlns:a16="http://schemas.microsoft.com/office/drawing/2014/main" id="{F1330587-8DEC-B4D8-6C43-79123C65F3BF}"/>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8" name="Oval 10">
                <a:extLst>
                  <a:ext uri="{FF2B5EF4-FFF2-40B4-BE49-F238E27FC236}">
                    <a16:creationId xmlns:a16="http://schemas.microsoft.com/office/drawing/2014/main" id="{B2D18356-818F-1E1D-5351-9A6471A81273}"/>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37900" name="Text Box 11">
              <a:extLst>
                <a:ext uri="{FF2B5EF4-FFF2-40B4-BE49-F238E27FC236}">
                  <a16:creationId xmlns:a16="http://schemas.microsoft.com/office/drawing/2014/main" id="{0DD5BFFF-1A6F-B684-3061-09CFB8EF17AD}"/>
                </a:ext>
              </a:extLst>
            </p:cNvPr>
            <p:cNvSpPr txBox="1">
              <a:spLocks noChangeArrowheads="1"/>
            </p:cNvSpPr>
            <p:nvPr/>
          </p:nvSpPr>
          <p:spPr bwMode="auto">
            <a:xfrm>
              <a:off x="2455" y="2160"/>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big</a:t>
              </a:r>
            </a:p>
          </p:txBody>
        </p:sp>
        <p:sp>
          <p:nvSpPr>
            <p:cNvPr id="37901" name="Text Box 12">
              <a:extLst>
                <a:ext uri="{FF2B5EF4-FFF2-40B4-BE49-F238E27FC236}">
                  <a16:creationId xmlns:a16="http://schemas.microsoft.com/office/drawing/2014/main" id="{3AA0E2C2-B238-C268-FFE7-7A41752A4CE3}"/>
                </a:ext>
              </a:extLst>
            </p:cNvPr>
            <p:cNvSpPr txBox="1">
              <a:spLocks noChangeArrowheads="1"/>
            </p:cNvSpPr>
            <p:nvPr/>
          </p:nvSpPr>
          <p:spPr bwMode="auto">
            <a:xfrm>
              <a:off x="2976" y="2160"/>
              <a:ext cx="4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little</a:t>
              </a:r>
            </a:p>
          </p:txBody>
        </p:sp>
        <p:sp>
          <p:nvSpPr>
            <p:cNvPr id="37902" name="Line 13">
              <a:extLst>
                <a:ext uri="{FF2B5EF4-FFF2-40B4-BE49-F238E27FC236}">
                  <a16:creationId xmlns:a16="http://schemas.microsoft.com/office/drawing/2014/main" id="{41A987F4-42F3-6C35-FB49-666ABF75908B}"/>
                </a:ext>
              </a:extLst>
            </p:cNvPr>
            <p:cNvSpPr>
              <a:spLocks noChangeShapeType="1"/>
            </p:cNvSpPr>
            <p:nvPr/>
          </p:nvSpPr>
          <p:spPr bwMode="auto">
            <a:xfrm>
              <a:off x="2833" y="2776"/>
              <a:ext cx="0" cy="39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3" name="Line 14">
              <a:extLst>
                <a:ext uri="{FF2B5EF4-FFF2-40B4-BE49-F238E27FC236}">
                  <a16:creationId xmlns:a16="http://schemas.microsoft.com/office/drawing/2014/main" id="{234D3B04-5EB1-FA7B-5CD6-8311DC7AA011}"/>
                </a:ext>
              </a:extLst>
            </p:cNvPr>
            <p:cNvSpPr>
              <a:spLocks noChangeShapeType="1"/>
            </p:cNvSpPr>
            <p:nvPr/>
          </p:nvSpPr>
          <p:spPr bwMode="auto">
            <a:xfrm>
              <a:off x="2925" y="2870"/>
              <a:ext cx="0" cy="2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4" name="Text Box 15">
              <a:extLst>
                <a:ext uri="{FF2B5EF4-FFF2-40B4-BE49-F238E27FC236}">
                  <a16:creationId xmlns:a16="http://schemas.microsoft.com/office/drawing/2014/main" id="{331294FF-4453-12DB-8169-B89203B6F273}"/>
                </a:ext>
              </a:extLst>
            </p:cNvPr>
            <p:cNvSpPr txBox="1">
              <a:spLocks noChangeArrowheads="1"/>
            </p:cNvSpPr>
            <p:nvPr/>
          </p:nvSpPr>
          <p:spPr bwMode="auto">
            <a:xfrm>
              <a:off x="3121" y="28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1p</a:t>
              </a:r>
            </a:p>
          </p:txBody>
        </p:sp>
        <p:sp>
          <p:nvSpPr>
            <p:cNvPr id="37905" name="Text Box 16">
              <a:extLst>
                <a:ext uri="{FF2B5EF4-FFF2-40B4-BE49-F238E27FC236}">
                  <a16:creationId xmlns:a16="http://schemas.microsoft.com/office/drawing/2014/main" id="{F8875FC1-BED5-748F-5988-7B28469E8D40}"/>
                </a:ext>
              </a:extLst>
            </p:cNvPr>
            <p:cNvSpPr txBox="1">
              <a:spLocks noChangeArrowheads="1"/>
            </p:cNvSpPr>
            <p:nvPr/>
          </p:nvSpPr>
          <p:spPr bwMode="auto">
            <a:xfrm>
              <a:off x="2422" y="284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2p</a:t>
              </a:r>
            </a:p>
          </p:txBody>
        </p:sp>
        <p:sp>
          <p:nvSpPr>
            <p:cNvPr id="37906" name="Rectangle 17">
              <a:extLst>
                <a:ext uri="{FF2B5EF4-FFF2-40B4-BE49-F238E27FC236}">
                  <a16:creationId xmlns:a16="http://schemas.microsoft.com/office/drawing/2014/main" id="{49726859-2300-7C3E-6B64-C43359893A5D}"/>
                </a:ext>
              </a:extLst>
            </p:cNvPr>
            <p:cNvSpPr>
              <a:spLocks noChangeArrowheads="1"/>
            </p:cNvSpPr>
            <p:nvPr/>
          </p:nvSpPr>
          <p:spPr bwMode="auto">
            <a:xfrm>
              <a:off x="2547" y="3320"/>
              <a:ext cx="740" cy="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collect</a:t>
              </a:r>
              <a:endParaRPr lang="en-US" altLang="en-US" sz="2800">
                <a:latin typeface="Times New Roman" panose="02020603050405020304" pitchFamily="18" charset="0"/>
              </a:endParaRPr>
            </a:p>
          </p:txBody>
        </p:sp>
      </p:grpSp>
      <p:sp>
        <p:nvSpPr>
          <p:cNvPr id="199698" name="Rectangle 18">
            <a:extLst>
              <a:ext uri="{FF2B5EF4-FFF2-40B4-BE49-F238E27FC236}">
                <a16:creationId xmlns:a16="http://schemas.microsoft.com/office/drawing/2014/main" id="{F82DEDF6-6DCC-7652-DDA8-F56984477F98}"/>
              </a:ext>
            </a:extLst>
          </p:cNvPr>
          <p:cNvSpPr>
            <a:spLocks noChangeArrowheads="1"/>
          </p:cNvSpPr>
          <p:nvPr/>
        </p:nvSpPr>
        <p:spPr bwMode="auto">
          <a:xfrm>
            <a:off x="203200" y="4060825"/>
            <a:ext cx="8753475" cy="1139825"/>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FF6600"/>
                </a:solidFill>
                <a:latin typeface="+mn-lt"/>
                <a:ea typeface="ＭＳ Ｐゴシック" charset="0"/>
                <a:cs typeface="ＭＳ Ｐゴシック" charset="0"/>
              </a:rPr>
              <a:t>VM(big, little, collect, 1p, 2p)  =       </a:t>
            </a:r>
          </a:p>
          <a:p>
            <a:pPr>
              <a:spcBef>
                <a:spcPct val="20000"/>
              </a:spcBef>
              <a:defRPr/>
            </a:pPr>
            <a:r>
              <a:rPr lang="en-US" sz="2000" dirty="0">
                <a:solidFill>
                  <a:srgbClr val="FF6600"/>
                </a:solidFill>
                <a:latin typeface="+mn-lt"/>
                <a:ea typeface="ＭＳ Ｐゴシック" charset="0"/>
                <a:cs typeface="ＭＳ Ｐゴシック" charset="0"/>
              </a:rPr>
              <a:t>                                         2p.big.collect </a:t>
            </a:r>
            <a:r>
              <a:rPr lang="en-US" sz="2000" dirty="0" err="1">
                <a:solidFill>
                  <a:srgbClr val="FF6600"/>
                </a:solidFill>
                <a:latin typeface="+mn-lt"/>
                <a:ea typeface="ＭＳ Ｐゴシック" charset="0"/>
                <a:cs typeface="ＭＳ Ｐゴシック" charset="0"/>
              </a:rPr>
              <a:t>largeChoc.VM</a:t>
            </a:r>
            <a:r>
              <a:rPr lang="en-US" sz="2000" dirty="0">
                <a:solidFill>
                  <a:srgbClr val="FF6600"/>
                </a:solidFill>
                <a:latin typeface="+mn-lt"/>
                <a:ea typeface="ＭＳ Ｐゴシック" charset="0"/>
                <a:cs typeface="ＭＳ Ｐゴシック" charset="0"/>
              </a:rPr>
              <a:t>(big, little, collect, 1p, 2p)</a:t>
            </a:r>
          </a:p>
          <a:p>
            <a:pPr>
              <a:spcBef>
                <a:spcPct val="20000"/>
              </a:spcBef>
              <a:defRPr/>
            </a:pPr>
            <a:r>
              <a:rPr lang="en-US" sz="2000" dirty="0">
                <a:solidFill>
                  <a:srgbClr val="FF6600"/>
                </a:solidFill>
                <a:latin typeface="+mn-lt"/>
                <a:ea typeface="ＭＳ Ｐゴシック" charset="0"/>
                <a:cs typeface="ＭＳ Ｐゴシック" charset="0"/>
              </a:rPr>
              <a:t>                                     + 1p.little.collect </a:t>
            </a:r>
            <a:r>
              <a:rPr lang="en-US" sz="2000" dirty="0" err="1">
                <a:solidFill>
                  <a:srgbClr val="FF6600"/>
                </a:solidFill>
                <a:latin typeface="+mn-lt"/>
                <a:ea typeface="ＭＳ Ｐゴシック" charset="0"/>
                <a:cs typeface="ＭＳ Ｐゴシック" charset="0"/>
              </a:rPr>
              <a:t>smallChoc.VM</a:t>
            </a:r>
            <a:r>
              <a:rPr lang="en-US" sz="2000" dirty="0">
                <a:solidFill>
                  <a:srgbClr val="FF6600"/>
                </a:solidFill>
                <a:latin typeface="+mn-lt"/>
                <a:ea typeface="ＭＳ Ｐゴシック" charset="0"/>
                <a:cs typeface="ＭＳ Ｐゴシック" charset="0"/>
              </a:rPr>
              <a:t>(big, little, collect, 1p, 2p)</a:t>
            </a:r>
            <a:endParaRPr lang="en-US" dirty="0">
              <a:solidFill>
                <a:srgbClr val="FF6600"/>
              </a:solidFill>
              <a:latin typeface="+mn-lt"/>
              <a:ea typeface="ＭＳ Ｐゴシック" charset="0"/>
              <a:cs typeface="ＭＳ Ｐゴシック" charset="0"/>
            </a:endParaRPr>
          </a:p>
        </p:txBody>
      </p:sp>
      <p:sp>
        <p:nvSpPr>
          <p:cNvPr id="37894" name="Text Box 19">
            <a:extLst>
              <a:ext uri="{FF2B5EF4-FFF2-40B4-BE49-F238E27FC236}">
                <a16:creationId xmlns:a16="http://schemas.microsoft.com/office/drawing/2014/main" id="{D152AC88-6690-DA1D-DC1A-D1218066F7CD}"/>
              </a:ext>
            </a:extLst>
          </p:cNvPr>
          <p:cNvSpPr txBox="1">
            <a:spLocks noChangeArrowheads="1"/>
          </p:cNvSpPr>
          <p:nvPr/>
        </p:nvSpPr>
        <p:spPr bwMode="auto">
          <a:xfrm>
            <a:off x="203200" y="5659438"/>
            <a:ext cx="836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a:latin typeface="Calibri" panose="020F0502020204030204" pitchFamily="34" charset="0"/>
              </a:rPr>
              <a:t>The plus (“+”) operator expresses alternative behavior.</a:t>
            </a:r>
          </a:p>
        </p:txBody>
      </p:sp>
      <p:sp>
        <p:nvSpPr>
          <p:cNvPr id="37895" name="Line 20">
            <a:extLst>
              <a:ext uri="{FF2B5EF4-FFF2-40B4-BE49-F238E27FC236}">
                <a16:creationId xmlns:a16="http://schemas.microsoft.com/office/drawing/2014/main" id="{8FF15B5C-8B9A-63A9-01BB-386F919A468F}"/>
              </a:ext>
            </a:extLst>
          </p:cNvPr>
          <p:cNvSpPr>
            <a:spLocks noChangeShapeType="1"/>
          </p:cNvSpPr>
          <p:nvPr/>
        </p:nvSpPr>
        <p:spPr bwMode="auto">
          <a:xfrm>
            <a:off x="3351213" y="4527550"/>
            <a:ext cx="663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6" name="Line 21">
            <a:extLst>
              <a:ext uri="{FF2B5EF4-FFF2-40B4-BE49-F238E27FC236}">
                <a16:creationId xmlns:a16="http://schemas.microsoft.com/office/drawing/2014/main" id="{BE6CE856-9C46-E6F1-683B-FFD0212C1D04}"/>
              </a:ext>
            </a:extLst>
          </p:cNvPr>
          <p:cNvSpPr>
            <a:spLocks noChangeShapeType="1"/>
          </p:cNvSpPr>
          <p:nvPr/>
        </p:nvSpPr>
        <p:spPr bwMode="auto">
          <a:xfrm>
            <a:off x="3438525" y="4889500"/>
            <a:ext cx="655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3">
            <a:extLst>
              <a:ext uri="{FF2B5EF4-FFF2-40B4-BE49-F238E27FC236}">
                <a16:creationId xmlns:a16="http://schemas.microsoft.com/office/drawing/2014/main" id="{ACBC21A7-0344-2A01-79F9-AC604D6F56B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8914" name="Slide Number Placeholder 4">
            <a:extLst>
              <a:ext uri="{FF2B5EF4-FFF2-40B4-BE49-F238E27FC236}">
                <a16:creationId xmlns:a16="http://schemas.microsoft.com/office/drawing/2014/main" id="{B59D7EFD-E59D-BAFC-D138-A9756A208C70}"/>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936BA4E8-BA7B-4A4A-A126-D28ED04D62E1}" type="slidenum">
              <a:rPr lang="en-US" altLang="en-US" sz="1200">
                <a:solidFill>
                  <a:srgbClr val="898989"/>
                </a:solidFill>
              </a:rPr>
              <a:pPr algn="ctr" eaLnBrk="1" hangingPunct="1"/>
              <a:t>23</a:t>
            </a:fld>
            <a:endParaRPr lang="en-US" altLang="en-US" sz="1200">
              <a:solidFill>
                <a:srgbClr val="898989"/>
              </a:solidFill>
            </a:endParaRPr>
          </a:p>
        </p:txBody>
      </p:sp>
      <p:sp>
        <p:nvSpPr>
          <p:cNvPr id="38915" name="Rectangle 2">
            <a:extLst>
              <a:ext uri="{FF2B5EF4-FFF2-40B4-BE49-F238E27FC236}">
                <a16:creationId xmlns:a16="http://schemas.microsoft.com/office/drawing/2014/main" id="{3B1FCB52-4CD5-D2C1-91A5-3D553FD61824}"/>
              </a:ext>
            </a:extLst>
          </p:cNvPr>
          <p:cNvSpPr>
            <a:spLocks noGrp="1" noChangeArrowheads="1"/>
          </p:cNvSpPr>
          <p:nvPr>
            <p:ph type="title"/>
          </p:nvPr>
        </p:nvSpPr>
        <p:spPr>
          <a:xfrm>
            <a:off x="403225" y="274638"/>
            <a:ext cx="8229600" cy="1143000"/>
          </a:xfrm>
        </p:spPr>
        <p:txBody>
          <a:bodyPr/>
          <a:lstStyle/>
          <a:p>
            <a:pPr eaLnBrk="1" hangingPunct="1"/>
            <a:r>
              <a:rPr lang="en-US" altLang="en-US">
                <a:solidFill>
                  <a:srgbClr val="0000FF"/>
                </a:solidFill>
                <a:ea typeface="ＭＳ Ｐゴシック" panose="020B0600070205080204" pitchFamily="34" charset="-128"/>
              </a:rPr>
              <a:t>Modeling a Bounded Buffer</a:t>
            </a:r>
          </a:p>
        </p:txBody>
      </p:sp>
      <p:sp>
        <p:nvSpPr>
          <p:cNvPr id="200707" name="Rectangle 3">
            <a:extLst>
              <a:ext uri="{FF2B5EF4-FFF2-40B4-BE49-F238E27FC236}">
                <a16:creationId xmlns:a16="http://schemas.microsoft.com/office/drawing/2014/main" id="{9532404A-A47D-DADA-100C-1C8A6F074A3E}"/>
              </a:ext>
            </a:extLst>
          </p:cNvPr>
          <p:cNvSpPr>
            <a:spLocks noChangeArrowheads="1"/>
          </p:cNvSpPr>
          <p:nvPr/>
        </p:nvSpPr>
        <p:spPr bwMode="auto">
          <a:xfrm>
            <a:off x="428625" y="1317625"/>
            <a:ext cx="8478838" cy="4859338"/>
          </a:xfrm>
          <a:prstGeom prst="rect">
            <a:avLst/>
          </a:prstGeom>
          <a:noFill/>
          <a:ln w="9525">
            <a:noFill/>
            <a:miter lim="800000"/>
            <a:headEnd/>
            <a:tailEnd/>
          </a:ln>
          <a:effectLst/>
        </p:spPr>
        <p:txBody>
          <a:bodyPr/>
          <a:lstStyle/>
          <a:p>
            <a:pPr>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Suppose that a buffer has get and put operations and can hold up to three data items. Ignoring the content of the data items, and focusing only on the operations, a buffer can be defined as:</a:t>
            </a:r>
          </a:p>
          <a:p>
            <a:pPr>
              <a:spcBef>
                <a:spcPct val="20000"/>
              </a:spcBef>
              <a:buClr>
                <a:schemeClr val="accent1"/>
              </a:buClr>
              <a:buSzPct val="75000"/>
              <a:buFont typeface="Wingdings" pitchFamily="2" charset="2"/>
              <a:buNone/>
              <a:defRPr/>
            </a:pPr>
            <a:endParaRPr lang="en-US" sz="2100" dirty="0">
              <a:latin typeface="Times New Roman" pitchFamily="18" charset="0"/>
              <a:ea typeface="ＭＳ Ｐゴシック" charset="0"/>
              <a:cs typeface="ＭＳ Ｐゴシック" charset="0"/>
            </a:endParaRP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0</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0</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3</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3</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a:t>
            </a:r>
          </a:p>
          <a:p>
            <a:pPr>
              <a:spcBef>
                <a:spcPct val="20000"/>
              </a:spcBef>
              <a:buClr>
                <a:schemeClr val="accent1"/>
              </a:buClr>
              <a:buSzPct val="75000"/>
              <a:buFont typeface="Wingdings" pitchFamily="2" charset="2"/>
              <a:buNone/>
              <a:defRPr/>
            </a:pPr>
            <a:endParaRPr lang="en-US" sz="2100" dirty="0">
              <a:solidFill>
                <a:srgbClr val="FF6600"/>
              </a:solidFill>
              <a:latin typeface="Times New Roman" pitchFamily="18" charset="0"/>
              <a:ea typeface="ＭＳ Ｐゴシック" charset="0"/>
              <a:cs typeface="ＭＳ Ｐゴシック" charset="0"/>
            </a:endParaRPr>
          </a:p>
          <a:p>
            <a:pPr>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Captures the idea that a get operation is not possible when the buffer is empty (i.e., in state </a:t>
            </a: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0</a:t>
            </a:r>
            <a:r>
              <a:rPr lang="en-US" sz="2000" dirty="0">
                <a:latin typeface="+mn-lt"/>
                <a:ea typeface="ＭＳ Ｐゴシック" charset="0"/>
                <a:cs typeface="ＭＳ Ｐゴシック" charset="0"/>
              </a:rPr>
              <a:t> ) and a put operation is not possible when the buffer is full (i.e., in state </a:t>
            </a: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3</a:t>
            </a:r>
            <a:r>
              <a:rPr lang="en-US" sz="2000" dirty="0">
                <a:latin typeface="+mn-lt"/>
                <a:ea typeface="ＭＳ Ｐゴシック" charset="0"/>
                <a:cs typeface="ＭＳ Ｐゴシック" charset="0"/>
              </a:rPr>
              <a:t> ).</a:t>
            </a:r>
          </a:p>
        </p:txBody>
      </p:sp>
      <p:sp>
        <p:nvSpPr>
          <p:cNvPr id="38917" name="Line 4">
            <a:extLst>
              <a:ext uri="{FF2B5EF4-FFF2-40B4-BE49-F238E27FC236}">
                <a16:creationId xmlns:a16="http://schemas.microsoft.com/office/drawing/2014/main" id="{9AE1C850-3943-6B03-4860-B8A3EBD557AE}"/>
              </a:ext>
            </a:extLst>
          </p:cNvPr>
          <p:cNvSpPr>
            <a:spLocks noChangeShapeType="1"/>
          </p:cNvSpPr>
          <p:nvPr/>
        </p:nvSpPr>
        <p:spPr bwMode="auto">
          <a:xfrm>
            <a:off x="5399088" y="3097213"/>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8" name="Line 5">
            <a:extLst>
              <a:ext uri="{FF2B5EF4-FFF2-40B4-BE49-F238E27FC236}">
                <a16:creationId xmlns:a16="http://schemas.microsoft.com/office/drawing/2014/main" id="{93969904-C227-156C-D0F5-C8F6267D8617}"/>
              </a:ext>
            </a:extLst>
          </p:cNvPr>
          <p:cNvSpPr>
            <a:spLocks noChangeShapeType="1"/>
          </p:cNvSpPr>
          <p:nvPr/>
        </p:nvSpPr>
        <p:spPr bwMode="auto">
          <a:xfrm>
            <a:off x="3040063" y="3856038"/>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9" name="Line 6">
            <a:extLst>
              <a:ext uri="{FF2B5EF4-FFF2-40B4-BE49-F238E27FC236}">
                <a16:creationId xmlns:a16="http://schemas.microsoft.com/office/drawing/2014/main" id="{D94080E4-B287-5EBB-22DA-804F264AB7BF}"/>
              </a:ext>
            </a:extLst>
          </p:cNvPr>
          <p:cNvSpPr>
            <a:spLocks noChangeShapeType="1"/>
          </p:cNvSpPr>
          <p:nvPr/>
        </p:nvSpPr>
        <p:spPr bwMode="auto">
          <a:xfrm>
            <a:off x="5399088" y="3533775"/>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3">
            <a:extLst>
              <a:ext uri="{FF2B5EF4-FFF2-40B4-BE49-F238E27FC236}">
                <a16:creationId xmlns:a16="http://schemas.microsoft.com/office/drawing/2014/main" id="{C4FECAA1-9971-80D1-164E-20E9679326D1}"/>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9938" name="Slide Number Placeholder 4">
            <a:extLst>
              <a:ext uri="{FF2B5EF4-FFF2-40B4-BE49-F238E27FC236}">
                <a16:creationId xmlns:a16="http://schemas.microsoft.com/office/drawing/2014/main" id="{B8E604FE-3840-227A-D660-202615A22936}"/>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BB4A6DD-A0D1-9F4B-B72D-2F748A65ECBA}" type="slidenum">
              <a:rPr lang="en-US" altLang="en-US" sz="1200">
                <a:solidFill>
                  <a:srgbClr val="898989"/>
                </a:solidFill>
              </a:rPr>
              <a:pPr algn="ctr" eaLnBrk="1" hangingPunct="1"/>
              <a:t>24</a:t>
            </a:fld>
            <a:endParaRPr lang="en-US" altLang="en-US" sz="1200">
              <a:solidFill>
                <a:srgbClr val="898989"/>
              </a:solidFill>
            </a:endParaRPr>
          </a:p>
        </p:txBody>
      </p:sp>
      <p:sp>
        <p:nvSpPr>
          <p:cNvPr id="39939" name="Rectangle 2">
            <a:extLst>
              <a:ext uri="{FF2B5EF4-FFF2-40B4-BE49-F238E27FC236}">
                <a16:creationId xmlns:a16="http://schemas.microsoft.com/office/drawing/2014/main" id="{34975C1D-146F-C81D-BD3B-16DB1EB17D79}"/>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Reusing a Process Definition </a:t>
            </a:r>
          </a:p>
        </p:txBody>
      </p:sp>
      <p:grpSp>
        <p:nvGrpSpPr>
          <p:cNvPr id="39940" name="Group 3">
            <a:extLst>
              <a:ext uri="{FF2B5EF4-FFF2-40B4-BE49-F238E27FC236}">
                <a16:creationId xmlns:a16="http://schemas.microsoft.com/office/drawing/2014/main" id="{CAC3F0C4-D984-F05F-F069-AA6110BA2690}"/>
              </a:ext>
            </a:extLst>
          </p:cNvPr>
          <p:cNvGrpSpPr>
            <a:grpSpLocks/>
          </p:cNvGrpSpPr>
          <p:nvPr/>
        </p:nvGrpSpPr>
        <p:grpSpPr bwMode="auto">
          <a:xfrm>
            <a:off x="655638" y="2295525"/>
            <a:ext cx="3916362" cy="808038"/>
            <a:chOff x="413" y="1651"/>
            <a:chExt cx="2467" cy="509"/>
          </a:xfrm>
        </p:grpSpPr>
        <p:sp>
          <p:nvSpPr>
            <p:cNvPr id="39970" name="Oval 4">
              <a:extLst>
                <a:ext uri="{FF2B5EF4-FFF2-40B4-BE49-F238E27FC236}">
                  <a16:creationId xmlns:a16="http://schemas.microsoft.com/office/drawing/2014/main" id="{6942C0E6-4AB3-997C-F415-D72361F94E18}"/>
                </a:ext>
              </a:extLst>
            </p:cNvPr>
            <p:cNvSpPr>
              <a:spLocks noChangeArrowheads="1"/>
            </p:cNvSpPr>
            <p:nvPr/>
          </p:nvSpPr>
          <p:spPr bwMode="auto">
            <a:xfrm>
              <a:off x="865" y="1659"/>
              <a:ext cx="541" cy="5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71" name="Line 5">
              <a:extLst>
                <a:ext uri="{FF2B5EF4-FFF2-40B4-BE49-F238E27FC236}">
                  <a16:creationId xmlns:a16="http://schemas.microsoft.com/office/drawing/2014/main" id="{0845BD9E-EEB0-2B32-21CC-ADEA25FC99EB}"/>
                </a:ext>
              </a:extLst>
            </p:cNvPr>
            <p:cNvSpPr>
              <a:spLocks noChangeShapeType="1"/>
            </p:cNvSpPr>
            <p:nvPr/>
          </p:nvSpPr>
          <p:spPr bwMode="auto">
            <a:xfrm>
              <a:off x="413" y="1909"/>
              <a:ext cx="452"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2" name="Line 6">
              <a:extLst>
                <a:ext uri="{FF2B5EF4-FFF2-40B4-BE49-F238E27FC236}">
                  <a16:creationId xmlns:a16="http://schemas.microsoft.com/office/drawing/2014/main" id="{28AF4E64-A333-6A5C-0159-61EC73013D78}"/>
                </a:ext>
              </a:extLst>
            </p:cNvPr>
            <p:cNvSpPr>
              <a:spLocks noChangeShapeType="1"/>
            </p:cNvSpPr>
            <p:nvPr/>
          </p:nvSpPr>
          <p:spPr bwMode="auto">
            <a:xfrm flipH="1">
              <a:off x="1419" y="1909"/>
              <a:ext cx="432"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3" name="Text Box 7">
              <a:extLst>
                <a:ext uri="{FF2B5EF4-FFF2-40B4-BE49-F238E27FC236}">
                  <a16:creationId xmlns:a16="http://schemas.microsoft.com/office/drawing/2014/main" id="{8037C06E-E9BA-C947-D97F-1DD51144D366}"/>
                </a:ext>
              </a:extLst>
            </p:cNvPr>
            <p:cNvSpPr txBox="1">
              <a:spLocks noChangeArrowheads="1"/>
            </p:cNvSpPr>
            <p:nvPr/>
          </p:nvSpPr>
          <p:spPr bwMode="auto">
            <a:xfrm>
              <a:off x="668" y="16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74" name="Line 8">
              <a:extLst>
                <a:ext uri="{FF2B5EF4-FFF2-40B4-BE49-F238E27FC236}">
                  <a16:creationId xmlns:a16="http://schemas.microsoft.com/office/drawing/2014/main" id="{5AD54207-993C-3295-241F-E7493ABAE65B}"/>
                </a:ext>
              </a:extLst>
            </p:cNvPr>
            <p:cNvSpPr>
              <a:spLocks noChangeShapeType="1"/>
            </p:cNvSpPr>
            <p:nvPr/>
          </p:nvSpPr>
          <p:spPr bwMode="auto">
            <a:xfrm flipV="1">
              <a:off x="2529" y="1748"/>
              <a:ext cx="1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5" name="Oval 9">
              <a:extLst>
                <a:ext uri="{FF2B5EF4-FFF2-40B4-BE49-F238E27FC236}">
                  <a16:creationId xmlns:a16="http://schemas.microsoft.com/office/drawing/2014/main" id="{4301BFEB-37CA-17B2-B08F-0374FDCFD263}"/>
                </a:ext>
              </a:extLst>
            </p:cNvPr>
            <p:cNvSpPr>
              <a:spLocks noChangeArrowheads="1"/>
            </p:cNvSpPr>
            <p:nvPr/>
          </p:nvSpPr>
          <p:spPr bwMode="auto">
            <a:xfrm>
              <a:off x="1888" y="1658"/>
              <a:ext cx="541" cy="5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76" name="Line 10">
              <a:extLst>
                <a:ext uri="{FF2B5EF4-FFF2-40B4-BE49-F238E27FC236}">
                  <a16:creationId xmlns:a16="http://schemas.microsoft.com/office/drawing/2014/main" id="{AB94AB76-B4D7-0692-0118-9EAE024802BA}"/>
                </a:ext>
              </a:extLst>
            </p:cNvPr>
            <p:cNvSpPr>
              <a:spLocks noChangeShapeType="1"/>
            </p:cNvSpPr>
            <p:nvPr/>
          </p:nvSpPr>
          <p:spPr bwMode="auto">
            <a:xfrm flipH="1">
              <a:off x="2428" y="1909"/>
              <a:ext cx="452"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7" name="Text Box 11">
              <a:extLst>
                <a:ext uri="{FF2B5EF4-FFF2-40B4-BE49-F238E27FC236}">
                  <a16:creationId xmlns:a16="http://schemas.microsoft.com/office/drawing/2014/main" id="{80060CBD-627C-11F5-0198-E7509FE2DA10}"/>
                </a:ext>
              </a:extLst>
            </p:cNvPr>
            <p:cNvSpPr txBox="1">
              <a:spLocks noChangeArrowheads="1"/>
            </p:cNvSpPr>
            <p:nvPr/>
          </p:nvSpPr>
          <p:spPr bwMode="auto">
            <a:xfrm>
              <a:off x="2469" y="168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39978" name="Text Box 12">
              <a:extLst>
                <a:ext uri="{FF2B5EF4-FFF2-40B4-BE49-F238E27FC236}">
                  <a16:creationId xmlns:a16="http://schemas.microsoft.com/office/drawing/2014/main" id="{BCBFD334-DB84-970A-34DE-5C5B5542E9C6}"/>
                </a:ext>
              </a:extLst>
            </p:cNvPr>
            <p:cNvSpPr txBox="1">
              <a:spLocks noChangeArrowheads="1"/>
            </p:cNvSpPr>
            <p:nvPr/>
          </p:nvSpPr>
          <p:spPr bwMode="auto">
            <a:xfrm>
              <a:off x="1691" y="165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79" name="Text Box 13">
              <a:extLst>
                <a:ext uri="{FF2B5EF4-FFF2-40B4-BE49-F238E27FC236}">
                  <a16:creationId xmlns:a16="http://schemas.microsoft.com/office/drawing/2014/main" id="{1C7276E7-2F18-1E23-5D17-A9B9521FA4BD}"/>
                </a:ext>
              </a:extLst>
            </p:cNvPr>
            <p:cNvSpPr txBox="1">
              <a:spLocks noChangeArrowheads="1"/>
            </p:cNvSpPr>
            <p:nvPr/>
          </p:nvSpPr>
          <p:spPr bwMode="auto">
            <a:xfrm>
              <a:off x="1399" y="1677"/>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80" name="Line 14">
              <a:extLst>
                <a:ext uri="{FF2B5EF4-FFF2-40B4-BE49-F238E27FC236}">
                  <a16:creationId xmlns:a16="http://schemas.microsoft.com/office/drawing/2014/main" id="{707651D0-31F7-1970-0BB4-26448537985C}"/>
                </a:ext>
              </a:extLst>
            </p:cNvPr>
            <p:cNvSpPr>
              <a:spLocks noChangeShapeType="1"/>
            </p:cNvSpPr>
            <p:nvPr/>
          </p:nvSpPr>
          <p:spPr bwMode="auto">
            <a:xfrm flipV="1">
              <a:off x="1446" y="1767"/>
              <a:ext cx="1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941" name="Group 15">
            <a:extLst>
              <a:ext uri="{FF2B5EF4-FFF2-40B4-BE49-F238E27FC236}">
                <a16:creationId xmlns:a16="http://schemas.microsoft.com/office/drawing/2014/main" id="{0623219E-005E-EB12-EAAE-BA4C6014CDD2}"/>
              </a:ext>
            </a:extLst>
          </p:cNvPr>
          <p:cNvGrpSpPr>
            <a:grpSpLocks/>
          </p:cNvGrpSpPr>
          <p:nvPr/>
        </p:nvGrpSpPr>
        <p:grpSpPr bwMode="auto">
          <a:xfrm>
            <a:off x="655638" y="1196975"/>
            <a:ext cx="2330450" cy="795338"/>
            <a:chOff x="500" y="754"/>
            <a:chExt cx="1846" cy="641"/>
          </a:xfrm>
        </p:grpSpPr>
        <p:sp>
          <p:nvSpPr>
            <p:cNvPr id="39964" name="Oval 16">
              <a:extLst>
                <a:ext uri="{FF2B5EF4-FFF2-40B4-BE49-F238E27FC236}">
                  <a16:creationId xmlns:a16="http://schemas.microsoft.com/office/drawing/2014/main" id="{A867E852-DB63-9AB6-587A-74E51EBDC886}"/>
                </a:ext>
              </a:extLst>
            </p:cNvPr>
            <p:cNvSpPr>
              <a:spLocks noChangeArrowheads="1"/>
            </p:cNvSpPr>
            <p:nvPr/>
          </p:nvSpPr>
          <p:spPr bwMode="auto">
            <a:xfrm>
              <a:off x="1081" y="754"/>
              <a:ext cx="695" cy="64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65" name="Line 17">
              <a:extLst>
                <a:ext uri="{FF2B5EF4-FFF2-40B4-BE49-F238E27FC236}">
                  <a16:creationId xmlns:a16="http://schemas.microsoft.com/office/drawing/2014/main" id="{4C029EEA-3695-F637-A2B4-2A9DF3A87D45}"/>
                </a:ext>
              </a:extLst>
            </p:cNvPr>
            <p:cNvSpPr>
              <a:spLocks noChangeShapeType="1"/>
            </p:cNvSpPr>
            <p:nvPr/>
          </p:nvSpPr>
          <p:spPr bwMode="auto">
            <a:xfrm>
              <a:off x="500" y="1074"/>
              <a:ext cx="580"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66" name="Text Box 18">
              <a:extLst>
                <a:ext uri="{FF2B5EF4-FFF2-40B4-BE49-F238E27FC236}">
                  <a16:creationId xmlns:a16="http://schemas.microsoft.com/office/drawing/2014/main" id="{D1B8B25F-4E85-8EA0-E034-C1D70631B680}"/>
                </a:ext>
              </a:extLst>
            </p:cNvPr>
            <p:cNvSpPr txBox="1">
              <a:spLocks noChangeArrowheads="1"/>
            </p:cNvSpPr>
            <p:nvPr/>
          </p:nvSpPr>
          <p:spPr bwMode="auto">
            <a:xfrm>
              <a:off x="828" y="787"/>
              <a:ext cx="2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67" name="Line 19">
              <a:extLst>
                <a:ext uri="{FF2B5EF4-FFF2-40B4-BE49-F238E27FC236}">
                  <a16:creationId xmlns:a16="http://schemas.microsoft.com/office/drawing/2014/main" id="{FC085D32-24BC-21D5-4363-D7F05FC6BDCE}"/>
                </a:ext>
              </a:extLst>
            </p:cNvPr>
            <p:cNvSpPr>
              <a:spLocks noChangeShapeType="1"/>
            </p:cNvSpPr>
            <p:nvPr/>
          </p:nvSpPr>
          <p:spPr bwMode="auto">
            <a:xfrm flipV="1">
              <a:off x="1895" y="868"/>
              <a:ext cx="1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68" name="Line 20">
              <a:extLst>
                <a:ext uri="{FF2B5EF4-FFF2-40B4-BE49-F238E27FC236}">
                  <a16:creationId xmlns:a16="http://schemas.microsoft.com/office/drawing/2014/main" id="{CAA1BD89-58A7-8825-5F16-94F33EE8884E}"/>
                </a:ext>
              </a:extLst>
            </p:cNvPr>
            <p:cNvSpPr>
              <a:spLocks noChangeShapeType="1"/>
            </p:cNvSpPr>
            <p:nvPr/>
          </p:nvSpPr>
          <p:spPr bwMode="auto">
            <a:xfrm flipH="1">
              <a:off x="1766" y="1074"/>
              <a:ext cx="580"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69" name="Text Box 21">
              <a:extLst>
                <a:ext uri="{FF2B5EF4-FFF2-40B4-BE49-F238E27FC236}">
                  <a16:creationId xmlns:a16="http://schemas.microsoft.com/office/drawing/2014/main" id="{4EBA4656-0AF7-9BFB-38B0-A7BF5FCF1C8F}"/>
                </a:ext>
              </a:extLst>
            </p:cNvPr>
            <p:cNvSpPr txBox="1">
              <a:spLocks noChangeArrowheads="1"/>
            </p:cNvSpPr>
            <p:nvPr/>
          </p:nvSpPr>
          <p:spPr bwMode="auto">
            <a:xfrm>
              <a:off x="1819" y="790"/>
              <a:ext cx="28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grpSp>
      <p:grpSp>
        <p:nvGrpSpPr>
          <p:cNvPr id="39942" name="Group 22">
            <a:extLst>
              <a:ext uri="{FF2B5EF4-FFF2-40B4-BE49-F238E27FC236}">
                <a16:creationId xmlns:a16="http://schemas.microsoft.com/office/drawing/2014/main" id="{5353AC53-0F7D-2351-B23A-F1AB7B39A209}"/>
              </a:ext>
            </a:extLst>
          </p:cNvPr>
          <p:cNvGrpSpPr>
            <a:grpSpLocks/>
          </p:cNvGrpSpPr>
          <p:nvPr/>
        </p:nvGrpSpPr>
        <p:grpSpPr bwMode="auto">
          <a:xfrm>
            <a:off x="641350" y="3937000"/>
            <a:ext cx="5695950" cy="895350"/>
            <a:chOff x="413" y="2751"/>
            <a:chExt cx="3588" cy="564"/>
          </a:xfrm>
        </p:grpSpPr>
        <p:sp>
          <p:nvSpPr>
            <p:cNvPr id="39948" name="Oval 23">
              <a:extLst>
                <a:ext uri="{FF2B5EF4-FFF2-40B4-BE49-F238E27FC236}">
                  <a16:creationId xmlns:a16="http://schemas.microsoft.com/office/drawing/2014/main" id="{1D6192E1-08F6-DA94-3531-D6CE7ED7D2E5}"/>
                </a:ext>
              </a:extLst>
            </p:cNvPr>
            <p:cNvSpPr>
              <a:spLocks noChangeArrowheads="1"/>
            </p:cNvSpPr>
            <p:nvPr/>
          </p:nvSpPr>
          <p:spPr bwMode="auto">
            <a:xfrm>
              <a:off x="2979" y="2751"/>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49" name="Line 24">
              <a:extLst>
                <a:ext uri="{FF2B5EF4-FFF2-40B4-BE49-F238E27FC236}">
                  <a16:creationId xmlns:a16="http://schemas.microsoft.com/office/drawing/2014/main" id="{CD8C4214-CAA7-31E9-7BC7-A7A87F8F3709}"/>
                </a:ext>
              </a:extLst>
            </p:cNvPr>
            <p:cNvSpPr>
              <a:spLocks noChangeShapeType="1"/>
            </p:cNvSpPr>
            <p:nvPr/>
          </p:nvSpPr>
          <p:spPr bwMode="auto">
            <a:xfrm flipH="1">
              <a:off x="2505" y="3027"/>
              <a:ext cx="443"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0" name="Text Box 25">
              <a:extLst>
                <a:ext uri="{FF2B5EF4-FFF2-40B4-BE49-F238E27FC236}">
                  <a16:creationId xmlns:a16="http://schemas.microsoft.com/office/drawing/2014/main" id="{693D8307-E610-5895-5BF5-602B8EFEBD77}"/>
                </a:ext>
              </a:extLst>
            </p:cNvPr>
            <p:cNvSpPr txBox="1">
              <a:spLocks noChangeArrowheads="1"/>
            </p:cNvSpPr>
            <p:nvPr/>
          </p:nvSpPr>
          <p:spPr bwMode="auto">
            <a:xfrm>
              <a:off x="2768" y="277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d</a:t>
              </a:r>
            </a:p>
          </p:txBody>
        </p:sp>
        <p:sp>
          <p:nvSpPr>
            <p:cNvPr id="39951" name="Text Box 26">
              <a:extLst>
                <a:ext uri="{FF2B5EF4-FFF2-40B4-BE49-F238E27FC236}">
                  <a16:creationId xmlns:a16="http://schemas.microsoft.com/office/drawing/2014/main" id="{84EFA82D-87D6-0FB1-FFC4-D17A6406894A}"/>
                </a:ext>
              </a:extLst>
            </p:cNvPr>
            <p:cNvSpPr txBox="1">
              <a:spLocks noChangeArrowheads="1"/>
            </p:cNvSpPr>
            <p:nvPr/>
          </p:nvSpPr>
          <p:spPr bwMode="auto">
            <a:xfrm>
              <a:off x="2475" y="278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d</a:t>
              </a:r>
            </a:p>
          </p:txBody>
        </p:sp>
        <p:sp>
          <p:nvSpPr>
            <p:cNvPr id="39952" name="Line 27">
              <a:extLst>
                <a:ext uri="{FF2B5EF4-FFF2-40B4-BE49-F238E27FC236}">
                  <a16:creationId xmlns:a16="http://schemas.microsoft.com/office/drawing/2014/main" id="{CB02B1BA-99BF-B16A-4DF4-62B8955A60C9}"/>
                </a:ext>
              </a:extLst>
            </p:cNvPr>
            <p:cNvSpPr>
              <a:spLocks noChangeShapeType="1"/>
            </p:cNvSpPr>
            <p:nvPr/>
          </p:nvSpPr>
          <p:spPr bwMode="auto">
            <a:xfrm flipV="1">
              <a:off x="2545" y="2846"/>
              <a:ext cx="1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3" name="Oval 28">
              <a:extLst>
                <a:ext uri="{FF2B5EF4-FFF2-40B4-BE49-F238E27FC236}">
                  <a16:creationId xmlns:a16="http://schemas.microsoft.com/office/drawing/2014/main" id="{4FC4B3D8-DF57-CB59-0602-F7E3EA93DEE2}"/>
                </a:ext>
              </a:extLst>
            </p:cNvPr>
            <p:cNvSpPr>
              <a:spLocks noChangeArrowheads="1"/>
            </p:cNvSpPr>
            <p:nvPr/>
          </p:nvSpPr>
          <p:spPr bwMode="auto">
            <a:xfrm>
              <a:off x="878" y="2776"/>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54" name="Line 29">
              <a:extLst>
                <a:ext uri="{FF2B5EF4-FFF2-40B4-BE49-F238E27FC236}">
                  <a16:creationId xmlns:a16="http://schemas.microsoft.com/office/drawing/2014/main" id="{F3FDDC2F-2AE9-537E-934C-C2EC97169013}"/>
                </a:ext>
              </a:extLst>
            </p:cNvPr>
            <p:cNvSpPr>
              <a:spLocks noChangeShapeType="1"/>
            </p:cNvSpPr>
            <p:nvPr/>
          </p:nvSpPr>
          <p:spPr bwMode="auto">
            <a:xfrm>
              <a:off x="413" y="3045"/>
              <a:ext cx="464"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5" name="Line 30">
              <a:extLst>
                <a:ext uri="{FF2B5EF4-FFF2-40B4-BE49-F238E27FC236}">
                  <a16:creationId xmlns:a16="http://schemas.microsoft.com/office/drawing/2014/main" id="{4005483D-BE82-0EE4-6EB7-A46B922D4FDB}"/>
                </a:ext>
              </a:extLst>
            </p:cNvPr>
            <p:cNvSpPr>
              <a:spLocks noChangeShapeType="1"/>
            </p:cNvSpPr>
            <p:nvPr/>
          </p:nvSpPr>
          <p:spPr bwMode="auto">
            <a:xfrm flipH="1">
              <a:off x="1448" y="3045"/>
              <a:ext cx="443"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6" name="Text Box 31">
              <a:extLst>
                <a:ext uri="{FF2B5EF4-FFF2-40B4-BE49-F238E27FC236}">
                  <a16:creationId xmlns:a16="http://schemas.microsoft.com/office/drawing/2014/main" id="{2436C8BC-B059-4109-F2E3-458B135CBEE9}"/>
                </a:ext>
              </a:extLst>
            </p:cNvPr>
            <p:cNvSpPr txBox="1">
              <a:spLocks noChangeArrowheads="1"/>
            </p:cNvSpPr>
            <p:nvPr/>
          </p:nvSpPr>
          <p:spPr bwMode="auto">
            <a:xfrm>
              <a:off x="660" y="27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57" name="Oval 32">
              <a:extLst>
                <a:ext uri="{FF2B5EF4-FFF2-40B4-BE49-F238E27FC236}">
                  <a16:creationId xmlns:a16="http://schemas.microsoft.com/office/drawing/2014/main" id="{04AAABC3-33F9-59D0-1AC0-2EAA13899320}"/>
                </a:ext>
              </a:extLst>
            </p:cNvPr>
            <p:cNvSpPr>
              <a:spLocks noChangeArrowheads="1"/>
            </p:cNvSpPr>
            <p:nvPr/>
          </p:nvSpPr>
          <p:spPr bwMode="auto">
            <a:xfrm>
              <a:off x="1929" y="2775"/>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58" name="Line 33">
              <a:extLst>
                <a:ext uri="{FF2B5EF4-FFF2-40B4-BE49-F238E27FC236}">
                  <a16:creationId xmlns:a16="http://schemas.microsoft.com/office/drawing/2014/main" id="{A77FD17A-075A-9382-8C62-63165D229570}"/>
                </a:ext>
              </a:extLst>
            </p:cNvPr>
            <p:cNvSpPr>
              <a:spLocks noChangeShapeType="1"/>
            </p:cNvSpPr>
            <p:nvPr/>
          </p:nvSpPr>
          <p:spPr bwMode="auto">
            <a:xfrm flipH="1">
              <a:off x="3537" y="3017"/>
              <a:ext cx="464"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9" name="Text Box 34">
              <a:extLst>
                <a:ext uri="{FF2B5EF4-FFF2-40B4-BE49-F238E27FC236}">
                  <a16:creationId xmlns:a16="http://schemas.microsoft.com/office/drawing/2014/main" id="{4304D89B-DC0F-AEFE-8F73-DF469C08FC91}"/>
                </a:ext>
              </a:extLst>
            </p:cNvPr>
            <p:cNvSpPr txBox="1">
              <a:spLocks noChangeArrowheads="1"/>
            </p:cNvSpPr>
            <p:nvPr/>
          </p:nvSpPr>
          <p:spPr bwMode="auto">
            <a:xfrm>
              <a:off x="3552" y="2769"/>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39960" name="Text Box 35">
              <a:extLst>
                <a:ext uri="{FF2B5EF4-FFF2-40B4-BE49-F238E27FC236}">
                  <a16:creationId xmlns:a16="http://schemas.microsoft.com/office/drawing/2014/main" id="{3756FC49-9C4C-6F21-F109-13B15BC4EA7C}"/>
                </a:ext>
              </a:extLst>
            </p:cNvPr>
            <p:cNvSpPr txBox="1">
              <a:spLocks noChangeArrowheads="1"/>
            </p:cNvSpPr>
            <p:nvPr/>
          </p:nvSpPr>
          <p:spPr bwMode="auto">
            <a:xfrm>
              <a:off x="1738" y="2789"/>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61" name="Text Box 36">
              <a:extLst>
                <a:ext uri="{FF2B5EF4-FFF2-40B4-BE49-F238E27FC236}">
                  <a16:creationId xmlns:a16="http://schemas.microsoft.com/office/drawing/2014/main" id="{62A8492E-2015-72AF-BC44-6995F782A70D}"/>
                </a:ext>
              </a:extLst>
            </p:cNvPr>
            <p:cNvSpPr txBox="1">
              <a:spLocks noChangeArrowheads="1"/>
            </p:cNvSpPr>
            <p:nvPr/>
          </p:nvSpPr>
          <p:spPr bwMode="auto">
            <a:xfrm>
              <a:off x="1429" y="2806"/>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62" name="Line 37">
              <a:extLst>
                <a:ext uri="{FF2B5EF4-FFF2-40B4-BE49-F238E27FC236}">
                  <a16:creationId xmlns:a16="http://schemas.microsoft.com/office/drawing/2014/main" id="{24DBAB51-871E-9607-A321-354A325E9276}"/>
                </a:ext>
              </a:extLst>
            </p:cNvPr>
            <p:cNvSpPr>
              <a:spLocks noChangeShapeType="1"/>
            </p:cNvSpPr>
            <p:nvPr/>
          </p:nvSpPr>
          <p:spPr bwMode="auto">
            <a:xfrm flipV="1">
              <a:off x="1475" y="2892"/>
              <a:ext cx="1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63" name="Line 38">
              <a:extLst>
                <a:ext uri="{FF2B5EF4-FFF2-40B4-BE49-F238E27FC236}">
                  <a16:creationId xmlns:a16="http://schemas.microsoft.com/office/drawing/2014/main" id="{3E2B09E1-2404-6EC8-2637-664D34FE3152}"/>
                </a:ext>
              </a:extLst>
            </p:cNvPr>
            <p:cNvSpPr>
              <a:spLocks noChangeShapeType="1"/>
            </p:cNvSpPr>
            <p:nvPr/>
          </p:nvSpPr>
          <p:spPr bwMode="auto">
            <a:xfrm flipV="1">
              <a:off x="3628" y="2822"/>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943" name="Group 39">
            <a:extLst>
              <a:ext uri="{FF2B5EF4-FFF2-40B4-BE49-F238E27FC236}">
                <a16:creationId xmlns:a16="http://schemas.microsoft.com/office/drawing/2014/main" id="{FF71E6AE-3009-29BB-95AF-50D8B33700B7}"/>
              </a:ext>
            </a:extLst>
          </p:cNvPr>
          <p:cNvGrpSpPr>
            <a:grpSpLocks/>
          </p:cNvGrpSpPr>
          <p:nvPr/>
        </p:nvGrpSpPr>
        <p:grpSpPr bwMode="auto">
          <a:xfrm>
            <a:off x="4608513" y="1303338"/>
            <a:ext cx="3043237" cy="430212"/>
            <a:chOff x="2903" y="821"/>
            <a:chExt cx="1917" cy="271"/>
          </a:xfrm>
        </p:grpSpPr>
        <p:sp>
          <p:nvSpPr>
            <p:cNvPr id="201768" name="Rectangle 40">
              <a:extLst>
                <a:ext uri="{FF2B5EF4-FFF2-40B4-BE49-F238E27FC236}">
                  <a16:creationId xmlns:a16="http://schemas.microsoft.com/office/drawing/2014/main" id="{4E9F1827-6D12-253C-63E0-7C4A6358A142}"/>
                </a:ext>
              </a:extLst>
            </p:cNvPr>
            <p:cNvSpPr>
              <a:spLocks noChangeArrowheads="1"/>
            </p:cNvSpPr>
            <p:nvPr/>
          </p:nvSpPr>
          <p:spPr bwMode="auto">
            <a:xfrm>
              <a:off x="2903" y="821"/>
              <a:ext cx="1917" cy="271"/>
            </a:xfrm>
            <a:prstGeom prst="rect">
              <a:avLst/>
            </a:prstGeom>
            <a:noFill/>
            <a:ln w="9525">
              <a:noFill/>
              <a:miter lim="800000"/>
              <a:headEnd/>
              <a:tailEnd/>
            </a:ln>
            <a:effectLst/>
          </p:spPr>
          <p:txBody>
            <a:bodyPr wrap="none" anchor="ctr">
              <a:spAutoFit/>
            </a:bodyPr>
            <a:lstStyle/>
            <a:p>
              <a:pPr>
                <a:spcBef>
                  <a:spcPct val="20000"/>
                </a:spcBef>
                <a:defRPr/>
              </a:pPr>
              <a:r>
                <a:rPr lang="en-US" sz="2200" dirty="0">
                  <a:solidFill>
                    <a:srgbClr val="FF6600"/>
                  </a:solidFill>
                  <a:latin typeface="+mn-lt"/>
                  <a:ea typeface="ＭＳ Ｐゴシック" charset="0"/>
                  <a:cs typeface="ＭＳ Ｐゴシック" charset="0"/>
                </a:rPr>
                <a:t>CELL(</a:t>
              </a:r>
              <a:r>
                <a:rPr lang="en-US" sz="2200" dirty="0" err="1">
                  <a:solidFill>
                    <a:srgbClr val="FF6600"/>
                  </a:solidFill>
                  <a:latin typeface="+mn-lt"/>
                  <a:ea typeface="ＭＳ Ｐゴシック" charset="0"/>
                  <a:cs typeface="ＭＳ Ｐゴシック" charset="0"/>
                </a:rPr>
                <a:t>a,b</a:t>
              </a:r>
              <a:r>
                <a:rPr lang="en-US" sz="2200" dirty="0">
                  <a:solidFill>
                    <a:srgbClr val="FF6600"/>
                  </a:solidFill>
                  <a:latin typeface="+mn-lt"/>
                  <a:ea typeface="ＭＳ Ｐゴシック" charset="0"/>
                  <a:cs typeface="ＭＳ Ｐゴシック" charset="0"/>
                </a:rPr>
                <a:t>)  = </a:t>
              </a:r>
              <a:r>
                <a:rPr lang="en-US" sz="2200" dirty="0" err="1">
                  <a:solidFill>
                    <a:srgbClr val="FF6600"/>
                  </a:solidFill>
                  <a:latin typeface="+mn-lt"/>
                  <a:ea typeface="ＭＳ Ｐゴシック" charset="0"/>
                  <a:cs typeface="ＭＳ Ｐゴシック" charset="0"/>
                </a:rPr>
                <a:t>a.b.CELL</a:t>
              </a:r>
              <a:r>
                <a:rPr lang="en-US" sz="2200" dirty="0">
                  <a:solidFill>
                    <a:srgbClr val="FF6600"/>
                  </a:solidFill>
                  <a:latin typeface="+mn-lt"/>
                  <a:ea typeface="ＭＳ Ｐゴシック" charset="0"/>
                  <a:cs typeface="ＭＳ Ｐゴシック" charset="0"/>
                </a:rPr>
                <a:t>(</a:t>
              </a:r>
              <a:r>
                <a:rPr lang="en-US" sz="2200" dirty="0" err="1">
                  <a:solidFill>
                    <a:srgbClr val="FF6600"/>
                  </a:solidFill>
                  <a:latin typeface="+mn-lt"/>
                  <a:ea typeface="ＭＳ Ｐゴシック" charset="0"/>
                  <a:cs typeface="ＭＳ Ｐゴシック" charset="0"/>
                </a:rPr>
                <a:t>a,b</a:t>
              </a:r>
              <a:r>
                <a:rPr lang="en-US" sz="2200" dirty="0">
                  <a:solidFill>
                    <a:srgbClr val="FF6600"/>
                  </a:solidFill>
                  <a:latin typeface="+mn-lt"/>
                  <a:ea typeface="ＭＳ Ｐゴシック" charset="0"/>
                  <a:cs typeface="ＭＳ Ｐゴシック" charset="0"/>
                </a:rPr>
                <a:t>) </a:t>
              </a:r>
            </a:p>
          </p:txBody>
        </p:sp>
        <p:sp>
          <p:nvSpPr>
            <p:cNvPr id="39947" name="Line 41">
              <a:extLst>
                <a:ext uri="{FF2B5EF4-FFF2-40B4-BE49-F238E27FC236}">
                  <a16:creationId xmlns:a16="http://schemas.microsoft.com/office/drawing/2014/main" id="{29708AAC-0C7D-0FD5-CC7E-B0A082DD702B}"/>
                </a:ext>
              </a:extLst>
            </p:cNvPr>
            <p:cNvSpPr>
              <a:spLocks noChangeShapeType="1"/>
            </p:cNvSpPr>
            <p:nvPr/>
          </p:nvSpPr>
          <p:spPr bwMode="auto">
            <a:xfrm flipV="1">
              <a:off x="3917" y="871"/>
              <a:ext cx="1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1770" name="Rectangle 42">
            <a:extLst>
              <a:ext uri="{FF2B5EF4-FFF2-40B4-BE49-F238E27FC236}">
                <a16:creationId xmlns:a16="http://schemas.microsoft.com/office/drawing/2014/main" id="{214AC12C-E331-A7E7-BB86-55D854A1D378}"/>
              </a:ext>
            </a:extLst>
          </p:cNvPr>
          <p:cNvSpPr>
            <a:spLocks noChangeArrowheads="1"/>
          </p:cNvSpPr>
          <p:nvPr/>
        </p:nvSpPr>
        <p:spPr bwMode="auto">
          <a:xfrm>
            <a:off x="4572000" y="2713038"/>
            <a:ext cx="2827338" cy="963612"/>
          </a:xfrm>
          <a:prstGeom prst="rect">
            <a:avLst/>
          </a:prstGeom>
          <a:noFill/>
          <a:ln w="9525">
            <a:noFill/>
            <a:miter lim="800000"/>
            <a:headEnd/>
            <a:tailEnd/>
          </a:ln>
          <a:effectLst/>
        </p:spPr>
        <p:txBody>
          <a:bodyPr wrap="none" anchor="ctr">
            <a:spAutoFit/>
          </a:bodyPr>
          <a:lstStyle/>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CELL(a, c) </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CELL(c, b) </a:t>
            </a:r>
          </a:p>
          <a:p>
            <a:pPr>
              <a:lnSpc>
                <a:spcPct val="85000"/>
              </a:lnSpc>
              <a:defRPr/>
            </a:pPr>
            <a:r>
              <a:rPr lang="en-US" sz="2200" dirty="0">
                <a:solidFill>
                  <a:srgbClr val="FF6600"/>
                </a:solidFill>
                <a:latin typeface="+mn-lt"/>
                <a:ea typeface="ＭＳ Ｐゴシック" charset="0"/>
                <a:cs typeface="ＭＳ Ｐゴシック" charset="0"/>
              </a:rPr>
              <a:t>BUFF</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c) ( 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a:t>
            </a:r>
            <a:r>
              <a:rPr lang="en-US" sz="2200" dirty="0">
                <a:solidFill>
                  <a:srgbClr val="FF6600"/>
                </a:solidFill>
                <a:latin typeface="Times New Roman" pitchFamily="18" charset="0"/>
                <a:ea typeface="ＭＳ Ｐゴシック" charset="0"/>
                <a:cs typeface="ＭＳ Ｐゴシック" charset="0"/>
              </a:rPr>
              <a:t> </a:t>
            </a:r>
          </a:p>
        </p:txBody>
      </p:sp>
      <p:sp>
        <p:nvSpPr>
          <p:cNvPr id="201771" name="Rectangle 43">
            <a:extLst>
              <a:ext uri="{FF2B5EF4-FFF2-40B4-BE49-F238E27FC236}">
                <a16:creationId xmlns:a16="http://schemas.microsoft.com/office/drawing/2014/main" id="{6EFB928F-5C93-C2EB-77A6-7672CB7B558B}"/>
              </a:ext>
            </a:extLst>
          </p:cNvPr>
          <p:cNvSpPr>
            <a:spLocks noChangeArrowheads="1"/>
          </p:cNvSpPr>
          <p:nvPr/>
        </p:nvSpPr>
        <p:spPr bwMode="auto">
          <a:xfrm>
            <a:off x="4572000" y="4852988"/>
            <a:ext cx="3781425" cy="1250950"/>
          </a:xfrm>
          <a:prstGeom prst="rect">
            <a:avLst/>
          </a:prstGeom>
          <a:noFill/>
          <a:ln w="9525">
            <a:noFill/>
            <a:miter lim="800000"/>
            <a:headEnd/>
            <a:tailEnd/>
          </a:ln>
          <a:effectLst/>
        </p:spPr>
        <p:txBody>
          <a:bodyPr wrap="none" anchor="ctr">
            <a:spAutoFit/>
          </a:bodyPr>
          <a:lstStyle/>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a,c</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c,d</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d,b</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BUFF</a:t>
            </a:r>
            <a:r>
              <a:rPr lang="en-US" sz="2200" baseline="-25000" dirty="0">
                <a:solidFill>
                  <a:srgbClr val="FF6600"/>
                </a:solidFill>
                <a:latin typeface="+mn-lt"/>
                <a:ea typeface="ＭＳ Ｐゴシック" charset="0"/>
                <a:cs typeface="ＭＳ Ｐゴシック" charset="0"/>
              </a:rPr>
              <a:t>3</a:t>
            </a:r>
            <a:r>
              <a:rPr lang="en-US" sz="2200" dirty="0">
                <a:solidFill>
                  <a:srgbClr val="FF6600"/>
                </a:solidFill>
                <a:latin typeface="+mn-lt"/>
                <a:ea typeface="ＭＳ Ｐゴシック" charset="0"/>
                <a:cs typeface="ＭＳ Ｐゴシック" charset="0"/>
              </a:rPr>
              <a:t> = (</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c)(</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d)( 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3">
            <a:extLst>
              <a:ext uri="{FF2B5EF4-FFF2-40B4-BE49-F238E27FC236}">
                <a16:creationId xmlns:a16="http://schemas.microsoft.com/office/drawing/2014/main" id="{E571A685-25E4-3279-7771-5E33276A1219}"/>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0962" name="Slide Number Placeholder 4">
            <a:extLst>
              <a:ext uri="{FF2B5EF4-FFF2-40B4-BE49-F238E27FC236}">
                <a16:creationId xmlns:a16="http://schemas.microsoft.com/office/drawing/2014/main" id="{8FB944D1-9DE0-8375-4E75-FF2D817EBB1D}"/>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9113A05-029D-DB49-AF1C-01193B9B5B3F}" type="slidenum">
              <a:rPr lang="en-US" altLang="en-US" sz="1200">
                <a:solidFill>
                  <a:srgbClr val="898989"/>
                </a:solidFill>
              </a:rPr>
              <a:pPr algn="ctr" eaLnBrk="1" hangingPunct="1"/>
              <a:t>25</a:t>
            </a:fld>
            <a:endParaRPr lang="en-US" altLang="en-US" sz="1200">
              <a:solidFill>
                <a:srgbClr val="898989"/>
              </a:solidFill>
            </a:endParaRPr>
          </a:p>
        </p:txBody>
      </p:sp>
      <p:sp>
        <p:nvSpPr>
          <p:cNvPr id="40963" name="Rectangle 2">
            <a:extLst>
              <a:ext uri="{FF2B5EF4-FFF2-40B4-BE49-F238E27FC236}">
                <a16:creationId xmlns:a16="http://schemas.microsoft.com/office/drawing/2014/main" id="{BE396FF3-F1BB-A1B2-F1F2-D1A30A76EE30}"/>
              </a:ext>
            </a:extLst>
          </p:cNvPr>
          <p:cNvSpPr>
            <a:spLocks noGrp="1" noChangeArrowheads="1"/>
          </p:cNvSpPr>
          <p:nvPr>
            <p:ph type="title"/>
          </p:nvPr>
        </p:nvSpPr>
        <p:spPr>
          <a:xfrm>
            <a:off x="696913" y="457200"/>
            <a:ext cx="7772400" cy="457200"/>
          </a:xfrm>
        </p:spPr>
        <p:txBody>
          <a:bodyPr/>
          <a:lstStyle/>
          <a:p>
            <a:pPr eaLnBrk="1" hangingPunct="1"/>
            <a:r>
              <a:rPr lang="en-US" altLang="en-US">
                <a:solidFill>
                  <a:srgbClr val="0000FF"/>
                </a:solidFill>
                <a:ea typeface="ＭＳ Ｐゴシック" panose="020B0600070205080204" pitchFamily="34" charset="-128"/>
              </a:rPr>
              <a:t>Modeling Mutual Exclusion - 1 </a:t>
            </a:r>
          </a:p>
        </p:txBody>
      </p:sp>
      <p:sp>
        <p:nvSpPr>
          <p:cNvPr id="202755" name="Rectangle 3">
            <a:extLst>
              <a:ext uri="{FF2B5EF4-FFF2-40B4-BE49-F238E27FC236}">
                <a16:creationId xmlns:a16="http://schemas.microsoft.com/office/drawing/2014/main" id="{A37883C5-0AD7-B3E7-3595-F350B1A184AC}"/>
              </a:ext>
            </a:extLst>
          </p:cNvPr>
          <p:cNvSpPr>
            <a:spLocks noChangeArrowheads="1"/>
          </p:cNvSpPr>
          <p:nvPr/>
        </p:nvSpPr>
        <p:spPr bwMode="auto">
          <a:xfrm>
            <a:off x="392113" y="1071563"/>
            <a:ext cx="8440737" cy="5100637"/>
          </a:xfrm>
          <a:prstGeom prst="rect">
            <a:avLst/>
          </a:prstGeom>
          <a:noFill/>
          <a:ln w="9525">
            <a:noFill/>
            <a:miter lim="800000"/>
            <a:headEnd/>
            <a:tailEnd/>
          </a:ln>
          <a:effectLst/>
        </p:spPr>
        <p:txBody>
          <a:bodyPr/>
          <a:lstStyle/>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lock to control access to a critical region is modeled by: </a:t>
            </a:r>
          </a:p>
          <a:p>
            <a:pPr>
              <a:lnSpc>
                <a:spcPct val="90000"/>
              </a:lnSpc>
              <a:spcBef>
                <a:spcPct val="20000"/>
              </a:spcBef>
              <a:buClr>
                <a:schemeClr val="accent1"/>
              </a:buClr>
              <a:buSzPct val="75000"/>
              <a:buFont typeface="Wingdings" pitchFamily="2" charset="2"/>
              <a:buNone/>
              <a:defRPr/>
            </a:pPr>
            <a:endParaRPr lang="en-US" sz="2000" dirty="0">
              <a:latin typeface="+mn-lt"/>
              <a:ea typeface="ＭＳ Ｐゴシック" charset="0"/>
              <a:cs typeface="ＭＳ Ｐゴシック" charset="0"/>
            </a:endParaRPr>
          </a:p>
          <a:p>
            <a:pPr>
              <a:lnSpc>
                <a:spcPct val="75000"/>
              </a:lnSpc>
              <a:spcBef>
                <a:spcPct val="5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Lock(lock, unlock) = </a:t>
            </a:r>
            <a:r>
              <a:rPr lang="en-US" sz="2000" dirty="0" err="1">
                <a:solidFill>
                  <a:srgbClr val="FF6600"/>
                </a:solidFill>
                <a:latin typeface="+mn-lt"/>
                <a:ea typeface="ＭＳ Ｐゴシック" charset="0"/>
                <a:cs typeface="ＭＳ Ｐゴシック" charset="0"/>
              </a:rPr>
              <a:t>lock.Locked</a:t>
            </a:r>
            <a:r>
              <a:rPr lang="en-US" sz="2000" dirty="0">
                <a:solidFill>
                  <a:srgbClr val="FF6600"/>
                </a:solidFill>
                <a:latin typeface="+mn-lt"/>
                <a:ea typeface="ＭＳ Ｐゴシック" charset="0"/>
                <a:cs typeface="ＭＳ Ｐゴシック" charset="0"/>
              </a:rPr>
              <a:t>(lock, unlock)</a:t>
            </a:r>
          </a:p>
          <a:p>
            <a:pPr marL="627063" lvl="1">
              <a:lnSpc>
                <a:spcPct val="75000"/>
              </a:lnSpc>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	Locked(lock, unlock) = </a:t>
            </a:r>
            <a:r>
              <a:rPr lang="en-US" sz="2000" dirty="0" err="1">
                <a:solidFill>
                  <a:srgbClr val="FF6600"/>
                </a:solidFill>
                <a:latin typeface="+mn-lt"/>
                <a:ea typeface="ＭＳ Ｐゴシック" charset="0"/>
                <a:cs typeface="ＭＳ Ｐゴシック" charset="0"/>
              </a:rPr>
              <a:t>unlock.Lock</a:t>
            </a:r>
            <a:r>
              <a:rPr lang="en-US" sz="2000" dirty="0">
                <a:solidFill>
                  <a:srgbClr val="FF6600"/>
                </a:solidFill>
                <a:latin typeface="+mn-lt"/>
                <a:ea typeface="ＭＳ Ｐゴシック" charset="0"/>
                <a:cs typeface="ＭＳ Ｐゴシック" charset="0"/>
              </a:rPr>
              <a:t>(lock, unlock)</a:t>
            </a:r>
          </a:p>
          <a:p>
            <a:pPr>
              <a:lnSpc>
                <a:spcPct val="90000"/>
              </a:lnSpc>
              <a:spcBef>
                <a:spcPct val="20000"/>
              </a:spcBef>
              <a:buClr>
                <a:schemeClr val="accent1"/>
              </a:buClr>
              <a:buSzPct val="75000"/>
              <a:buFont typeface="Wingdings" pitchFamily="2" charset="2"/>
              <a:buNone/>
              <a:defRPr/>
            </a:pPr>
            <a:endParaRPr lang="en-US" sz="2000" dirty="0">
              <a:latin typeface="+mn-lt"/>
              <a:ea typeface="ＭＳ Ｐゴシック" charset="0"/>
              <a:cs typeface="ＭＳ Ｐゴシック" charset="0"/>
            </a:endParaRPr>
          </a:p>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generic process with a critical region follows the locking protocol is: </a:t>
            </a:r>
          </a:p>
          <a:p>
            <a:pPr>
              <a:lnSpc>
                <a:spcPct val="90000"/>
              </a:lnSpc>
              <a:spcBef>
                <a:spcPct val="50000"/>
              </a:spcBef>
              <a:buClr>
                <a:schemeClr val="accent1"/>
              </a:buClr>
              <a:buSzPct val="75000"/>
              <a:buFont typeface="Wingdings" pitchFamily="2" charset="2"/>
              <a:buNone/>
              <a:defRPr/>
            </a:pPr>
            <a:r>
              <a:rPr lang="en-US" sz="1900" dirty="0">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Process(enter, exit, lock, unlock)  </a:t>
            </a:r>
          </a:p>
          <a:p>
            <a:pPr>
              <a:lnSpc>
                <a:spcPct val="90000"/>
              </a:lnSpc>
              <a:spcBef>
                <a:spcPct val="50000"/>
              </a:spcBef>
              <a:buClr>
                <a:schemeClr val="accent1"/>
              </a:buClr>
              <a:buSzPct val="75000"/>
              <a:buFont typeface="Wingdings" pitchFamily="2" charset="2"/>
              <a:buNone/>
              <a:defRPr/>
            </a:pP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lock.enter.exit.unlock.Process</a:t>
            </a:r>
            <a:r>
              <a:rPr lang="en-US" sz="2000" dirty="0">
                <a:solidFill>
                  <a:srgbClr val="FF6600"/>
                </a:solidFill>
                <a:latin typeface="+mn-lt"/>
                <a:ea typeface="ＭＳ Ｐゴシック" charset="0"/>
                <a:cs typeface="ＭＳ Ｐゴシック" charset="0"/>
              </a:rPr>
              <a:t>(enter, exit, lock, unlock)</a:t>
            </a:r>
          </a:p>
          <a:p>
            <a:pPr>
              <a:lnSpc>
                <a:spcPct val="90000"/>
              </a:lnSpc>
              <a:spcBef>
                <a:spcPct val="20000"/>
              </a:spcBef>
              <a:buClr>
                <a:schemeClr val="accent1"/>
              </a:buClr>
              <a:buSzPct val="75000"/>
              <a:buFont typeface="Wingdings" pitchFamily="2" charset="2"/>
              <a:buNone/>
              <a:defRPr/>
            </a:pPr>
            <a:endParaRPr lang="en-US" sz="1900" dirty="0">
              <a:latin typeface="Times New Roman" pitchFamily="18" charset="0"/>
              <a:ea typeface="ＭＳ Ｐゴシック" charset="0"/>
              <a:cs typeface="ＭＳ Ｐゴシック" charset="0"/>
            </a:endParaRPr>
          </a:p>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system of two processes is: </a:t>
            </a:r>
          </a:p>
          <a:p>
            <a:pPr>
              <a:lnSpc>
                <a:spcPct val="75000"/>
              </a:lnSpc>
              <a:spcBef>
                <a:spcPct val="50000"/>
              </a:spcBef>
              <a:buClr>
                <a:schemeClr val="accent1"/>
              </a:buClr>
              <a:buSzPct val="75000"/>
              <a:buFont typeface="Wingdings" pitchFamily="2" charset="2"/>
              <a:buNone/>
              <a:defRPr/>
            </a:pPr>
            <a:r>
              <a:rPr lang="en-US" sz="2100" dirty="0">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Process</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 Process (enter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exit</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lock, unlock)</a:t>
            </a:r>
          </a:p>
          <a:p>
            <a:pPr>
              <a:lnSpc>
                <a:spcPct val="75000"/>
              </a:lnSpc>
              <a:spcBef>
                <a:spcPct val="20000"/>
              </a:spcBef>
              <a:buClr>
                <a:schemeClr val="accent1"/>
              </a:buClr>
              <a:buSzPct val="75000"/>
              <a:buFont typeface="Wingdings" pitchFamily="2" charset="2"/>
              <a:buNone/>
              <a:defRPr/>
            </a:pPr>
            <a:r>
              <a:rPr lang="en-US" sz="2000" dirty="0">
                <a:solidFill>
                  <a:srgbClr val="FF6600"/>
                </a:solidFill>
                <a:latin typeface="+mn-lt"/>
                <a:ea typeface="ＭＳ Ｐゴシック" charset="0"/>
                <a:cs typeface="ＭＳ Ｐゴシック" charset="0"/>
              </a:rPr>
              <a:t>	Process</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 Process (enter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exit</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lock, unlock)</a:t>
            </a:r>
          </a:p>
          <a:p>
            <a:pPr>
              <a:lnSpc>
                <a:spcPct val="90000"/>
              </a:lnSpc>
              <a:spcBef>
                <a:spcPct val="50000"/>
              </a:spcBef>
              <a:buClr>
                <a:schemeClr val="accent1"/>
              </a:buClr>
              <a:buSzPct val="75000"/>
              <a:buFont typeface="Wingdings" pitchFamily="2" charset="2"/>
              <a:buNone/>
              <a:defRPr/>
            </a:pPr>
            <a:r>
              <a:rPr lang="en-US" sz="1900" dirty="0">
                <a:latin typeface="Times New Roman" pitchFamily="18" charset="0"/>
                <a:ea typeface="ＭＳ Ｐゴシック" charset="0"/>
                <a:cs typeface="ＭＳ Ｐゴシック" charset="0"/>
              </a:rPr>
              <a:t>	</a:t>
            </a:r>
            <a:r>
              <a:rPr lang="en-US" sz="2000" dirty="0" err="1">
                <a:solidFill>
                  <a:srgbClr val="FF6600"/>
                </a:solidFill>
                <a:latin typeface="+mn-lt"/>
                <a:ea typeface="ＭＳ Ｐゴシック" charset="0"/>
                <a:cs typeface="ＭＳ Ｐゴシック" charset="0"/>
              </a:rPr>
              <a:t>MutexSystem</a:t>
            </a:r>
            <a:r>
              <a:rPr lang="en-US" sz="2000" dirty="0">
                <a:solidFill>
                  <a:srgbClr val="FF6600"/>
                </a:solidFill>
                <a:latin typeface="+mn-lt"/>
                <a:ea typeface="ＭＳ Ｐゴシック" charset="0"/>
                <a:cs typeface="ＭＳ Ｐゴシック" charset="0"/>
              </a:rPr>
              <a:t> = (</a:t>
            </a:r>
            <a:r>
              <a:rPr lang="en-US" sz="1900" dirty="0">
                <a:solidFill>
                  <a:srgbClr val="FF6600"/>
                </a:solidFill>
                <a:latin typeface="Symbol" pitchFamily="18" charset="2"/>
                <a:ea typeface="ＭＳ Ｐゴシック" charset="0"/>
                <a:cs typeface="ＭＳ Ｐゴシック" charset="0"/>
              </a:rPr>
              <a:t>n</a:t>
            </a:r>
            <a:r>
              <a:rPr lang="en-US" sz="19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lock) (</a:t>
            </a:r>
            <a:r>
              <a:rPr lang="en-US" sz="1900" dirty="0">
                <a:solidFill>
                  <a:srgbClr val="FF6600"/>
                </a:solidFill>
                <a:latin typeface="Symbol" pitchFamily="18" charset="2"/>
                <a:ea typeface="ＭＳ Ｐゴシック" charset="0"/>
                <a:cs typeface="ＭＳ Ｐゴシック" charset="0"/>
              </a:rPr>
              <a:t>n</a:t>
            </a:r>
            <a:r>
              <a:rPr lang="en-US" sz="19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unlock) (Process</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 Process</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 Lock )</a:t>
            </a:r>
          </a:p>
          <a:p>
            <a:pPr>
              <a:lnSpc>
                <a:spcPct val="90000"/>
              </a:lnSpc>
              <a:spcBef>
                <a:spcPct val="50000"/>
              </a:spcBef>
              <a:buClr>
                <a:schemeClr val="accent1"/>
              </a:buClr>
              <a:buSzPct val="75000"/>
              <a:buFont typeface="Wingdings" pitchFamily="2" charset="2"/>
              <a:buNone/>
              <a:defRPr/>
            </a:pPr>
            <a:endParaRPr lang="en-US" sz="1900" dirty="0">
              <a:latin typeface="Times New Roman" pitchFamily="18" charset="0"/>
              <a:ea typeface="ＭＳ Ｐゴシック" charset="0"/>
              <a:cs typeface="ＭＳ Ｐゴシック" charset="0"/>
            </a:endParaRPr>
          </a:p>
        </p:txBody>
      </p:sp>
      <p:sp>
        <p:nvSpPr>
          <p:cNvPr id="40965" name="Line 4">
            <a:extLst>
              <a:ext uri="{FF2B5EF4-FFF2-40B4-BE49-F238E27FC236}">
                <a16:creationId xmlns:a16="http://schemas.microsoft.com/office/drawing/2014/main" id="{210AACDF-6075-3C24-2F07-EA921ACD9DC6}"/>
              </a:ext>
            </a:extLst>
          </p:cNvPr>
          <p:cNvSpPr>
            <a:spLocks noChangeShapeType="1"/>
          </p:cNvSpPr>
          <p:nvPr/>
        </p:nvSpPr>
        <p:spPr bwMode="auto">
          <a:xfrm>
            <a:off x="2505075" y="3635375"/>
            <a:ext cx="374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6" name="Line 5">
            <a:extLst>
              <a:ext uri="{FF2B5EF4-FFF2-40B4-BE49-F238E27FC236}">
                <a16:creationId xmlns:a16="http://schemas.microsoft.com/office/drawing/2014/main" id="{D1B1085B-A20A-9B5D-6633-849BE9878AA9}"/>
              </a:ext>
            </a:extLst>
          </p:cNvPr>
          <p:cNvSpPr>
            <a:spLocks noChangeShapeType="1"/>
          </p:cNvSpPr>
          <p:nvPr/>
        </p:nvSpPr>
        <p:spPr bwMode="auto">
          <a:xfrm>
            <a:off x="4025900" y="3638550"/>
            <a:ext cx="6810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8DA9B910-686F-A235-F4B1-FF637AB38F6E}"/>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1986" name="Slide Number Placeholder 4">
            <a:extLst>
              <a:ext uri="{FF2B5EF4-FFF2-40B4-BE49-F238E27FC236}">
                <a16:creationId xmlns:a16="http://schemas.microsoft.com/office/drawing/2014/main" id="{41BFEFAC-553C-476E-5BE5-7FDB793496D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41033CE-2BDC-4D4D-B81F-4C7147AF487B}" type="slidenum">
              <a:rPr lang="en-US" altLang="en-US" sz="1200">
                <a:solidFill>
                  <a:srgbClr val="898989"/>
                </a:solidFill>
              </a:rPr>
              <a:pPr algn="ctr" eaLnBrk="1" hangingPunct="1"/>
              <a:t>26</a:t>
            </a:fld>
            <a:endParaRPr lang="en-US" altLang="en-US" sz="1200">
              <a:solidFill>
                <a:srgbClr val="898989"/>
              </a:solidFill>
            </a:endParaRPr>
          </a:p>
        </p:txBody>
      </p:sp>
      <p:sp>
        <p:nvSpPr>
          <p:cNvPr id="41987" name="Rectangle 2">
            <a:extLst>
              <a:ext uri="{FF2B5EF4-FFF2-40B4-BE49-F238E27FC236}">
                <a16:creationId xmlns:a16="http://schemas.microsoft.com/office/drawing/2014/main" id="{D9D11995-44A7-675D-5043-180697262539}"/>
              </a:ext>
            </a:extLst>
          </p:cNvPr>
          <p:cNvSpPr>
            <a:spLocks noGrp="1" noChangeArrowheads="1"/>
          </p:cNvSpPr>
          <p:nvPr>
            <p:ph type="title"/>
          </p:nvPr>
        </p:nvSpPr>
        <p:spPr>
          <a:xfrm>
            <a:off x="696913" y="457200"/>
            <a:ext cx="7772400" cy="457200"/>
          </a:xfrm>
        </p:spPr>
        <p:txBody>
          <a:bodyPr/>
          <a:lstStyle/>
          <a:p>
            <a:pPr eaLnBrk="1" hangingPunct="1"/>
            <a:r>
              <a:rPr lang="en-US" altLang="en-US">
                <a:solidFill>
                  <a:srgbClr val="0000FF"/>
                </a:solidFill>
                <a:ea typeface="ＭＳ Ｐゴシック" panose="020B0600070205080204" pitchFamily="34" charset="-128"/>
              </a:rPr>
              <a:t>Modeling Mutual Exclusion - 2 </a:t>
            </a:r>
          </a:p>
        </p:txBody>
      </p:sp>
      <p:sp>
        <p:nvSpPr>
          <p:cNvPr id="41988" name="Rectangle 3">
            <a:extLst>
              <a:ext uri="{FF2B5EF4-FFF2-40B4-BE49-F238E27FC236}">
                <a16:creationId xmlns:a16="http://schemas.microsoft.com/office/drawing/2014/main" id="{F8989FC5-1C1E-C0D7-FF25-0780CC42201D}"/>
              </a:ext>
            </a:extLst>
          </p:cNvPr>
          <p:cNvSpPr>
            <a:spLocks noChangeArrowheads="1"/>
          </p:cNvSpPr>
          <p:nvPr/>
        </p:nvSpPr>
        <p:spPr bwMode="auto">
          <a:xfrm>
            <a:off x="392113" y="1147763"/>
            <a:ext cx="8440737" cy="47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buClr>
                <a:schemeClr val="accent1"/>
              </a:buClr>
              <a:buSzPct val="75000"/>
              <a:buFont typeface="Wingdings" pitchFamily="2" charset="2"/>
              <a:buNone/>
            </a:pPr>
            <a:r>
              <a:rPr lang="en-US" altLang="en-US" sz="2000">
                <a:latin typeface="Calibri" panose="020F0502020204030204" pitchFamily="34" charset="0"/>
              </a:rPr>
              <a:t>A system of two processes is: </a:t>
            </a:r>
          </a:p>
          <a:p>
            <a:pPr eaLnBrk="1" hangingPunct="1">
              <a:lnSpc>
                <a:spcPct val="75000"/>
              </a:lnSpc>
              <a:spcBef>
                <a:spcPct val="50000"/>
              </a:spcBef>
              <a:buClr>
                <a:schemeClr val="accent1"/>
              </a:buClr>
              <a:buSzPct val="75000"/>
              <a:buFont typeface="Wingdings" pitchFamily="2" charset="2"/>
              <a:buNone/>
            </a:pPr>
            <a:r>
              <a:rPr lang="en-US" altLang="en-US" sz="2100">
                <a:latin typeface="Times New Roman" panose="02020603050405020304" pitchFamily="18" charset="0"/>
              </a:rPr>
              <a:t>	</a:t>
            </a:r>
            <a:r>
              <a:rPr lang="en-US" altLang="en-US" sz="2000">
                <a:solidFill>
                  <a:srgbClr val="FF6600"/>
                </a:solidFill>
                <a:latin typeface="Calibri" panose="020F0502020204030204" pitchFamily="34" charset="0"/>
              </a:rPr>
              <a:t>Process</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 Process (enter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lock, unlock)</a:t>
            </a:r>
          </a:p>
          <a:p>
            <a:pPr eaLnBrk="1" hangingPunct="1">
              <a:lnSpc>
                <a:spcPct val="75000"/>
              </a:lnSpc>
              <a:spcBef>
                <a:spcPct val="2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Process</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 Process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lock, unlock)</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MutexSystem =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lock, unlock (Process</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 Process</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 Lock ))</a:t>
            </a:r>
          </a:p>
          <a:p>
            <a:pPr eaLnBrk="1" hangingPunct="1">
              <a:lnSpc>
                <a:spcPct val="90000"/>
              </a:lnSpc>
              <a:spcBef>
                <a:spcPct val="50000"/>
              </a:spcBef>
              <a:buClr>
                <a:schemeClr val="accent1"/>
              </a:buClr>
              <a:buSzPct val="75000"/>
              <a:buFont typeface="Wingdings" pitchFamily="2" charset="2"/>
              <a:buNone/>
            </a:pPr>
            <a:endParaRPr lang="en-US" altLang="en-US" sz="19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A “specification” for this system is: </a:t>
            </a:r>
          </a:p>
          <a:p>
            <a:pPr eaLnBrk="1" hangingPunct="1">
              <a:lnSpc>
                <a:spcPct val="90000"/>
              </a:lnSpc>
              <a:spcBef>
                <a:spcPct val="50000"/>
              </a:spcBef>
              <a:buClr>
                <a:schemeClr val="accent1"/>
              </a:buClr>
              <a:buSzPct val="75000"/>
              <a:buFont typeface="Wingdings" pitchFamily="2" charset="2"/>
              <a:buNone/>
            </a:pPr>
            <a:endParaRPr lang="en-US" altLang="en-US" sz="21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   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 </a:t>
            </a:r>
            <a:r>
              <a:rPr lang="en-US" altLang="en-US" sz="2000">
                <a:solidFill>
                  <a:srgbClr val="FF6600"/>
                </a:solidFill>
                <a:latin typeface="Calibri" panose="020F0502020204030204" pitchFamily="34" charset="0"/>
              </a:rPr>
              <a:t>)</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 </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 </a:t>
            </a:r>
            <a:r>
              <a:rPr lang="en-US" altLang="en-US" sz="2000">
                <a:solidFill>
                  <a:srgbClr val="FF6600"/>
                </a:solidFill>
                <a:latin typeface="Calibri" panose="020F0502020204030204" pitchFamily="3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3">
            <a:extLst>
              <a:ext uri="{FF2B5EF4-FFF2-40B4-BE49-F238E27FC236}">
                <a16:creationId xmlns:a16="http://schemas.microsoft.com/office/drawing/2014/main" id="{5B7D44E4-9BDA-2F5F-A467-88A86E85E7F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3010" name="Slide Number Placeholder 4">
            <a:extLst>
              <a:ext uri="{FF2B5EF4-FFF2-40B4-BE49-F238E27FC236}">
                <a16:creationId xmlns:a16="http://schemas.microsoft.com/office/drawing/2014/main" id="{2AC4500D-D8B2-EDFE-7A42-944C8C1A95BD}"/>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DE56353-34E3-2647-B73D-42D1B3C82E27}" type="slidenum">
              <a:rPr lang="en-US" altLang="en-US" sz="1200">
                <a:solidFill>
                  <a:srgbClr val="898989"/>
                </a:solidFill>
              </a:rPr>
              <a:pPr algn="ctr" eaLnBrk="1" hangingPunct="1"/>
              <a:t>27</a:t>
            </a:fld>
            <a:endParaRPr lang="en-US" altLang="en-US" sz="1200">
              <a:solidFill>
                <a:srgbClr val="898989"/>
              </a:solidFill>
            </a:endParaRPr>
          </a:p>
        </p:txBody>
      </p:sp>
      <p:sp>
        <p:nvSpPr>
          <p:cNvPr id="43011" name="Rectangle 2">
            <a:extLst>
              <a:ext uri="{FF2B5EF4-FFF2-40B4-BE49-F238E27FC236}">
                <a16:creationId xmlns:a16="http://schemas.microsoft.com/office/drawing/2014/main" id="{79F75583-C8EE-D69A-7352-B539E6551190}"/>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Modeling a Bounded Buffer</a:t>
            </a:r>
          </a:p>
        </p:txBody>
      </p:sp>
      <p:grpSp>
        <p:nvGrpSpPr>
          <p:cNvPr id="43012" name="Group 3">
            <a:extLst>
              <a:ext uri="{FF2B5EF4-FFF2-40B4-BE49-F238E27FC236}">
                <a16:creationId xmlns:a16="http://schemas.microsoft.com/office/drawing/2014/main" id="{C8ABD099-C505-04EA-5637-37EB4099E728}"/>
              </a:ext>
            </a:extLst>
          </p:cNvPr>
          <p:cNvGrpSpPr>
            <a:grpSpLocks/>
          </p:cNvGrpSpPr>
          <p:nvPr/>
        </p:nvGrpSpPr>
        <p:grpSpPr bwMode="auto">
          <a:xfrm>
            <a:off x="425450" y="1274763"/>
            <a:ext cx="8478838" cy="4716462"/>
            <a:chOff x="255" y="587"/>
            <a:chExt cx="5341" cy="3533"/>
          </a:xfrm>
        </p:grpSpPr>
        <p:sp>
          <p:nvSpPr>
            <p:cNvPr id="43014" name="Rectangle 4">
              <a:extLst>
                <a:ext uri="{FF2B5EF4-FFF2-40B4-BE49-F238E27FC236}">
                  <a16:creationId xmlns:a16="http://schemas.microsoft.com/office/drawing/2014/main" id="{9D458EEA-039A-78AC-3E4A-50E4AE252247}"/>
                </a:ext>
              </a:extLst>
            </p:cNvPr>
            <p:cNvSpPr>
              <a:spLocks noChangeArrowheads="1"/>
            </p:cNvSpPr>
            <p:nvPr/>
          </p:nvSpPr>
          <p:spPr bwMode="auto">
            <a:xfrm>
              <a:off x="255" y="587"/>
              <a:ext cx="5341" cy="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50000"/>
                </a:spcBef>
                <a:buClr>
                  <a:schemeClr val="accent1"/>
                </a:buClr>
                <a:buSzPct val="75000"/>
                <a:buFont typeface="Wingdings" pitchFamily="2" charset="2"/>
                <a:buNone/>
              </a:pPr>
              <a:endParaRPr lang="en-US" altLang="en-US" sz="21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The Buffer equations might be thought of as the “specification” of the bounded buffer because it only refers to states of the buffer and not to any internal components or machinery to create these states. </a:t>
              </a: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An “implementation” of the bounded buffer is readily available by re-labeling the BUFF</a:t>
              </a:r>
              <a:r>
                <a:rPr lang="en-US" altLang="en-US" sz="2000" baseline="-25000">
                  <a:latin typeface="Calibri" panose="020F0502020204030204" pitchFamily="34" charset="0"/>
                </a:rPr>
                <a:t>3</a:t>
              </a:r>
              <a:r>
                <a:rPr lang="en-US" altLang="en-US" sz="2000">
                  <a:latin typeface="Calibri" panose="020F0502020204030204" pitchFamily="34" charset="0"/>
                </a:rPr>
                <a:t> agent developed earlier </a:t>
              </a:r>
            </a:p>
            <a:p>
              <a:pPr eaLnBrk="1" hangingPunct="1">
                <a:lnSpc>
                  <a:spcPct val="90000"/>
                </a:lnSpc>
                <a:spcBef>
                  <a:spcPct val="80000"/>
                </a:spcBef>
                <a:buClr>
                  <a:schemeClr val="accent1"/>
                </a:buClr>
                <a:buSzPct val="75000"/>
                <a:buFont typeface="Wingdings" pitchFamily="2" charset="2"/>
                <a:buNone/>
              </a:pPr>
              <a:r>
                <a:rPr lang="en-US" altLang="en-US" sz="2100">
                  <a:latin typeface="Times New Roman" panose="02020603050405020304" pitchFamily="18" charset="0"/>
                </a:rPr>
                <a:t>	</a:t>
              </a:r>
            </a:p>
            <a:p>
              <a:pPr eaLnBrk="1" hangingPunct="1">
                <a:lnSpc>
                  <a:spcPct val="90000"/>
                </a:lnSpc>
                <a:spcBef>
                  <a:spcPct val="80000"/>
                </a:spcBef>
                <a:buClr>
                  <a:schemeClr val="accent1"/>
                </a:buClr>
                <a:buSzPct val="75000"/>
                <a:buFont typeface="Wingdings" pitchFamily="2" charset="2"/>
                <a:buNone/>
              </a:pPr>
              <a:r>
                <a:rPr lang="en-US" altLang="en-US" sz="2100">
                  <a:latin typeface="Times New Roman" panose="02020603050405020304" pitchFamily="18" charset="0"/>
                </a:rPr>
                <a:t>	</a:t>
              </a:r>
              <a:r>
                <a:rPr lang="en-US" altLang="en-US" sz="2000">
                  <a:solidFill>
                    <a:srgbClr val="FF6600"/>
                  </a:solidFill>
                  <a:latin typeface="Calibri" panose="020F0502020204030204" pitchFamily="34" charset="0"/>
                </a:rPr>
                <a:t>CELL = a.b.CELL </a:t>
              </a:r>
            </a:p>
            <a:p>
              <a:pPr eaLnBrk="1" hangingPunct="1">
                <a:lnSpc>
                  <a:spcPct val="60000"/>
                </a:lnSpc>
                <a:spcBef>
                  <a:spcPct val="9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C0 = CELL (put , c) </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C1 = CELL (c , d)</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C2 = CELL (d , get)</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BufferImpl =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c)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d) ( C0 | C1 | C2 ) </a:t>
              </a:r>
            </a:p>
            <a:p>
              <a:pPr eaLnBrk="1" hangingPunct="1">
                <a:lnSpc>
                  <a:spcPct val="90000"/>
                </a:lnSpc>
                <a:spcBef>
                  <a:spcPct val="90000"/>
                </a:spcBef>
                <a:buClr>
                  <a:schemeClr val="accent1"/>
                </a:buClr>
                <a:buSzPct val="75000"/>
                <a:buFont typeface="Wingdings" pitchFamily="2" charset="2"/>
                <a:buNone/>
              </a:pPr>
              <a:endParaRPr lang="en-US" altLang="en-US" sz="2100">
                <a:latin typeface="Times New Roman" panose="02020603050405020304" pitchFamily="18" charset="0"/>
              </a:endParaRPr>
            </a:p>
          </p:txBody>
        </p:sp>
        <p:sp>
          <p:nvSpPr>
            <p:cNvPr id="43015" name="Line 5">
              <a:extLst>
                <a:ext uri="{FF2B5EF4-FFF2-40B4-BE49-F238E27FC236}">
                  <a16:creationId xmlns:a16="http://schemas.microsoft.com/office/drawing/2014/main" id="{6BE46582-BF2D-3B53-5248-2F92950B56A9}"/>
                </a:ext>
              </a:extLst>
            </p:cNvPr>
            <p:cNvSpPr>
              <a:spLocks noChangeShapeType="1"/>
            </p:cNvSpPr>
            <p:nvPr/>
          </p:nvSpPr>
          <p:spPr bwMode="auto">
            <a:xfrm>
              <a:off x="2666" y="1422"/>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16" name="Line 6">
              <a:extLst>
                <a:ext uri="{FF2B5EF4-FFF2-40B4-BE49-F238E27FC236}">
                  <a16:creationId xmlns:a16="http://schemas.microsoft.com/office/drawing/2014/main" id="{25FD5E7F-BF92-4AAE-42AC-EE88FBFD1FCE}"/>
                </a:ext>
              </a:extLst>
            </p:cNvPr>
            <p:cNvSpPr>
              <a:spLocks noChangeShapeType="1"/>
            </p:cNvSpPr>
            <p:nvPr/>
          </p:nvSpPr>
          <p:spPr bwMode="auto">
            <a:xfrm>
              <a:off x="1537" y="1979"/>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17" name="Line 7">
              <a:extLst>
                <a:ext uri="{FF2B5EF4-FFF2-40B4-BE49-F238E27FC236}">
                  <a16:creationId xmlns:a16="http://schemas.microsoft.com/office/drawing/2014/main" id="{D0A99E5D-6D4F-3BF3-1FDC-0CADE55FDBF0}"/>
                </a:ext>
              </a:extLst>
            </p:cNvPr>
            <p:cNvSpPr>
              <a:spLocks noChangeShapeType="1"/>
            </p:cNvSpPr>
            <p:nvPr/>
          </p:nvSpPr>
          <p:spPr bwMode="auto">
            <a:xfrm>
              <a:off x="2666" y="1704"/>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13" name="Line 8">
            <a:extLst>
              <a:ext uri="{FF2B5EF4-FFF2-40B4-BE49-F238E27FC236}">
                <a16:creationId xmlns:a16="http://schemas.microsoft.com/office/drawing/2014/main" id="{FB2A3C73-7121-E115-21B5-C11CBB30D840}"/>
              </a:ext>
            </a:extLst>
          </p:cNvPr>
          <p:cNvSpPr>
            <a:spLocks noChangeShapeType="1"/>
          </p:cNvSpPr>
          <p:nvPr/>
        </p:nvSpPr>
        <p:spPr bwMode="auto">
          <a:xfrm>
            <a:off x="1811338" y="4095750"/>
            <a:ext cx="2651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2">
            <a:extLst>
              <a:ext uri="{FF2B5EF4-FFF2-40B4-BE49-F238E27FC236}">
                <a16:creationId xmlns:a16="http://schemas.microsoft.com/office/drawing/2014/main" id="{BD70A72B-0F9A-E653-0BCF-EC89ABF08EFC}"/>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4034" name="Slide Number Placeholder 3">
            <a:extLst>
              <a:ext uri="{FF2B5EF4-FFF2-40B4-BE49-F238E27FC236}">
                <a16:creationId xmlns:a16="http://schemas.microsoft.com/office/drawing/2014/main" id="{2163B133-E100-30F6-9264-0DC0693DD3E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B24E2A37-D868-DB43-A451-D913E86C64E3}" type="slidenum">
              <a:rPr lang="en-US" altLang="en-US" sz="1200">
                <a:solidFill>
                  <a:srgbClr val="898989"/>
                </a:solidFill>
              </a:rPr>
              <a:pPr algn="ctr" eaLnBrk="1" hangingPunct="1"/>
              <a:t>28</a:t>
            </a:fld>
            <a:endParaRPr lang="en-US" altLang="en-US" sz="1200">
              <a:solidFill>
                <a:srgbClr val="898989"/>
              </a:solidFill>
            </a:endParaRPr>
          </a:p>
        </p:txBody>
      </p:sp>
      <p:sp>
        <p:nvSpPr>
          <p:cNvPr id="44035" name="Rectangle 2">
            <a:extLst>
              <a:ext uri="{FF2B5EF4-FFF2-40B4-BE49-F238E27FC236}">
                <a16:creationId xmlns:a16="http://schemas.microsoft.com/office/drawing/2014/main" id="{9FDE2A8F-37C3-EC24-ABA7-62BBF3A82536}"/>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Equality of Processes</a:t>
            </a:r>
          </a:p>
        </p:txBody>
      </p:sp>
      <p:sp>
        <p:nvSpPr>
          <p:cNvPr id="205827" name="Text Box 3">
            <a:extLst>
              <a:ext uri="{FF2B5EF4-FFF2-40B4-BE49-F238E27FC236}">
                <a16:creationId xmlns:a16="http://schemas.microsoft.com/office/drawing/2014/main" id="{249E1AA7-D458-AEA4-6760-4334D05B0A05}"/>
              </a:ext>
            </a:extLst>
          </p:cNvPr>
          <p:cNvSpPr txBox="1">
            <a:spLocks noChangeArrowheads="1"/>
          </p:cNvSpPr>
          <p:nvPr/>
        </p:nvSpPr>
        <p:spPr bwMode="auto">
          <a:xfrm>
            <a:off x="619125" y="1820863"/>
            <a:ext cx="7789863" cy="3748087"/>
          </a:xfrm>
          <a:prstGeom prst="rect">
            <a:avLst/>
          </a:prstGeom>
          <a:noFill/>
          <a:ln w="9525">
            <a:noFill/>
            <a:miter lim="800000"/>
            <a:headEnd/>
            <a:tailEnd/>
          </a:ln>
          <a:effectLst/>
        </p:spPr>
        <p:txBody>
          <a:bodyPr anchor="ctr">
            <a:spAutoFit/>
          </a:bodyPr>
          <a:lstStyle/>
          <a:p>
            <a:pPr>
              <a:spcBef>
                <a:spcPct val="20000"/>
              </a:spcBef>
              <a:defRPr/>
            </a:pPr>
            <a:r>
              <a:rPr lang="en-US" sz="2000" dirty="0">
                <a:latin typeface="+mn-lt"/>
                <a:ea typeface="ＭＳ Ｐゴシック" charset="0"/>
                <a:cs typeface="ＭＳ Ｐゴシック" charset="0"/>
              </a:rPr>
              <a:t>We would like to know if two process have the same behavior (</a:t>
            </a:r>
            <a:r>
              <a:rPr lang="en-US" sz="2000" dirty="0" err="1">
                <a:latin typeface="+mn-lt"/>
                <a:ea typeface="ＭＳ Ｐゴシック" charset="0"/>
                <a:cs typeface="ＭＳ Ｐゴシック" charset="0"/>
              </a:rPr>
              <a:t>interchagable</a:t>
            </a:r>
            <a:r>
              <a:rPr lang="en-US" sz="2000" dirty="0">
                <a:latin typeface="+mn-lt"/>
                <a:ea typeface="ＭＳ Ｐゴシック" charset="0"/>
                <a:cs typeface="ＭＳ Ｐゴシック" charset="0"/>
              </a:rPr>
              <a:t>), or if an implementation has the behavior required by a given specification (conformance). </a:t>
            </a:r>
          </a:p>
          <a:p>
            <a:pPr>
              <a:spcBef>
                <a:spcPct val="20000"/>
              </a:spcBef>
              <a:defRPr/>
            </a:pPr>
            <a:r>
              <a:rPr lang="en-US" sz="2000" dirty="0">
                <a:latin typeface="+mn-lt"/>
                <a:ea typeface="ＭＳ Ｐゴシック" charset="0"/>
                <a:cs typeface="ＭＳ Ｐゴシック" charset="0"/>
              </a:rPr>
              <a:t>For example:</a:t>
            </a:r>
          </a:p>
          <a:p>
            <a:pPr>
              <a:spcBef>
                <a:spcPct val="20000"/>
              </a:spcBef>
              <a:defRPr/>
            </a:pPr>
            <a:endParaRPr lang="en-US" sz="2800" dirty="0">
              <a:latin typeface="Times New Roman" pitchFamily="18" charset="0"/>
              <a:ea typeface="ＭＳ Ｐゴシック" charset="0"/>
              <a:cs typeface="ＭＳ Ｐゴシック" charset="0"/>
            </a:endParaRPr>
          </a:p>
          <a:p>
            <a:pPr>
              <a:spcBef>
                <a:spcPct val="20000"/>
              </a:spcBef>
              <a:defRPr/>
            </a:pPr>
            <a:r>
              <a:rPr lang="en-US" sz="2800" dirty="0">
                <a:latin typeface="Times New Roman" pitchFamily="18" charset="0"/>
                <a:ea typeface="ＭＳ Ｐゴシック" charset="0"/>
                <a:cs typeface="ＭＳ Ｐゴシック" charset="0"/>
              </a:rPr>
              <a:t>       	</a:t>
            </a:r>
            <a:r>
              <a:rPr lang="en-US" sz="2400" dirty="0">
                <a:solidFill>
                  <a:srgbClr val="FF6600"/>
                </a:solidFill>
                <a:latin typeface="+mn-lt"/>
                <a:ea typeface="ＭＳ Ｐゴシック" charset="0"/>
                <a:cs typeface="ＭＳ Ｐゴシック" charset="0"/>
              </a:rPr>
              <a:t>is     Buffer</a:t>
            </a:r>
            <a:r>
              <a:rPr lang="en-US" sz="2400" baseline="-25000" dirty="0">
                <a:solidFill>
                  <a:srgbClr val="FF6600"/>
                </a:solidFill>
                <a:latin typeface="+mn-lt"/>
                <a:ea typeface="ＭＳ Ｐゴシック" charset="0"/>
                <a:cs typeface="ＭＳ Ｐゴシック" charset="0"/>
              </a:rPr>
              <a:t>0</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BufferImpl</a:t>
            </a:r>
            <a:r>
              <a:rPr lang="en-US" sz="2400" dirty="0">
                <a:solidFill>
                  <a:srgbClr val="FF6600"/>
                </a:solidFill>
                <a:latin typeface="+mn-lt"/>
                <a:ea typeface="ＭＳ Ｐゴシック" charset="0"/>
                <a:cs typeface="ＭＳ Ｐゴシック" charset="0"/>
              </a:rPr>
              <a:t>  ?</a:t>
            </a:r>
          </a:p>
          <a:p>
            <a:pPr>
              <a:spcBef>
                <a:spcPct val="20000"/>
              </a:spcBef>
              <a:defRPr/>
            </a:pPr>
            <a:r>
              <a:rPr lang="en-US" sz="2400" dirty="0">
                <a:solidFill>
                  <a:srgbClr val="FF6600"/>
                </a:solidFill>
                <a:latin typeface="+mn-lt"/>
                <a:ea typeface="ＭＳ Ｐゴシック" charset="0"/>
                <a:cs typeface="ＭＳ Ｐゴシック" charset="0"/>
              </a:rPr>
              <a:t>           	is     </a:t>
            </a:r>
            <a:r>
              <a:rPr lang="en-US" sz="2400" dirty="0" err="1">
                <a:solidFill>
                  <a:srgbClr val="FF6600"/>
                </a:solidFill>
                <a:latin typeface="+mn-lt"/>
                <a:ea typeface="ＭＳ Ｐゴシック" charset="0"/>
                <a:cs typeface="ＭＳ Ｐゴシック" charset="0"/>
              </a:rPr>
              <a:t>MutexSystem</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MutexSpec</a:t>
            </a:r>
            <a:r>
              <a:rPr lang="en-US" sz="2400" dirty="0">
                <a:solidFill>
                  <a:srgbClr val="FF6600"/>
                </a:solidFill>
                <a:latin typeface="+mn-lt"/>
                <a:ea typeface="ＭＳ Ｐゴシック" charset="0"/>
                <a:cs typeface="ＭＳ Ｐゴシック" charset="0"/>
              </a:rPr>
              <a:t>  ?</a:t>
            </a:r>
          </a:p>
          <a:p>
            <a:pPr>
              <a:spcBef>
                <a:spcPct val="20000"/>
              </a:spcBef>
              <a:defRPr/>
            </a:pPr>
            <a:endParaRPr lang="en-US" sz="2800" dirty="0">
              <a:latin typeface="Times New Roman" pitchFamily="18" charset="0"/>
              <a:ea typeface="ＭＳ Ｐゴシック" charset="0"/>
              <a:cs typeface="ＭＳ Ｐゴシック" charset="0"/>
            </a:endParaRPr>
          </a:p>
          <a:p>
            <a:pPr>
              <a:spcBef>
                <a:spcPct val="20000"/>
              </a:spcBef>
              <a:defRPr/>
            </a:pPr>
            <a:r>
              <a:rPr lang="en-US" sz="2000" dirty="0">
                <a:latin typeface="+mn-lt"/>
                <a:ea typeface="ＭＳ Ｐゴシック" charset="0"/>
                <a:cs typeface="ＭＳ Ｐゴシック" charset="0"/>
              </a:rPr>
              <a:t>How do we tell if two behaviors are the same?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Footer Placeholder 2">
            <a:extLst>
              <a:ext uri="{FF2B5EF4-FFF2-40B4-BE49-F238E27FC236}">
                <a16:creationId xmlns:a16="http://schemas.microsoft.com/office/drawing/2014/main" id="{1B81796E-57CB-E0C5-0FA9-18900708415E}"/>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5058" name="Slide Number Placeholder 3">
            <a:extLst>
              <a:ext uri="{FF2B5EF4-FFF2-40B4-BE49-F238E27FC236}">
                <a16:creationId xmlns:a16="http://schemas.microsoft.com/office/drawing/2014/main" id="{71349AB8-DE66-99BF-2664-310F5B8D289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CB7C79C2-CE08-EC48-ACB6-0677E4DE97B7}" type="slidenum">
              <a:rPr lang="en-US" altLang="en-US" sz="1200">
                <a:solidFill>
                  <a:srgbClr val="898989"/>
                </a:solidFill>
              </a:rPr>
              <a:pPr algn="ctr" eaLnBrk="1" hangingPunct="1"/>
              <a:t>29</a:t>
            </a:fld>
            <a:endParaRPr lang="en-US" altLang="en-US" sz="1200">
              <a:solidFill>
                <a:srgbClr val="898989"/>
              </a:solidFill>
            </a:endParaRPr>
          </a:p>
        </p:txBody>
      </p:sp>
      <p:sp>
        <p:nvSpPr>
          <p:cNvPr id="45059" name="Rectangle 2">
            <a:extLst>
              <a:ext uri="{FF2B5EF4-FFF2-40B4-BE49-F238E27FC236}">
                <a16:creationId xmlns:a16="http://schemas.microsoft.com/office/drawing/2014/main" id="{5EEEB775-A795-D215-C4C5-1502B7074CFE}"/>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Structural Congruence</a:t>
            </a:r>
          </a:p>
        </p:txBody>
      </p:sp>
      <p:sp>
        <p:nvSpPr>
          <p:cNvPr id="45060" name="Line 3">
            <a:extLst>
              <a:ext uri="{FF2B5EF4-FFF2-40B4-BE49-F238E27FC236}">
                <a16:creationId xmlns:a16="http://schemas.microsoft.com/office/drawing/2014/main" id="{7A0BEB6B-B1DD-73E4-22CA-2344702ED2B0}"/>
              </a:ext>
            </a:extLst>
          </p:cNvPr>
          <p:cNvSpPr>
            <a:spLocks noChangeShapeType="1"/>
          </p:cNvSpPr>
          <p:nvPr/>
        </p:nvSpPr>
        <p:spPr bwMode="auto">
          <a:xfrm>
            <a:off x="8361363" y="619125"/>
            <a:ext cx="1000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852" name="Text Box 4">
            <a:extLst>
              <a:ext uri="{FF2B5EF4-FFF2-40B4-BE49-F238E27FC236}">
                <a16:creationId xmlns:a16="http://schemas.microsoft.com/office/drawing/2014/main" id="{6281200E-462E-FBA1-840B-444FEBE224FD}"/>
              </a:ext>
            </a:extLst>
          </p:cNvPr>
          <p:cNvSpPr txBox="1">
            <a:spLocks noChangeArrowheads="1"/>
          </p:cNvSpPr>
          <p:nvPr/>
        </p:nvSpPr>
        <p:spPr bwMode="auto">
          <a:xfrm>
            <a:off x="820738" y="1384300"/>
            <a:ext cx="7937500" cy="3724275"/>
          </a:xfrm>
          <a:prstGeom prst="rect">
            <a:avLst/>
          </a:prstGeom>
          <a:noFill/>
          <a:ln w="9525">
            <a:noFill/>
            <a:miter lim="800000"/>
            <a:headEnd/>
            <a:tailEnd/>
          </a:ln>
          <a:effectLst/>
        </p:spPr>
        <p:txBody>
          <a:bodyPr anchor="ctr">
            <a:spAutoFit/>
          </a:bodyPr>
          <a:lstStyle/>
          <a:p>
            <a:pPr>
              <a:spcBef>
                <a:spcPct val="20000"/>
              </a:spcBef>
              <a:defRPr/>
            </a:pPr>
            <a:r>
              <a:rPr lang="en-US" sz="2000" dirty="0">
                <a:latin typeface="+mn-lt"/>
                <a:ea typeface="ＭＳ Ｐゴシック" charset="0"/>
                <a:cs typeface="ＭＳ Ｐゴシック" charset="0"/>
              </a:rPr>
              <a:t>Two expressions are the same if one can be transformed to the other</a:t>
            </a:r>
          </a:p>
          <a:p>
            <a:pPr>
              <a:spcBef>
                <a:spcPct val="20000"/>
              </a:spcBef>
              <a:defRPr/>
            </a:pPr>
            <a:r>
              <a:rPr lang="en-US" sz="2000" dirty="0">
                <a:latin typeface="+mn-lt"/>
                <a:ea typeface="ＭＳ Ｐゴシック" charset="0"/>
                <a:cs typeface="ＭＳ Ｐゴシック" charset="0"/>
              </a:rPr>
              <a:t>using these rules:</a:t>
            </a:r>
          </a:p>
          <a:p>
            <a:pPr>
              <a:spcBef>
                <a:spcPct val="20000"/>
              </a:spcBef>
              <a:defRPr/>
            </a:pPr>
            <a:endParaRPr lang="en-US" sz="2000" dirty="0">
              <a:latin typeface="Times New Roman" pitchFamily="18" charset="0"/>
              <a:ea typeface="ＭＳ Ｐゴシック" charset="0"/>
              <a:cs typeface="ＭＳ Ｐゴシック" charset="0"/>
            </a:endParaRP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Change of bound names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a) (</a:t>
            </a:r>
            <a:r>
              <a:rPr lang="en-US" sz="2400" dirty="0" err="1">
                <a:solidFill>
                  <a:srgbClr val="FF6600"/>
                </a:solidFill>
                <a:latin typeface="+mn-lt"/>
                <a:ea typeface="ＭＳ Ｐゴシック" charset="0"/>
                <a:cs typeface="ＭＳ Ｐゴシック" charset="0"/>
              </a:rPr>
              <a:t>a.P</a:t>
            </a:r>
            <a:r>
              <a:rPr lang="en-US" sz="2400" dirty="0">
                <a:solidFill>
                  <a:srgbClr val="FF6600"/>
                </a:solidFill>
                <a:latin typeface="+mn-lt"/>
                <a:ea typeface="ＭＳ Ｐゴシック" charset="0"/>
                <a:cs typeface="ＭＳ Ｐゴシック" charset="0"/>
              </a:rPr>
              <a:t>)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c) (</a:t>
            </a:r>
            <a:r>
              <a:rPr lang="en-US" sz="2400" dirty="0" err="1">
                <a:solidFill>
                  <a:srgbClr val="FF6600"/>
                </a:solidFill>
                <a:latin typeface="+mn-lt"/>
                <a:ea typeface="ＭＳ Ｐゴシック" charset="0"/>
                <a:cs typeface="ＭＳ Ｐゴシック" charset="0"/>
              </a:rPr>
              <a:t>c.P</a:t>
            </a:r>
            <a:r>
              <a:rPr lang="en-US" sz="2400" dirty="0">
                <a:solidFill>
                  <a:srgbClr val="FF6600"/>
                </a:solidFill>
                <a:latin typeface="+mn-lt"/>
                <a:ea typeface="ＭＳ Ｐゴシック" charset="0"/>
                <a:cs typeface="ＭＳ Ｐゴシック" charset="0"/>
              </a:rPr>
              <a:t>)</a:t>
            </a: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Reordering of terms in summation:  </a:t>
            </a:r>
            <a:r>
              <a:rPr lang="en-US" sz="2400" dirty="0" err="1">
                <a:solidFill>
                  <a:srgbClr val="FF6600"/>
                </a:solidFill>
                <a:latin typeface="+mn-lt"/>
                <a:ea typeface="ＭＳ Ｐゴシック" charset="0"/>
                <a:cs typeface="ＭＳ Ｐゴシック" charset="0"/>
              </a:rPr>
              <a:t>a.P</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b.Q</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b.Q</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a.P</a:t>
            </a:r>
            <a:endParaRPr lang="en-US" sz="2400" dirty="0">
              <a:solidFill>
                <a:srgbClr val="FF6600"/>
              </a:solidFill>
              <a:latin typeface="+mn-lt"/>
              <a:ea typeface="ＭＳ Ｐゴシック" charset="0"/>
              <a:cs typeface="ＭＳ Ｐゴシック" charset="0"/>
            </a:endParaRP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P | 0 = P,   P | Q = Q | P,    P | (Q | R) = (P | Q) | R</a:t>
            </a: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(P | Q) = P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Q  if x is not a free name in P,</a:t>
            </a:r>
          </a:p>
          <a:p>
            <a:pPr>
              <a:spcBef>
                <a:spcPct val="20000"/>
              </a:spcBef>
              <a:defRPr/>
            </a:pPr>
            <a:r>
              <a:rPr lang="en-US" sz="2400" dirty="0">
                <a:solidFill>
                  <a:srgbClr val="FF6600"/>
                </a:solidFill>
                <a:latin typeface="+mn-lt"/>
                <a:ea typeface="ＭＳ Ｐゴシック" charset="0"/>
                <a:cs typeface="ＭＳ Ｐゴシック" charset="0"/>
              </a:rPr>
              <a:t>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0 = 0,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y) P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y)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P</a:t>
            </a:r>
          </a:p>
          <a:p>
            <a:pPr>
              <a:spcBef>
                <a:spcPct val="20000"/>
              </a:spcBef>
              <a:defRPr/>
            </a:pPr>
            <a:endParaRPr lang="en-US" sz="2000" dirty="0">
              <a:latin typeface="Times New Roman" pitchFamily="18" charset="0"/>
              <a:ea typeface="ＭＳ Ｐゴシック" charset="0"/>
              <a:cs typeface="ＭＳ Ｐゴシック"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2">
            <a:extLst>
              <a:ext uri="{FF2B5EF4-FFF2-40B4-BE49-F238E27FC236}">
                <a16:creationId xmlns:a16="http://schemas.microsoft.com/office/drawing/2014/main" id="{8F286B6E-BEE7-B438-9EF8-01F0452D5023}"/>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6082" name="Slide Number Placeholder 3">
            <a:extLst>
              <a:ext uri="{FF2B5EF4-FFF2-40B4-BE49-F238E27FC236}">
                <a16:creationId xmlns:a16="http://schemas.microsoft.com/office/drawing/2014/main" id="{3587AA0E-A4C7-708E-7FD0-5476AA38EF1E}"/>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6A97AE32-1AD9-4B46-BDD5-7757298DA5FD}" type="slidenum">
              <a:rPr lang="en-US" altLang="en-US" sz="1200">
                <a:solidFill>
                  <a:srgbClr val="898989"/>
                </a:solidFill>
              </a:rPr>
              <a:pPr algn="ctr" eaLnBrk="1" hangingPunct="1"/>
              <a:t>30</a:t>
            </a:fld>
            <a:endParaRPr lang="en-US" altLang="en-US" sz="1200">
              <a:solidFill>
                <a:srgbClr val="898989"/>
              </a:solidFill>
            </a:endParaRPr>
          </a:p>
        </p:txBody>
      </p:sp>
      <p:sp>
        <p:nvSpPr>
          <p:cNvPr id="46083" name="Rectangle 2">
            <a:extLst>
              <a:ext uri="{FF2B5EF4-FFF2-40B4-BE49-F238E27FC236}">
                <a16:creationId xmlns:a16="http://schemas.microsoft.com/office/drawing/2014/main" id="{A0A60C5C-6752-53E0-F071-D2F55AD96090}"/>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Reaction Rules</a:t>
            </a:r>
          </a:p>
        </p:txBody>
      </p:sp>
      <p:sp>
        <p:nvSpPr>
          <p:cNvPr id="46084" name="Text Box 3">
            <a:extLst>
              <a:ext uri="{FF2B5EF4-FFF2-40B4-BE49-F238E27FC236}">
                <a16:creationId xmlns:a16="http://schemas.microsoft.com/office/drawing/2014/main" id="{8664160B-BF1B-6A52-07B3-2BA535E36B3B}"/>
              </a:ext>
            </a:extLst>
          </p:cNvPr>
          <p:cNvSpPr txBox="1">
            <a:spLocks noChangeArrowheads="1"/>
          </p:cNvSpPr>
          <p:nvPr/>
        </p:nvSpPr>
        <p:spPr bwMode="auto">
          <a:xfrm>
            <a:off x="836613" y="1298575"/>
            <a:ext cx="70342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An equation can be changed by the application of these rules that</a:t>
            </a:r>
          </a:p>
          <a:p>
            <a:pPr eaLnBrk="1" hangingPunct="1">
              <a:spcBef>
                <a:spcPct val="20000"/>
              </a:spcBef>
            </a:pPr>
            <a:r>
              <a:rPr lang="en-US" altLang="en-US" sz="2000">
                <a:latin typeface="Calibri" panose="020F0502020204030204" pitchFamily="34" charset="0"/>
              </a:rPr>
              <a:t>express the “reaction” of the system being described:</a:t>
            </a:r>
          </a:p>
        </p:txBody>
      </p:sp>
      <p:grpSp>
        <p:nvGrpSpPr>
          <p:cNvPr id="46085" name="Group 4">
            <a:extLst>
              <a:ext uri="{FF2B5EF4-FFF2-40B4-BE49-F238E27FC236}">
                <a16:creationId xmlns:a16="http://schemas.microsoft.com/office/drawing/2014/main" id="{CEEB3784-FB39-F008-6516-97B1ABC517B8}"/>
              </a:ext>
            </a:extLst>
          </p:cNvPr>
          <p:cNvGrpSpPr>
            <a:grpSpLocks/>
          </p:cNvGrpSpPr>
          <p:nvPr/>
        </p:nvGrpSpPr>
        <p:grpSpPr bwMode="auto">
          <a:xfrm>
            <a:off x="1187450" y="2760663"/>
            <a:ext cx="7281863" cy="400050"/>
            <a:chOff x="781" y="1619"/>
            <a:chExt cx="4587" cy="252"/>
          </a:xfrm>
        </p:grpSpPr>
        <p:sp>
          <p:nvSpPr>
            <p:cNvPr id="46112" name="Line 5">
              <a:extLst>
                <a:ext uri="{FF2B5EF4-FFF2-40B4-BE49-F238E27FC236}">
                  <a16:creationId xmlns:a16="http://schemas.microsoft.com/office/drawing/2014/main" id="{05418558-555C-6314-88CE-2E8A5705CC35}"/>
                </a:ext>
              </a:extLst>
            </p:cNvPr>
            <p:cNvSpPr>
              <a:spLocks noChangeShapeType="1"/>
            </p:cNvSpPr>
            <p:nvPr/>
          </p:nvSpPr>
          <p:spPr bwMode="auto">
            <a:xfrm>
              <a:off x="2918" y="1745"/>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7878" name="Text Box 6">
              <a:extLst>
                <a:ext uri="{FF2B5EF4-FFF2-40B4-BE49-F238E27FC236}">
                  <a16:creationId xmlns:a16="http://schemas.microsoft.com/office/drawing/2014/main" id="{54EC47A1-3FE4-15D7-E5AF-FEC32CC92742}"/>
                </a:ext>
              </a:extLst>
            </p:cNvPr>
            <p:cNvSpPr txBox="1">
              <a:spLocks noChangeArrowheads="1"/>
            </p:cNvSpPr>
            <p:nvPr/>
          </p:nvSpPr>
          <p:spPr bwMode="auto">
            <a:xfrm>
              <a:off x="781" y="1619"/>
              <a:ext cx="4587" cy="252"/>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COMM: </a:t>
              </a:r>
              <a:r>
                <a:rPr lang="en-US" sz="2000" dirty="0">
                  <a:solidFill>
                    <a:srgbClr val="FF6600"/>
                  </a:solidFill>
                  <a:latin typeface="+mn-lt"/>
                  <a:ea typeface="ＭＳ Ｐゴシック" charset="0"/>
                  <a:cs typeface="ＭＳ Ｐゴシック" charset="0"/>
                </a:rPr>
                <a:t>(x(y).P + M) | x </a:t>
              </a:r>
              <a:r>
                <a:rPr lang="en-US" sz="2000" dirty="0" err="1">
                  <a:solidFill>
                    <a:srgbClr val="FF6600"/>
                  </a:solidFill>
                  <a:latin typeface="+mn-lt"/>
                  <a:ea typeface="ＭＳ Ｐゴシック" charset="0"/>
                  <a:cs typeface="ＭＳ Ｐゴシック" charset="0"/>
                </a:rPr>
                <a:t>z.Q</a:t>
              </a:r>
              <a:r>
                <a:rPr lang="en-US" sz="2000" dirty="0">
                  <a:solidFill>
                    <a:srgbClr val="FF6600"/>
                  </a:solidFill>
                  <a:latin typeface="+mn-lt"/>
                  <a:ea typeface="ＭＳ Ｐゴシック" charset="0"/>
                  <a:cs typeface="ＭＳ Ｐゴシック" charset="0"/>
                </a:rPr>
                <a:t> + N)       {z/y}P | Q</a:t>
              </a:r>
            </a:p>
          </p:txBody>
        </p:sp>
        <p:sp>
          <p:nvSpPr>
            <p:cNvPr id="46114" name="Line 7">
              <a:extLst>
                <a:ext uri="{FF2B5EF4-FFF2-40B4-BE49-F238E27FC236}">
                  <a16:creationId xmlns:a16="http://schemas.microsoft.com/office/drawing/2014/main" id="{52515AAE-5DF5-87FE-6503-A1AB38B29886}"/>
                </a:ext>
              </a:extLst>
            </p:cNvPr>
            <p:cNvSpPr>
              <a:spLocks noChangeShapeType="1"/>
            </p:cNvSpPr>
            <p:nvPr/>
          </p:nvSpPr>
          <p:spPr bwMode="auto">
            <a:xfrm flipH="1">
              <a:off x="2265" y="1682"/>
              <a:ext cx="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6086" name="Group 8">
            <a:extLst>
              <a:ext uri="{FF2B5EF4-FFF2-40B4-BE49-F238E27FC236}">
                <a16:creationId xmlns:a16="http://schemas.microsoft.com/office/drawing/2014/main" id="{AD520D83-E72B-0085-0F04-AAB435F83E3A}"/>
              </a:ext>
            </a:extLst>
          </p:cNvPr>
          <p:cNvGrpSpPr>
            <a:grpSpLocks/>
          </p:cNvGrpSpPr>
          <p:nvPr/>
        </p:nvGrpSpPr>
        <p:grpSpPr bwMode="auto">
          <a:xfrm>
            <a:off x="942975" y="3635375"/>
            <a:ext cx="2517775" cy="868363"/>
            <a:chOff x="1951" y="2687"/>
            <a:chExt cx="1586" cy="547"/>
          </a:xfrm>
        </p:grpSpPr>
        <p:sp>
          <p:nvSpPr>
            <p:cNvPr id="46105" name="Line 9">
              <a:extLst>
                <a:ext uri="{FF2B5EF4-FFF2-40B4-BE49-F238E27FC236}">
                  <a16:creationId xmlns:a16="http://schemas.microsoft.com/office/drawing/2014/main" id="{7D180B6A-2FBE-5710-F4BE-9212170B1B73}"/>
                </a:ext>
              </a:extLst>
            </p:cNvPr>
            <p:cNvSpPr>
              <a:spLocks noChangeShapeType="1"/>
            </p:cNvSpPr>
            <p:nvPr/>
          </p:nvSpPr>
          <p:spPr bwMode="auto">
            <a:xfrm>
              <a:off x="2494" y="2939"/>
              <a:ext cx="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106" name="Group 10">
              <a:extLst>
                <a:ext uri="{FF2B5EF4-FFF2-40B4-BE49-F238E27FC236}">
                  <a16:creationId xmlns:a16="http://schemas.microsoft.com/office/drawing/2014/main" id="{D6F3FCC6-77B8-6068-D58D-B73681CB1DCA}"/>
                </a:ext>
              </a:extLst>
            </p:cNvPr>
            <p:cNvGrpSpPr>
              <a:grpSpLocks/>
            </p:cNvGrpSpPr>
            <p:nvPr/>
          </p:nvGrpSpPr>
          <p:grpSpPr bwMode="auto">
            <a:xfrm>
              <a:off x="2741" y="2687"/>
              <a:ext cx="506" cy="252"/>
              <a:chOff x="1385" y="2501"/>
              <a:chExt cx="506" cy="244"/>
            </a:xfrm>
          </p:grpSpPr>
          <p:sp>
            <p:nvSpPr>
              <p:cNvPr id="46110" name="Line 11">
                <a:extLst>
                  <a:ext uri="{FF2B5EF4-FFF2-40B4-BE49-F238E27FC236}">
                    <a16:creationId xmlns:a16="http://schemas.microsoft.com/office/drawing/2014/main" id="{90302C10-F20A-5A23-B89D-80060A404624}"/>
                  </a:ext>
                </a:extLst>
              </p:cNvPr>
              <p:cNvSpPr>
                <a:spLocks noChangeShapeType="1"/>
              </p:cNvSpPr>
              <p:nvPr/>
            </p:nvSpPr>
            <p:spPr bwMode="auto">
              <a:xfrm>
                <a:off x="1555" y="263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11" name="Text Box 12">
                <a:extLst>
                  <a:ext uri="{FF2B5EF4-FFF2-40B4-BE49-F238E27FC236}">
                    <a16:creationId xmlns:a16="http://schemas.microsoft.com/office/drawing/2014/main" id="{94F1A2DF-ACF8-8313-0922-388BD0A5D105}"/>
                  </a:ext>
                </a:extLst>
              </p:cNvPr>
              <p:cNvSpPr txBox="1">
                <a:spLocks noChangeArrowheads="1"/>
              </p:cNvSpPr>
              <p:nvPr/>
            </p:nvSpPr>
            <p:spPr bwMode="auto">
              <a:xfrm>
                <a:off x="1385" y="2501"/>
                <a:ext cx="50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P’</a:t>
                </a:r>
              </a:p>
            </p:txBody>
          </p:sp>
        </p:grpSp>
        <p:sp>
          <p:nvSpPr>
            <p:cNvPr id="46107" name="Line 13">
              <a:extLst>
                <a:ext uri="{FF2B5EF4-FFF2-40B4-BE49-F238E27FC236}">
                  <a16:creationId xmlns:a16="http://schemas.microsoft.com/office/drawing/2014/main" id="{DFCFCBC6-A78D-B3E8-0F27-CA72EF1C49AE}"/>
                </a:ext>
              </a:extLst>
            </p:cNvPr>
            <p:cNvSpPr>
              <a:spLocks noChangeShapeType="1"/>
            </p:cNvSpPr>
            <p:nvPr/>
          </p:nvSpPr>
          <p:spPr bwMode="auto">
            <a:xfrm>
              <a:off x="2905" y="3120"/>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8" name="Text Box 14">
              <a:extLst>
                <a:ext uri="{FF2B5EF4-FFF2-40B4-BE49-F238E27FC236}">
                  <a16:creationId xmlns:a16="http://schemas.microsoft.com/office/drawing/2014/main" id="{3655D0B8-0C46-D041-AF34-32CCF2A66507}"/>
                </a:ext>
              </a:extLst>
            </p:cNvPr>
            <p:cNvSpPr txBox="1">
              <a:spLocks noChangeArrowheads="1"/>
            </p:cNvSpPr>
            <p:nvPr/>
          </p:nvSpPr>
          <p:spPr bwMode="auto">
            <a:xfrm>
              <a:off x="2516" y="2982"/>
              <a:ext cx="10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 Q     P’ | Q</a:t>
              </a:r>
            </a:p>
          </p:txBody>
        </p:sp>
        <p:sp>
          <p:nvSpPr>
            <p:cNvPr id="46109" name="Text Box 15">
              <a:extLst>
                <a:ext uri="{FF2B5EF4-FFF2-40B4-BE49-F238E27FC236}">
                  <a16:creationId xmlns:a16="http://schemas.microsoft.com/office/drawing/2014/main" id="{EF4AA576-BE14-AE27-E4BA-6FEE269BE9B1}"/>
                </a:ext>
              </a:extLst>
            </p:cNvPr>
            <p:cNvSpPr txBox="1">
              <a:spLocks noChangeArrowheads="1"/>
            </p:cNvSpPr>
            <p:nvPr/>
          </p:nvSpPr>
          <p:spPr bwMode="auto">
            <a:xfrm>
              <a:off x="1951" y="2758"/>
              <a:ext cx="46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0000"/>
                  </a:solidFill>
                  <a:latin typeface="Times New Roman" panose="02020603050405020304" pitchFamily="18" charset="0"/>
                </a:rPr>
                <a:t>PAR:</a:t>
              </a:r>
              <a:r>
                <a:rPr lang="en-US" altLang="en-US" sz="2800">
                  <a:solidFill>
                    <a:srgbClr val="FF0000"/>
                  </a:solidFill>
                  <a:latin typeface="Times New Roman" panose="02020603050405020304" pitchFamily="18" charset="0"/>
                </a:rPr>
                <a:t> </a:t>
              </a:r>
            </a:p>
          </p:txBody>
        </p:sp>
      </p:grpSp>
      <p:grpSp>
        <p:nvGrpSpPr>
          <p:cNvPr id="46087" name="Group 16">
            <a:extLst>
              <a:ext uri="{FF2B5EF4-FFF2-40B4-BE49-F238E27FC236}">
                <a16:creationId xmlns:a16="http://schemas.microsoft.com/office/drawing/2014/main" id="{B57C283B-F7D6-B46F-4DC2-5F9ECBB6731B}"/>
              </a:ext>
            </a:extLst>
          </p:cNvPr>
          <p:cNvGrpSpPr>
            <a:grpSpLocks/>
          </p:cNvGrpSpPr>
          <p:nvPr/>
        </p:nvGrpSpPr>
        <p:grpSpPr bwMode="auto">
          <a:xfrm>
            <a:off x="4141788" y="3667125"/>
            <a:ext cx="3113087" cy="801688"/>
            <a:chOff x="2694" y="2458"/>
            <a:chExt cx="1961" cy="505"/>
          </a:xfrm>
        </p:grpSpPr>
        <p:sp>
          <p:nvSpPr>
            <p:cNvPr id="46097" name="Line 17">
              <a:extLst>
                <a:ext uri="{FF2B5EF4-FFF2-40B4-BE49-F238E27FC236}">
                  <a16:creationId xmlns:a16="http://schemas.microsoft.com/office/drawing/2014/main" id="{AEFF564A-07E3-44E9-7196-D2D553D33E98}"/>
                </a:ext>
              </a:extLst>
            </p:cNvPr>
            <p:cNvSpPr>
              <a:spLocks noChangeShapeType="1"/>
            </p:cNvSpPr>
            <p:nvPr/>
          </p:nvSpPr>
          <p:spPr bwMode="auto">
            <a:xfrm>
              <a:off x="3237" y="2692"/>
              <a:ext cx="14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098" name="Group 18">
              <a:extLst>
                <a:ext uri="{FF2B5EF4-FFF2-40B4-BE49-F238E27FC236}">
                  <a16:creationId xmlns:a16="http://schemas.microsoft.com/office/drawing/2014/main" id="{36E4732F-FAB6-A8CF-338D-2812E7FBCE8D}"/>
                </a:ext>
              </a:extLst>
            </p:cNvPr>
            <p:cNvGrpSpPr>
              <a:grpSpLocks/>
            </p:cNvGrpSpPr>
            <p:nvPr/>
          </p:nvGrpSpPr>
          <p:grpSpPr bwMode="auto">
            <a:xfrm>
              <a:off x="3678" y="2458"/>
              <a:ext cx="506" cy="252"/>
              <a:chOff x="1392" y="2512"/>
              <a:chExt cx="506" cy="244"/>
            </a:xfrm>
          </p:grpSpPr>
          <p:sp>
            <p:nvSpPr>
              <p:cNvPr id="46103" name="Line 19">
                <a:extLst>
                  <a:ext uri="{FF2B5EF4-FFF2-40B4-BE49-F238E27FC236}">
                    <a16:creationId xmlns:a16="http://schemas.microsoft.com/office/drawing/2014/main" id="{C082AF94-64EB-2F3F-D112-3EC530657D02}"/>
                  </a:ext>
                </a:extLst>
              </p:cNvPr>
              <p:cNvSpPr>
                <a:spLocks noChangeShapeType="1"/>
              </p:cNvSpPr>
              <p:nvPr/>
            </p:nvSpPr>
            <p:spPr bwMode="auto">
              <a:xfrm>
                <a:off x="1555" y="263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4" name="Text Box 20">
                <a:extLst>
                  <a:ext uri="{FF2B5EF4-FFF2-40B4-BE49-F238E27FC236}">
                    <a16:creationId xmlns:a16="http://schemas.microsoft.com/office/drawing/2014/main" id="{6D40779E-AACC-3E8C-6901-1E0D053466A0}"/>
                  </a:ext>
                </a:extLst>
              </p:cNvPr>
              <p:cNvSpPr txBox="1">
                <a:spLocks noChangeArrowheads="1"/>
              </p:cNvSpPr>
              <p:nvPr/>
            </p:nvSpPr>
            <p:spPr bwMode="auto">
              <a:xfrm>
                <a:off x="1392" y="2512"/>
                <a:ext cx="50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P’</a:t>
                </a:r>
              </a:p>
            </p:txBody>
          </p:sp>
        </p:grpSp>
        <p:grpSp>
          <p:nvGrpSpPr>
            <p:cNvPr id="46099" name="Group 21">
              <a:extLst>
                <a:ext uri="{FF2B5EF4-FFF2-40B4-BE49-F238E27FC236}">
                  <a16:creationId xmlns:a16="http://schemas.microsoft.com/office/drawing/2014/main" id="{5D3DC64D-74B3-3A84-3AF5-BFC20C4B769C}"/>
                </a:ext>
              </a:extLst>
            </p:cNvPr>
            <p:cNvGrpSpPr>
              <a:grpSpLocks/>
            </p:cNvGrpSpPr>
            <p:nvPr/>
          </p:nvGrpSpPr>
          <p:grpSpPr bwMode="auto">
            <a:xfrm>
              <a:off x="3220" y="2711"/>
              <a:ext cx="1304" cy="252"/>
              <a:chOff x="3236" y="3218"/>
              <a:chExt cx="1304" cy="252"/>
            </a:xfrm>
          </p:grpSpPr>
          <p:sp>
            <p:nvSpPr>
              <p:cNvPr id="46101" name="Line 22">
                <a:extLst>
                  <a:ext uri="{FF2B5EF4-FFF2-40B4-BE49-F238E27FC236}">
                    <a16:creationId xmlns:a16="http://schemas.microsoft.com/office/drawing/2014/main" id="{9CBF4A6C-5C19-960F-0C66-708004214816}"/>
                  </a:ext>
                </a:extLst>
              </p:cNvPr>
              <p:cNvSpPr>
                <a:spLocks noChangeShapeType="1"/>
              </p:cNvSpPr>
              <p:nvPr/>
            </p:nvSpPr>
            <p:spPr bwMode="auto">
              <a:xfrm>
                <a:off x="3850" y="334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2" name="Text Box 23">
                <a:extLst>
                  <a:ext uri="{FF2B5EF4-FFF2-40B4-BE49-F238E27FC236}">
                    <a16:creationId xmlns:a16="http://schemas.microsoft.com/office/drawing/2014/main" id="{EC8E579C-1D1C-6058-7A25-435E5F934A4B}"/>
                  </a:ext>
                </a:extLst>
              </p:cNvPr>
              <p:cNvSpPr txBox="1">
                <a:spLocks noChangeArrowheads="1"/>
              </p:cNvSpPr>
              <p:nvPr/>
            </p:nvSpPr>
            <p:spPr bwMode="auto">
              <a:xfrm>
                <a:off x="3236" y="3218"/>
                <a:ext cx="13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x) P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x) P’</a:t>
                </a:r>
              </a:p>
            </p:txBody>
          </p:sp>
        </p:grpSp>
        <p:sp>
          <p:nvSpPr>
            <p:cNvPr id="207896" name="Text Box 24">
              <a:extLst>
                <a:ext uri="{FF2B5EF4-FFF2-40B4-BE49-F238E27FC236}">
                  <a16:creationId xmlns:a16="http://schemas.microsoft.com/office/drawing/2014/main" id="{A73E67F0-FB64-A412-61C1-C152EF3E378C}"/>
                </a:ext>
              </a:extLst>
            </p:cNvPr>
            <p:cNvSpPr txBox="1">
              <a:spLocks noChangeArrowheads="1"/>
            </p:cNvSpPr>
            <p:nvPr/>
          </p:nvSpPr>
          <p:spPr bwMode="auto">
            <a:xfrm>
              <a:off x="2694" y="2527"/>
              <a:ext cx="400" cy="330"/>
            </a:xfrm>
            <a:prstGeom prst="rect">
              <a:avLst/>
            </a:prstGeom>
            <a:noFill/>
            <a:ln w="9525">
              <a:noFill/>
              <a:miter lim="800000"/>
              <a:headEnd/>
              <a:tailEnd/>
            </a:ln>
            <a:effectLst/>
          </p:spPr>
          <p:txBody>
            <a:bodyPr wrap="none"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RES:</a:t>
              </a:r>
              <a:r>
                <a:rPr lang="en-US" sz="2800" dirty="0">
                  <a:latin typeface="Times New Roman" pitchFamily="18" charset="0"/>
                  <a:ea typeface="ＭＳ Ｐゴシック" charset="0"/>
                  <a:cs typeface="ＭＳ Ｐゴシック" charset="0"/>
                </a:rPr>
                <a:t> </a:t>
              </a:r>
            </a:p>
          </p:txBody>
        </p:sp>
      </p:grpSp>
      <p:grpSp>
        <p:nvGrpSpPr>
          <p:cNvPr id="46088" name="Group 25">
            <a:extLst>
              <a:ext uri="{FF2B5EF4-FFF2-40B4-BE49-F238E27FC236}">
                <a16:creationId xmlns:a16="http://schemas.microsoft.com/office/drawing/2014/main" id="{D32C998A-0EC7-37BE-9E6F-BF3B607A772A}"/>
              </a:ext>
            </a:extLst>
          </p:cNvPr>
          <p:cNvGrpSpPr>
            <a:grpSpLocks/>
          </p:cNvGrpSpPr>
          <p:nvPr/>
        </p:nvGrpSpPr>
        <p:grpSpPr bwMode="auto">
          <a:xfrm>
            <a:off x="984250" y="4913313"/>
            <a:ext cx="3565525" cy="814387"/>
            <a:chOff x="620" y="3095"/>
            <a:chExt cx="2246" cy="513"/>
          </a:xfrm>
        </p:grpSpPr>
        <p:sp>
          <p:nvSpPr>
            <p:cNvPr id="46089" name="Line 26">
              <a:extLst>
                <a:ext uri="{FF2B5EF4-FFF2-40B4-BE49-F238E27FC236}">
                  <a16:creationId xmlns:a16="http://schemas.microsoft.com/office/drawing/2014/main" id="{A2B492A8-817A-58FC-3788-5307DE6EB5AC}"/>
                </a:ext>
              </a:extLst>
            </p:cNvPr>
            <p:cNvSpPr>
              <a:spLocks noChangeShapeType="1"/>
            </p:cNvSpPr>
            <p:nvPr/>
          </p:nvSpPr>
          <p:spPr bwMode="auto">
            <a:xfrm>
              <a:off x="1467" y="3347"/>
              <a:ext cx="13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090" name="Group 27">
              <a:extLst>
                <a:ext uri="{FF2B5EF4-FFF2-40B4-BE49-F238E27FC236}">
                  <a16:creationId xmlns:a16="http://schemas.microsoft.com/office/drawing/2014/main" id="{FAD5D359-A779-EC24-7853-B7BCB62B5DCC}"/>
                </a:ext>
              </a:extLst>
            </p:cNvPr>
            <p:cNvGrpSpPr>
              <a:grpSpLocks/>
            </p:cNvGrpSpPr>
            <p:nvPr/>
          </p:nvGrpSpPr>
          <p:grpSpPr bwMode="auto">
            <a:xfrm>
              <a:off x="1432" y="3095"/>
              <a:ext cx="1424" cy="252"/>
              <a:chOff x="3208" y="3119"/>
              <a:chExt cx="1424" cy="252"/>
            </a:xfrm>
          </p:grpSpPr>
          <p:sp>
            <p:nvSpPr>
              <p:cNvPr id="46095" name="Line 28">
                <a:extLst>
                  <a:ext uri="{FF2B5EF4-FFF2-40B4-BE49-F238E27FC236}">
                    <a16:creationId xmlns:a16="http://schemas.microsoft.com/office/drawing/2014/main" id="{0BA56CFD-96A2-417B-84CC-98BC752B2681}"/>
                  </a:ext>
                </a:extLst>
              </p:cNvPr>
              <p:cNvSpPr>
                <a:spLocks noChangeShapeType="1"/>
              </p:cNvSpPr>
              <p:nvPr/>
            </p:nvSpPr>
            <p:spPr bwMode="auto">
              <a:xfrm>
                <a:off x="3803" y="3243"/>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096" name="Text Box 29">
                <a:extLst>
                  <a:ext uri="{FF2B5EF4-FFF2-40B4-BE49-F238E27FC236}">
                    <a16:creationId xmlns:a16="http://schemas.microsoft.com/office/drawing/2014/main" id="{5BBC63DC-11A6-738B-1F87-274B04D4B4CA}"/>
                  </a:ext>
                </a:extLst>
              </p:cNvPr>
              <p:cNvSpPr txBox="1">
                <a:spLocks noChangeArrowheads="1"/>
              </p:cNvSpPr>
              <p:nvPr/>
            </p:nvSpPr>
            <p:spPr bwMode="auto">
              <a:xfrm>
                <a:off x="3208" y="3119"/>
                <a:ext cx="14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Q=P   P       P’   P’=Q’</a:t>
                </a:r>
              </a:p>
            </p:txBody>
          </p:sp>
        </p:grpSp>
        <p:grpSp>
          <p:nvGrpSpPr>
            <p:cNvPr id="46091" name="Group 30">
              <a:extLst>
                <a:ext uri="{FF2B5EF4-FFF2-40B4-BE49-F238E27FC236}">
                  <a16:creationId xmlns:a16="http://schemas.microsoft.com/office/drawing/2014/main" id="{5B26746F-1A1F-FC3F-D1BC-FC9BCAFD8A6E}"/>
                </a:ext>
              </a:extLst>
            </p:cNvPr>
            <p:cNvGrpSpPr>
              <a:grpSpLocks/>
            </p:cNvGrpSpPr>
            <p:nvPr/>
          </p:nvGrpSpPr>
          <p:grpSpPr bwMode="auto">
            <a:xfrm>
              <a:off x="1745" y="3356"/>
              <a:ext cx="557" cy="252"/>
              <a:chOff x="3032" y="3491"/>
              <a:chExt cx="557" cy="252"/>
            </a:xfrm>
          </p:grpSpPr>
          <p:sp>
            <p:nvSpPr>
              <p:cNvPr id="46093" name="Line 31">
                <a:extLst>
                  <a:ext uri="{FF2B5EF4-FFF2-40B4-BE49-F238E27FC236}">
                    <a16:creationId xmlns:a16="http://schemas.microsoft.com/office/drawing/2014/main" id="{97CAECDD-5B02-55BF-BE28-8FAF3AA9372D}"/>
                  </a:ext>
                </a:extLst>
              </p:cNvPr>
              <p:cNvSpPr>
                <a:spLocks noChangeShapeType="1"/>
              </p:cNvSpPr>
              <p:nvPr/>
            </p:nvSpPr>
            <p:spPr bwMode="auto">
              <a:xfrm>
                <a:off x="3218" y="3606"/>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094" name="Text Box 32">
                <a:extLst>
                  <a:ext uri="{FF2B5EF4-FFF2-40B4-BE49-F238E27FC236}">
                    <a16:creationId xmlns:a16="http://schemas.microsoft.com/office/drawing/2014/main" id="{C3CB4F9E-C293-7D0E-A23B-B21DC7E14D5A}"/>
                  </a:ext>
                </a:extLst>
              </p:cNvPr>
              <p:cNvSpPr txBox="1">
                <a:spLocks noChangeArrowheads="1"/>
              </p:cNvSpPr>
              <p:nvPr/>
            </p:nvSpPr>
            <p:spPr bwMode="auto">
              <a:xfrm>
                <a:off x="3032" y="3491"/>
                <a:ext cx="5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Q     Q’</a:t>
                </a:r>
              </a:p>
            </p:txBody>
          </p:sp>
        </p:grpSp>
        <p:sp>
          <p:nvSpPr>
            <p:cNvPr id="207905" name="Text Box 33">
              <a:extLst>
                <a:ext uri="{FF2B5EF4-FFF2-40B4-BE49-F238E27FC236}">
                  <a16:creationId xmlns:a16="http://schemas.microsoft.com/office/drawing/2014/main" id="{FA43C098-41BD-8189-F056-1F4136BE253D}"/>
                </a:ext>
              </a:extLst>
            </p:cNvPr>
            <p:cNvSpPr txBox="1">
              <a:spLocks noChangeArrowheads="1"/>
            </p:cNvSpPr>
            <p:nvPr/>
          </p:nvSpPr>
          <p:spPr bwMode="auto">
            <a:xfrm>
              <a:off x="620" y="3158"/>
              <a:ext cx="669" cy="330"/>
            </a:xfrm>
            <a:prstGeom prst="rect">
              <a:avLst/>
            </a:prstGeom>
            <a:noFill/>
            <a:ln w="9525">
              <a:noFill/>
              <a:miter lim="800000"/>
              <a:headEnd/>
              <a:tailEnd/>
            </a:ln>
            <a:effectLst/>
          </p:spPr>
          <p:txBody>
            <a:bodyPr wrap="none"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STRUCT:</a:t>
              </a:r>
              <a:r>
                <a:rPr lang="en-US" sz="2800" dirty="0">
                  <a:solidFill>
                    <a:srgbClr val="FF0000"/>
                  </a:solidFill>
                  <a:latin typeface="+mn-lt"/>
                  <a:ea typeface="ＭＳ Ｐゴシック" charset="0"/>
                  <a:cs typeface="ＭＳ Ｐゴシック" charset="0"/>
                </a:rPr>
                <a:t> </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Footer Placeholder 2">
            <a:extLst>
              <a:ext uri="{FF2B5EF4-FFF2-40B4-BE49-F238E27FC236}">
                <a16:creationId xmlns:a16="http://schemas.microsoft.com/office/drawing/2014/main" id="{A1F43DC5-4CA4-2BC4-E88F-996122C92166}"/>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7106" name="Slide Number Placeholder 3">
            <a:extLst>
              <a:ext uri="{FF2B5EF4-FFF2-40B4-BE49-F238E27FC236}">
                <a16:creationId xmlns:a16="http://schemas.microsoft.com/office/drawing/2014/main" id="{84B1F223-35AF-430B-FF5F-95C3E2B106D2}"/>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F369C8F5-3586-AE47-A40F-353110EBA8CC}" type="slidenum">
              <a:rPr lang="en-US" altLang="en-US" sz="1200">
                <a:solidFill>
                  <a:srgbClr val="898989"/>
                </a:solidFill>
              </a:rPr>
              <a:pPr algn="ctr" eaLnBrk="1" hangingPunct="1"/>
              <a:t>31</a:t>
            </a:fld>
            <a:endParaRPr lang="en-US" altLang="en-US" sz="1200">
              <a:solidFill>
                <a:srgbClr val="898989"/>
              </a:solidFill>
            </a:endParaRPr>
          </a:p>
        </p:txBody>
      </p:sp>
      <p:sp>
        <p:nvSpPr>
          <p:cNvPr id="47107" name="Rectangle 2">
            <a:extLst>
              <a:ext uri="{FF2B5EF4-FFF2-40B4-BE49-F238E27FC236}">
                <a16:creationId xmlns:a16="http://schemas.microsoft.com/office/drawing/2014/main" id="{AAC5DD1B-22EA-E0AB-80DF-F47EEC2E3453}"/>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Reaction Rules</a:t>
            </a:r>
          </a:p>
        </p:txBody>
      </p:sp>
      <p:sp>
        <p:nvSpPr>
          <p:cNvPr id="47108" name="Rectangle 5">
            <a:extLst>
              <a:ext uri="{FF2B5EF4-FFF2-40B4-BE49-F238E27FC236}">
                <a16:creationId xmlns:a16="http://schemas.microsoft.com/office/drawing/2014/main" id="{18168B6A-3803-9A96-BB6C-D926329C4BA1}"/>
              </a:ext>
            </a:extLst>
          </p:cNvPr>
          <p:cNvSpPr>
            <a:spLocks noChangeArrowheads="1"/>
          </p:cNvSpPr>
          <p:nvPr/>
        </p:nvSpPr>
        <p:spPr bwMode="auto">
          <a:xfrm>
            <a:off x="627063" y="1452563"/>
            <a:ext cx="7942262"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1143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Clr>
                <a:schemeClr val="accent1"/>
              </a:buClr>
              <a:buSzPct val="75000"/>
              <a:buFont typeface="Wingdings" pitchFamily="2" charset="2"/>
              <a:buNone/>
            </a:pPr>
            <a:endParaRPr lang="en-US" altLang="en-US" sz="2100">
              <a:latin typeface="Times New Roman" panose="02020603050405020304" pitchFamily="18" charset="0"/>
            </a:endParaRPr>
          </a:p>
          <a:p>
            <a:pPr lvl="1" eaLnBrk="1" hangingPunct="1">
              <a:spcBef>
                <a:spcPct val="20000"/>
              </a:spcBef>
              <a:buClr>
                <a:schemeClr val="accent2"/>
              </a:buClr>
              <a:buSzPct val="80000"/>
              <a:buFont typeface="Wingdings" pitchFamily="2" charset="2"/>
              <a:buNone/>
            </a:pPr>
            <a:r>
              <a:rPr lang="en-US" altLang="en-US" sz="2000">
                <a:solidFill>
                  <a:srgbClr val="FF0000"/>
                </a:solidFill>
                <a:latin typeface="Times New Roman" panose="02020603050405020304" pitchFamily="18" charset="0"/>
              </a:rPr>
              <a:t>Processes: </a:t>
            </a:r>
            <a:r>
              <a:rPr lang="en-US" altLang="en-US" sz="2000">
                <a:latin typeface="Times New Roman" panose="02020603050405020304" pitchFamily="18" charset="0"/>
              </a:rPr>
              <a:t>	</a:t>
            </a:r>
            <a:r>
              <a:rPr lang="en-US" altLang="en-US" sz="2000">
                <a:solidFill>
                  <a:srgbClr val="FF6600"/>
                </a:solidFill>
                <a:latin typeface="Times New Roman" panose="02020603050405020304" pitchFamily="18" charset="0"/>
              </a:rPr>
              <a:t>A(a,c)  = a.A'(a,c)       B(c,b) = c.B'(c,b)</a:t>
            </a:r>
          </a:p>
          <a:p>
            <a:pPr lvl="1" eaLnBrk="1" hangingPunct="1">
              <a:spcBef>
                <a:spcPct val="20000"/>
              </a:spcBef>
              <a:buClr>
                <a:schemeClr val="accent2"/>
              </a:buClr>
              <a:buSzPct val="80000"/>
              <a:buFont typeface="Wingdings" pitchFamily="2" charset="2"/>
              <a:buNone/>
            </a:pPr>
            <a:r>
              <a:rPr lang="en-US" altLang="en-US" sz="2000">
                <a:solidFill>
                  <a:srgbClr val="FF6600"/>
                </a:solidFill>
                <a:latin typeface="Times New Roman" panose="02020603050405020304" pitchFamily="18" charset="0"/>
              </a:rPr>
              <a:t>	               A’(a,c) = c.A(a,c)		B'(c,b) = b.B(c,b)</a:t>
            </a:r>
          </a:p>
          <a:p>
            <a:pPr eaLnBrk="1" hangingPunct="1">
              <a:spcBef>
                <a:spcPct val="20000"/>
              </a:spcBef>
              <a:buClr>
                <a:schemeClr val="accent1"/>
              </a:buClr>
              <a:buSzPct val="75000"/>
              <a:buFont typeface="Wingdings" pitchFamily="2" charset="2"/>
              <a:buNone/>
            </a:pPr>
            <a:r>
              <a:rPr lang="en-US" altLang="en-US" sz="2000">
                <a:solidFill>
                  <a:srgbClr val="FF0000"/>
                </a:solidFill>
                <a:latin typeface="Times New Roman" panose="02020603050405020304" pitchFamily="18" charset="0"/>
              </a:rPr>
              <a:t> </a:t>
            </a:r>
            <a:r>
              <a:rPr lang="en-US" altLang="en-US" sz="2000">
                <a:solidFill>
                  <a:srgbClr val="FF0000"/>
                </a:solidFill>
                <a:latin typeface="Calibri" panose="020F0502020204030204" pitchFamily="34" charset="0"/>
              </a:rPr>
              <a:t>A system:           </a:t>
            </a:r>
            <a:r>
              <a:rPr lang="en-US" altLang="en-US" sz="2000">
                <a:solidFill>
                  <a:srgbClr val="FF6600"/>
                </a:solidFill>
                <a:latin typeface="Calibri" panose="020F0502020204030204" pitchFamily="34" charset="0"/>
              </a:rPr>
              <a:t>System = </a:t>
            </a:r>
            <a:r>
              <a:rPr lang="en-US" altLang="en-US" sz="2000">
                <a:solidFill>
                  <a:srgbClr val="FF6600"/>
                </a:solidFill>
                <a:latin typeface="Symbol" pitchFamily="2" charset="2"/>
              </a:rPr>
              <a:t>n</a:t>
            </a:r>
            <a:r>
              <a:rPr lang="en-US" altLang="en-US" sz="2000">
                <a:solidFill>
                  <a:srgbClr val="FF6600"/>
                </a:solidFill>
                <a:latin typeface="Times New Roman" panose="02020603050405020304" pitchFamily="18" charset="0"/>
              </a:rPr>
              <a:t> </a:t>
            </a:r>
            <a:r>
              <a:rPr lang="en-US" altLang="en-US" sz="2000">
                <a:solidFill>
                  <a:srgbClr val="FF6600"/>
                </a:solidFill>
                <a:latin typeface="Calibri" panose="020F0502020204030204" pitchFamily="34" charset="0"/>
              </a:rPr>
              <a:t>c (A | B )</a:t>
            </a:r>
          </a:p>
          <a:p>
            <a:pPr eaLnBrk="1" hangingPunct="1">
              <a:spcBef>
                <a:spcPct val="20000"/>
              </a:spcBef>
              <a:buClr>
                <a:schemeClr val="accent1"/>
              </a:buClr>
              <a:buSzPct val="75000"/>
              <a:buFont typeface="Wingdings" pitchFamily="2" charset="2"/>
              <a:buNone/>
            </a:pPr>
            <a:endParaRPr lang="en-US" altLang="en-US" sz="2000">
              <a:latin typeface="Times New Roman" panose="02020603050405020304" pitchFamily="18" charset="0"/>
            </a:endParaRPr>
          </a:p>
        </p:txBody>
      </p:sp>
      <p:sp>
        <p:nvSpPr>
          <p:cNvPr id="47109" name="Line 6">
            <a:extLst>
              <a:ext uri="{FF2B5EF4-FFF2-40B4-BE49-F238E27FC236}">
                <a16:creationId xmlns:a16="http://schemas.microsoft.com/office/drawing/2014/main" id="{652664B4-6B8D-BB58-3F95-241127A7EE3D}"/>
              </a:ext>
            </a:extLst>
          </p:cNvPr>
          <p:cNvSpPr>
            <a:spLocks noChangeShapeType="1"/>
          </p:cNvSpPr>
          <p:nvPr/>
        </p:nvSpPr>
        <p:spPr bwMode="auto">
          <a:xfrm>
            <a:off x="3132138" y="2312988"/>
            <a:ext cx="130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0" name="Line 7">
            <a:extLst>
              <a:ext uri="{FF2B5EF4-FFF2-40B4-BE49-F238E27FC236}">
                <a16:creationId xmlns:a16="http://schemas.microsoft.com/office/drawing/2014/main" id="{1C3C0CAB-3D48-47EC-0AF8-C2557C20AE1E}"/>
              </a:ext>
            </a:extLst>
          </p:cNvPr>
          <p:cNvSpPr>
            <a:spLocks noChangeShapeType="1"/>
          </p:cNvSpPr>
          <p:nvPr/>
        </p:nvSpPr>
        <p:spPr bwMode="auto">
          <a:xfrm>
            <a:off x="5272088" y="2312988"/>
            <a:ext cx="2682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8905" name="Text Box 9">
            <a:extLst>
              <a:ext uri="{FF2B5EF4-FFF2-40B4-BE49-F238E27FC236}">
                <a16:creationId xmlns:a16="http://schemas.microsoft.com/office/drawing/2014/main" id="{B735D042-C832-8C9A-95D9-7360F115B02B}"/>
              </a:ext>
            </a:extLst>
          </p:cNvPr>
          <p:cNvSpPr txBox="1">
            <a:spLocks noChangeArrowheads="1"/>
          </p:cNvSpPr>
          <p:nvPr/>
        </p:nvSpPr>
        <p:spPr bwMode="auto">
          <a:xfrm>
            <a:off x="1563688" y="2987675"/>
            <a:ext cx="6056312" cy="2616200"/>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0000FF"/>
                </a:solidFill>
                <a:latin typeface="+mn-lt"/>
                <a:ea typeface="ＭＳ Ｐゴシック" charset="0"/>
                <a:cs typeface="ＭＳ Ｐゴシック" charset="0"/>
              </a:rPr>
              <a:t>Show: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REACT:   </a:t>
            </a:r>
            <a:r>
              <a:rPr lang="en-US" sz="2000" dirty="0">
                <a:solidFill>
                  <a:srgbClr val="FF0000"/>
                </a:solidFill>
                <a:latin typeface="+mn-lt"/>
                <a:ea typeface="ＭＳ Ｐゴシック" charset="0"/>
                <a:cs typeface="ＭＳ Ｐゴシック" charset="0"/>
              </a:rPr>
              <a:t>		</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RES: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 </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Definition: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  	           </a:t>
            </a:r>
            <a:r>
              <a:rPr lang="en-US" sz="2000" dirty="0">
                <a:solidFill>
                  <a:srgbClr val="FF6600"/>
                </a:solidFill>
                <a:latin typeface="Symbol" pitchFamily="18" charset="2"/>
                <a:ea typeface="ＭＳ Ｐゴシック" charset="0"/>
                <a:cs typeface="ＭＳ Ｐゴシック" charset="0"/>
              </a:rPr>
              <a:t>n </a:t>
            </a:r>
            <a:r>
              <a:rPr lang="en-US" sz="2000" dirty="0">
                <a:solidFill>
                  <a:srgbClr val="FF6600"/>
                </a:solidFill>
                <a:latin typeface="+mn-lt"/>
                <a:ea typeface="ＭＳ Ｐゴシック" charset="0"/>
                <a:cs typeface="ＭＳ Ｐゴシック" charset="0"/>
              </a:rPr>
              <a:t>c(A | B')</a:t>
            </a:r>
          </a:p>
        </p:txBody>
      </p:sp>
      <p:sp>
        <p:nvSpPr>
          <p:cNvPr id="47112" name="Line 10">
            <a:extLst>
              <a:ext uri="{FF2B5EF4-FFF2-40B4-BE49-F238E27FC236}">
                <a16:creationId xmlns:a16="http://schemas.microsoft.com/office/drawing/2014/main" id="{2186EF19-D8EA-45E3-B5FA-13FB9C5536A4}"/>
              </a:ext>
            </a:extLst>
          </p:cNvPr>
          <p:cNvSpPr>
            <a:spLocks noChangeShapeType="1"/>
          </p:cNvSpPr>
          <p:nvPr/>
        </p:nvSpPr>
        <p:spPr bwMode="auto">
          <a:xfrm>
            <a:off x="3467100" y="3830638"/>
            <a:ext cx="168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3" name="Line 11">
            <a:extLst>
              <a:ext uri="{FF2B5EF4-FFF2-40B4-BE49-F238E27FC236}">
                <a16:creationId xmlns:a16="http://schemas.microsoft.com/office/drawing/2014/main" id="{C98EE31F-48E4-AF29-C8DF-E258C9FA549B}"/>
              </a:ext>
            </a:extLst>
          </p:cNvPr>
          <p:cNvSpPr>
            <a:spLocks noChangeShapeType="1"/>
          </p:cNvSpPr>
          <p:nvPr/>
        </p:nvSpPr>
        <p:spPr bwMode="auto">
          <a:xfrm>
            <a:off x="3886200" y="4562475"/>
            <a:ext cx="147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4" name="Line 12">
            <a:extLst>
              <a:ext uri="{FF2B5EF4-FFF2-40B4-BE49-F238E27FC236}">
                <a16:creationId xmlns:a16="http://schemas.microsoft.com/office/drawing/2014/main" id="{313F0945-40E9-A2B5-1AAB-DE16F19F7344}"/>
              </a:ext>
            </a:extLst>
          </p:cNvPr>
          <p:cNvSpPr>
            <a:spLocks noChangeShapeType="1"/>
          </p:cNvSpPr>
          <p:nvPr/>
        </p:nvSpPr>
        <p:spPr bwMode="auto">
          <a:xfrm>
            <a:off x="4865688" y="3221038"/>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5" name="Line 13">
            <a:extLst>
              <a:ext uri="{FF2B5EF4-FFF2-40B4-BE49-F238E27FC236}">
                <a16:creationId xmlns:a16="http://schemas.microsoft.com/office/drawing/2014/main" id="{71FACAA3-FF4B-C3D4-83A8-3407ED0DB6E2}"/>
              </a:ext>
            </a:extLst>
          </p:cNvPr>
          <p:cNvSpPr>
            <a:spLocks noChangeShapeType="1"/>
          </p:cNvSpPr>
          <p:nvPr/>
        </p:nvSpPr>
        <p:spPr bwMode="auto">
          <a:xfrm>
            <a:off x="4586288" y="3938588"/>
            <a:ext cx="407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6" name="Line 14">
            <a:extLst>
              <a:ext uri="{FF2B5EF4-FFF2-40B4-BE49-F238E27FC236}">
                <a16:creationId xmlns:a16="http://schemas.microsoft.com/office/drawing/2014/main" id="{FD147DB0-5BB0-F2FE-ACEC-094EA4A7F14B}"/>
              </a:ext>
            </a:extLst>
          </p:cNvPr>
          <p:cNvSpPr>
            <a:spLocks noChangeShapeType="1"/>
          </p:cNvSpPr>
          <p:nvPr/>
        </p:nvSpPr>
        <p:spPr bwMode="auto">
          <a:xfrm>
            <a:off x="4994275" y="4681538"/>
            <a:ext cx="40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7" name="Line 15">
            <a:extLst>
              <a:ext uri="{FF2B5EF4-FFF2-40B4-BE49-F238E27FC236}">
                <a16:creationId xmlns:a16="http://schemas.microsoft.com/office/drawing/2014/main" id="{C1041E00-2344-267D-8CF3-41900CF5F63D}"/>
              </a:ext>
            </a:extLst>
          </p:cNvPr>
          <p:cNvSpPr>
            <a:spLocks noChangeShapeType="1"/>
          </p:cNvSpPr>
          <p:nvPr/>
        </p:nvSpPr>
        <p:spPr bwMode="auto">
          <a:xfrm>
            <a:off x="4994275" y="5410200"/>
            <a:ext cx="40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0E68CEB0-5E65-C570-1D3C-D714648CD46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8130" name="Slide Number Placeholder 4">
            <a:extLst>
              <a:ext uri="{FF2B5EF4-FFF2-40B4-BE49-F238E27FC236}">
                <a16:creationId xmlns:a16="http://schemas.microsoft.com/office/drawing/2014/main" id="{8834F61C-E8A0-B051-97BD-295FC95CC872}"/>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CD99E13-C477-0C4E-AA6B-962EF55250A1}" type="slidenum">
              <a:rPr lang="en-US" altLang="en-US" sz="1200">
                <a:solidFill>
                  <a:srgbClr val="898989"/>
                </a:solidFill>
              </a:rPr>
              <a:pPr algn="ctr" eaLnBrk="1" hangingPunct="1"/>
              <a:t>32</a:t>
            </a:fld>
            <a:endParaRPr lang="en-US" altLang="en-US" sz="1200">
              <a:solidFill>
                <a:srgbClr val="898989"/>
              </a:solidFill>
            </a:endParaRPr>
          </a:p>
        </p:txBody>
      </p:sp>
      <p:sp>
        <p:nvSpPr>
          <p:cNvPr id="48131" name="Rectangle 2">
            <a:extLst>
              <a:ext uri="{FF2B5EF4-FFF2-40B4-BE49-F238E27FC236}">
                <a16:creationId xmlns:a16="http://schemas.microsoft.com/office/drawing/2014/main" id="{95E96428-C4E1-1591-4DC9-416D3C08F86F}"/>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Modeling a Process's Behavior</a:t>
            </a:r>
          </a:p>
        </p:txBody>
      </p:sp>
      <p:grpSp>
        <p:nvGrpSpPr>
          <p:cNvPr id="48132" name="Group 3">
            <a:extLst>
              <a:ext uri="{FF2B5EF4-FFF2-40B4-BE49-F238E27FC236}">
                <a16:creationId xmlns:a16="http://schemas.microsoft.com/office/drawing/2014/main" id="{110B0449-B840-0D75-DE54-E498FCEF1348}"/>
              </a:ext>
            </a:extLst>
          </p:cNvPr>
          <p:cNvGrpSpPr>
            <a:grpSpLocks/>
          </p:cNvGrpSpPr>
          <p:nvPr/>
        </p:nvGrpSpPr>
        <p:grpSpPr bwMode="auto">
          <a:xfrm>
            <a:off x="2590800" y="3222625"/>
            <a:ext cx="3586163" cy="3041650"/>
            <a:chOff x="1714" y="2180"/>
            <a:chExt cx="2259" cy="1916"/>
          </a:xfrm>
        </p:grpSpPr>
        <p:sp>
          <p:nvSpPr>
            <p:cNvPr id="48136" name="Line 4">
              <a:extLst>
                <a:ext uri="{FF2B5EF4-FFF2-40B4-BE49-F238E27FC236}">
                  <a16:creationId xmlns:a16="http://schemas.microsoft.com/office/drawing/2014/main" id="{5BD3E67A-9CDF-11A4-ED9C-A7FB0A729088}"/>
                </a:ext>
              </a:extLst>
            </p:cNvPr>
            <p:cNvSpPr>
              <a:spLocks noChangeShapeType="1"/>
            </p:cNvSpPr>
            <p:nvPr/>
          </p:nvSpPr>
          <p:spPr bwMode="auto">
            <a:xfrm>
              <a:off x="2823" y="2449"/>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7" name="Line 5">
              <a:extLst>
                <a:ext uri="{FF2B5EF4-FFF2-40B4-BE49-F238E27FC236}">
                  <a16:creationId xmlns:a16="http://schemas.microsoft.com/office/drawing/2014/main" id="{81C31B46-E54B-8BFB-2D8F-1EA24E6B4570}"/>
                </a:ext>
              </a:extLst>
            </p:cNvPr>
            <p:cNvSpPr>
              <a:spLocks noChangeShapeType="1"/>
            </p:cNvSpPr>
            <p:nvPr/>
          </p:nvSpPr>
          <p:spPr bwMode="auto">
            <a:xfrm>
              <a:off x="2831" y="3115"/>
              <a:ext cx="0" cy="3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8" name="Freeform 6">
              <a:extLst>
                <a:ext uri="{FF2B5EF4-FFF2-40B4-BE49-F238E27FC236}">
                  <a16:creationId xmlns:a16="http://schemas.microsoft.com/office/drawing/2014/main" id="{68793B84-A952-99FF-20FA-F8C826530FBC}"/>
                </a:ext>
              </a:extLst>
            </p:cNvPr>
            <p:cNvSpPr>
              <a:spLocks/>
            </p:cNvSpPr>
            <p:nvPr/>
          </p:nvSpPr>
          <p:spPr bwMode="auto">
            <a:xfrm>
              <a:off x="2030" y="3731"/>
              <a:ext cx="1627" cy="165"/>
            </a:xfrm>
            <a:custGeom>
              <a:avLst/>
              <a:gdLst>
                <a:gd name="T0" fmla="*/ 0 w 1627"/>
                <a:gd name="T1" fmla="*/ 36 h 239"/>
                <a:gd name="T2" fmla="*/ 789 w 1627"/>
                <a:gd name="T3" fmla="*/ 0 h 239"/>
                <a:gd name="T4" fmla="*/ 1627 w 1627"/>
                <a:gd name="T5" fmla="*/ 38 h 239"/>
                <a:gd name="T6" fmla="*/ 0 60000 65536"/>
                <a:gd name="T7" fmla="*/ 0 60000 65536"/>
                <a:gd name="T8" fmla="*/ 0 60000 65536"/>
              </a:gdLst>
              <a:ahLst/>
              <a:cxnLst>
                <a:cxn ang="T6">
                  <a:pos x="T0" y="T1"/>
                </a:cxn>
                <a:cxn ang="T7">
                  <a:pos x="T2" y="T3"/>
                </a:cxn>
                <a:cxn ang="T8">
                  <a:pos x="T4" y="T5"/>
                </a:cxn>
              </a:cxnLst>
              <a:rect l="0" t="0" r="r" b="b"/>
              <a:pathLst>
                <a:path w="1627" h="239">
                  <a:moveTo>
                    <a:pt x="0" y="230"/>
                  </a:moveTo>
                  <a:lnTo>
                    <a:pt x="789" y="0"/>
                  </a:lnTo>
                  <a:lnTo>
                    <a:pt x="1627" y="239"/>
                  </a:lnTo>
                </a:path>
              </a:pathLst>
            </a:custGeom>
            <a:noFill/>
            <a:ln w="9525" cap="flat"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39" name="Text Box 7">
              <a:extLst>
                <a:ext uri="{FF2B5EF4-FFF2-40B4-BE49-F238E27FC236}">
                  <a16:creationId xmlns:a16="http://schemas.microsoft.com/office/drawing/2014/main" id="{54B43616-945C-881D-B0BE-48616B705588}"/>
                </a:ext>
              </a:extLst>
            </p:cNvPr>
            <p:cNvSpPr txBox="1">
              <a:spLocks noChangeArrowheads="1"/>
            </p:cNvSpPr>
            <p:nvPr/>
          </p:nvSpPr>
          <p:spPr bwMode="auto">
            <a:xfrm>
              <a:off x="2865" y="2520"/>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200" b="1">
                  <a:latin typeface="Times New Roman" panose="02020603050405020304" pitchFamily="18" charset="0"/>
                </a:rPr>
                <a:t>a</a:t>
              </a:r>
            </a:p>
          </p:txBody>
        </p:sp>
        <p:sp>
          <p:nvSpPr>
            <p:cNvPr id="48140" name="Text Box 8">
              <a:extLst>
                <a:ext uri="{FF2B5EF4-FFF2-40B4-BE49-F238E27FC236}">
                  <a16:creationId xmlns:a16="http://schemas.microsoft.com/office/drawing/2014/main" id="{9144A50F-771A-9DFF-7788-8EAD60BC64FA}"/>
                </a:ext>
              </a:extLst>
            </p:cNvPr>
            <p:cNvSpPr txBox="1">
              <a:spLocks noChangeArrowheads="1"/>
            </p:cNvSpPr>
            <p:nvPr/>
          </p:nvSpPr>
          <p:spPr bwMode="auto">
            <a:xfrm>
              <a:off x="2878" y="3152"/>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48141" name="Text Box 9">
              <a:extLst>
                <a:ext uri="{FF2B5EF4-FFF2-40B4-BE49-F238E27FC236}">
                  <a16:creationId xmlns:a16="http://schemas.microsoft.com/office/drawing/2014/main" id="{B0BFA95A-DC63-5C1C-FD6B-5877148AEED8}"/>
                </a:ext>
              </a:extLst>
            </p:cNvPr>
            <p:cNvSpPr txBox="1">
              <a:spLocks noChangeArrowheads="1"/>
            </p:cNvSpPr>
            <p:nvPr/>
          </p:nvSpPr>
          <p:spPr bwMode="auto">
            <a:xfrm>
              <a:off x="3401" y="3578"/>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5400">
                  <a:latin typeface="Times New Roman" panose="02020603050405020304" pitchFamily="18" charset="0"/>
                </a:rPr>
                <a:t>...</a:t>
              </a:r>
            </a:p>
          </p:txBody>
        </p:sp>
        <p:sp>
          <p:nvSpPr>
            <p:cNvPr id="48142" name="Rectangle 10">
              <a:extLst>
                <a:ext uri="{FF2B5EF4-FFF2-40B4-BE49-F238E27FC236}">
                  <a16:creationId xmlns:a16="http://schemas.microsoft.com/office/drawing/2014/main" id="{B1337F0F-1F9D-20DE-8AC5-B2F1709DB4FA}"/>
                </a:ext>
              </a:extLst>
            </p:cNvPr>
            <p:cNvSpPr>
              <a:spLocks noChangeArrowheads="1"/>
            </p:cNvSpPr>
            <p:nvPr/>
          </p:nvSpPr>
          <p:spPr bwMode="auto">
            <a:xfrm>
              <a:off x="2579" y="2180"/>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8143" name="Rectangle 11">
              <a:extLst>
                <a:ext uri="{FF2B5EF4-FFF2-40B4-BE49-F238E27FC236}">
                  <a16:creationId xmlns:a16="http://schemas.microsoft.com/office/drawing/2014/main" id="{C0D3D1A6-81BE-0A3F-0BB1-74411D68795D}"/>
                </a:ext>
              </a:extLst>
            </p:cNvPr>
            <p:cNvSpPr>
              <a:spLocks noChangeArrowheads="1"/>
            </p:cNvSpPr>
            <p:nvPr/>
          </p:nvSpPr>
          <p:spPr bwMode="auto">
            <a:xfrm>
              <a:off x="2554" y="2839"/>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8144" name="Rectangle 12">
              <a:extLst>
                <a:ext uri="{FF2B5EF4-FFF2-40B4-BE49-F238E27FC236}">
                  <a16:creationId xmlns:a16="http://schemas.microsoft.com/office/drawing/2014/main" id="{05B35C4B-F431-E4DA-45B5-EF1796E3E37B}"/>
                </a:ext>
              </a:extLst>
            </p:cNvPr>
            <p:cNvSpPr>
              <a:spLocks noChangeArrowheads="1"/>
            </p:cNvSpPr>
            <p:nvPr/>
          </p:nvSpPr>
          <p:spPr bwMode="auto">
            <a:xfrm>
              <a:off x="2582" y="3439"/>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8145" name="Text Box 13">
              <a:extLst>
                <a:ext uri="{FF2B5EF4-FFF2-40B4-BE49-F238E27FC236}">
                  <a16:creationId xmlns:a16="http://schemas.microsoft.com/office/drawing/2014/main" id="{FB9BCA4E-A779-B190-A650-32A6366F3D6E}"/>
                </a:ext>
              </a:extLst>
            </p:cNvPr>
            <p:cNvSpPr txBox="1">
              <a:spLocks noChangeArrowheads="1"/>
            </p:cNvSpPr>
            <p:nvPr/>
          </p:nvSpPr>
          <p:spPr bwMode="auto">
            <a:xfrm>
              <a:off x="1714" y="3576"/>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5400">
                  <a:latin typeface="Times New Roman" panose="02020603050405020304" pitchFamily="18" charset="0"/>
                </a:rPr>
                <a:t>...</a:t>
              </a:r>
            </a:p>
          </p:txBody>
        </p:sp>
      </p:grpSp>
      <p:sp>
        <p:nvSpPr>
          <p:cNvPr id="209934" name="Rectangle 14">
            <a:extLst>
              <a:ext uri="{FF2B5EF4-FFF2-40B4-BE49-F238E27FC236}">
                <a16:creationId xmlns:a16="http://schemas.microsoft.com/office/drawing/2014/main" id="{531B3143-2466-2688-E0AB-111026A44A5F}"/>
              </a:ext>
            </a:extLst>
          </p:cNvPr>
          <p:cNvSpPr>
            <a:spLocks noChangeArrowheads="1"/>
          </p:cNvSpPr>
          <p:nvPr/>
        </p:nvSpPr>
        <p:spPr bwMode="auto">
          <a:xfrm>
            <a:off x="790575" y="1231900"/>
            <a:ext cx="7866063" cy="2325688"/>
          </a:xfrm>
          <a:prstGeom prst="rect">
            <a:avLst/>
          </a:prstGeom>
          <a:noFill/>
          <a:ln w="9525">
            <a:noFill/>
            <a:miter lim="800000"/>
            <a:headEnd/>
            <a:tailEnd/>
          </a:ln>
          <a:effectLst/>
        </p:spPr>
        <p:txBody>
          <a:bodyPr/>
          <a:lstStyle/>
          <a:p>
            <a:pPr>
              <a:lnSpc>
                <a:spcPct val="90000"/>
              </a:lnSpc>
              <a:spcBef>
                <a:spcPct val="50000"/>
              </a:spcBef>
              <a:buClr>
                <a:schemeClr val="accent1"/>
              </a:buClr>
              <a:buSzPct val="75000"/>
              <a:buFont typeface="Wingdings" pitchFamily="2" charset="2"/>
              <a:buNone/>
              <a:defRPr/>
            </a:pPr>
            <a:r>
              <a:rPr lang="en-US" sz="2100" dirty="0">
                <a:latin typeface="+mn-lt"/>
                <a:ea typeface="ＭＳ Ｐゴシック" charset="0"/>
                <a:cs typeface="ＭＳ Ｐゴシック" charset="0"/>
              </a:rPr>
              <a:t>Define: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A = </a:t>
            </a:r>
            <a:r>
              <a:rPr lang="en-US" sz="2000" dirty="0" err="1">
                <a:solidFill>
                  <a:srgbClr val="FF6600"/>
                </a:solidFill>
                <a:latin typeface="+mn-lt"/>
                <a:ea typeface="ＭＳ Ｐゴシック" charset="0"/>
                <a:cs typeface="ＭＳ Ｐゴシック" charset="0"/>
              </a:rPr>
              <a:t>a.A</a:t>
            </a:r>
            <a:r>
              <a:rPr lang="en-US" sz="2000" dirty="0">
                <a:solidFill>
                  <a:srgbClr val="FF6600"/>
                </a:solidFill>
                <a:latin typeface="+mn-lt"/>
                <a:ea typeface="ＭＳ Ｐゴシック" charset="0"/>
                <a:cs typeface="ＭＳ Ｐゴシック" charset="0"/>
              </a:rPr>
              <a:t>' 	             B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A' = </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B' = </a:t>
            </a:r>
            <a:r>
              <a:rPr lang="en-US" sz="2000" dirty="0" err="1">
                <a:solidFill>
                  <a:srgbClr val="FF6600"/>
                </a:solidFill>
                <a:latin typeface="+mn-lt"/>
                <a:ea typeface="ＭＳ Ｐゴシック" charset="0"/>
                <a:cs typeface="ＭＳ Ｐゴシック" charset="0"/>
              </a:rPr>
              <a:t>b.B</a:t>
            </a:r>
            <a:r>
              <a:rPr lang="en-US" sz="2000" dirty="0">
                <a:solidFill>
                  <a:srgbClr val="FF6600"/>
                </a:solidFill>
                <a:latin typeface="+mn-lt"/>
                <a:ea typeface="ＭＳ Ｐゴシック" charset="0"/>
                <a:cs typeface="ＭＳ Ｐゴシック" charset="0"/>
              </a:rPr>
              <a:t>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System =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 A | B ) </a:t>
            </a:r>
          </a:p>
          <a:p>
            <a:pPr>
              <a:lnSpc>
                <a:spcPct val="90000"/>
              </a:lnSpc>
              <a:spcBef>
                <a:spcPct val="5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Draw a graph to show all possible sequences of actions. Here is the start: </a:t>
            </a:r>
          </a:p>
        </p:txBody>
      </p:sp>
      <p:sp>
        <p:nvSpPr>
          <p:cNvPr id="48134" name="Line 15">
            <a:extLst>
              <a:ext uri="{FF2B5EF4-FFF2-40B4-BE49-F238E27FC236}">
                <a16:creationId xmlns:a16="http://schemas.microsoft.com/office/drawing/2014/main" id="{60991802-C606-8FD7-5771-F2595AE60E81}"/>
              </a:ext>
            </a:extLst>
          </p:cNvPr>
          <p:cNvSpPr>
            <a:spLocks noChangeShapeType="1"/>
          </p:cNvSpPr>
          <p:nvPr/>
        </p:nvSpPr>
        <p:spPr bwMode="auto">
          <a:xfrm>
            <a:off x="2217738" y="2108200"/>
            <a:ext cx="1698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5" name="Line 16">
            <a:extLst>
              <a:ext uri="{FF2B5EF4-FFF2-40B4-BE49-F238E27FC236}">
                <a16:creationId xmlns:a16="http://schemas.microsoft.com/office/drawing/2014/main" id="{E27C38E8-21C1-DA42-B5D8-102B6BECB8E8}"/>
              </a:ext>
            </a:extLst>
          </p:cNvPr>
          <p:cNvSpPr>
            <a:spLocks noChangeShapeType="1"/>
          </p:cNvSpPr>
          <p:nvPr/>
        </p:nvSpPr>
        <p:spPr bwMode="auto">
          <a:xfrm flipH="1">
            <a:off x="3873500" y="203200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oter Placeholder 2">
            <a:extLst>
              <a:ext uri="{FF2B5EF4-FFF2-40B4-BE49-F238E27FC236}">
                <a16:creationId xmlns:a16="http://schemas.microsoft.com/office/drawing/2014/main" id="{476FA4AF-3562-A01E-E060-069B28DF6404}"/>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9154" name="Slide Number Placeholder 3">
            <a:extLst>
              <a:ext uri="{FF2B5EF4-FFF2-40B4-BE49-F238E27FC236}">
                <a16:creationId xmlns:a16="http://schemas.microsoft.com/office/drawing/2014/main" id="{30839EBE-916D-7E07-F048-596FAD7AE303}"/>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D956E7CB-DE21-2440-8A9D-7FF72EBCFCBD}" type="slidenum">
              <a:rPr lang="en-US" altLang="en-US" sz="1200">
                <a:solidFill>
                  <a:srgbClr val="898989"/>
                </a:solidFill>
              </a:rPr>
              <a:pPr algn="ctr" eaLnBrk="1" hangingPunct="1"/>
              <a:t>33</a:t>
            </a:fld>
            <a:endParaRPr lang="en-US" altLang="en-US" sz="1200">
              <a:solidFill>
                <a:srgbClr val="898989"/>
              </a:solidFill>
            </a:endParaRPr>
          </a:p>
        </p:txBody>
      </p:sp>
      <p:sp>
        <p:nvSpPr>
          <p:cNvPr id="49155" name="Rectangle 2">
            <a:extLst>
              <a:ext uri="{FF2B5EF4-FFF2-40B4-BE49-F238E27FC236}">
                <a16:creationId xmlns:a16="http://schemas.microsoft.com/office/drawing/2014/main" id="{9F2F55EE-54D3-9141-4293-AA9283BDC557}"/>
              </a:ext>
            </a:extLst>
          </p:cNvPr>
          <p:cNvSpPr>
            <a:spLocks noGrp="1" noChangeArrowheads="1"/>
          </p:cNvSpPr>
          <p:nvPr>
            <p:ph type="title"/>
          </p:nvPr>
        </p:nvSpPr>
        <p:spPr>
          <a:xfrm>
            <a:off x="623888" y="355600"/>
            <a:ext cx="7772400" cy="457200"/>
          </a:xfrm>
        </p:spPr>
        <p:txBody>
          <a:bodyPr/>
          <a:lstStyle/>
          <a:p>
            <a:pPr eaLnBrk="1" hangingPunct="1"/>
            <a:r>
              <a:rPr lang="en-US" altLang="en-US">
                <a:solidFill>
                  <a:srgbClr val="0000FF"/>
                </a:solidFill>
                <a:ea typeface="ＭＳ Ｐゴシック" panose="020B0600070205080204" pitchFamily="34" charset="-128"/>
              </a:rPr>
              <a:t>More of the Behavior</a:t>
            </a:r>
          </a:p>
        </p:txBody>
      </p:sp>
      <p:grpSp>
        <p:nvGrpSpPr>
          <p:cNvPr id="49156" name="Group 3">
            <a:extLst>
              <a:ext uri="{FF2B5EF4-FFF2-40B4-BE49-F238E27FC236}">
                <a16:creationId xmlns:a16="http://schemas.microsoft.com/office/drawing/2014/main" id="{E2D6AE44-1079-30EE-4476-CCCE68C49351}"/>
              </a:ext>
            </a:extLst>
          </p:cNvPr>
          <p:cNvGrpSpPr>
            <a:grpSpLocks/>
          </p:cNvGrpSpPr>
          <p:nvPr/>
        </p:nvGrpSpPr>
        <p:grpSpPr bwMode="auto">
          <a:xfrm>
            <a:off x="2389188" y="1036638"/>
            <a:ext cx="3792537" cy="4814887"/>
            <a:chOff x="1505" y="653"/>
            <a:chExt cx="2389" cy="3033"/>
          </a:xfrm>
        </p:grpSpPr>
        <p:sp>
          <p:nvSpPr>
            <p:cNvPr id="49157" name="Line 4">
              <a:extLst>
                <a:ext uri="{FF2B5EF4-FFF2-40B4-BE49-F238E27FC236}">
                  <a16:creationId xmlns:a16="http://schemas.microsoft.com/office/drawing/2014/main" id="{25628FB5-8AAC-A5C3-9D6F-76541A2796A1}"/>
                </a:ext>
              </a:extLst>
            </p:cNvPr>
            <p:cNvSpPr>
              <a:spLocks noChangeShapeType="1"/>
            </p:cNvSpPr>
            <p:nvPr/>
          </p:nvSpPr>
          <p:spPr bwMode="auto">
            <a:xfrm>
              <a:off x="2667" y="92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8" name="Line 5">
              <a:extLst>
                <a:ext uri="{FF2B5EF4-FFF2-40B4-BE49-F238E27FC236}">
                  <a16:creationId xmlns:a16="http://schemas.microsoft.com/office/drawing/2014/main" id="{D5AA78E2-DD92-4B37-D1DC-A297F252793F}"/>
                </a:ext>
              </a:extLst>
            </p:cNvPr>
            <p:cNvSpPr>
              <a:spLocks noChangeShapeType="1"/>
            </p:cNvSpPr>
            <p:nvPr/>
          </p:nvSpPr>
          <p:spPr bwMode="auto">
            <a:xfrm>
              <a:off x="2675" y="1588"/>
              <a:ext cx="0" cy="3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9" name="Freeform 6">
              <a:extLst>
                <a:ext uri="{FF2B5EF4-FFF2-40B4-BE49-F238E27FC236}">
                  <a16:creationId xmlns:a16="http://schemas.microsoft.com/office/drawing/2014/main" id="{4364A9BB-1BB3-C7E6-E66E-C31088F57617}"/>
                </a:ext>
              </a:extLst>
            </p:cNvPr>
            <p:cNvSpPr>
              <a:spLocks/>
            </p:cNvSpPr>
            <p:nvPr/>
          </p:nvSpPr>
          <p:spPr bwMode="auto">
            <a:xfrm>
              <a:off x="1874" y="2204"/>
              <a:ext cx="1627" cy="165"/>
            </a:xfrm>
            <a:custGeom>
              <a:avLst/>
              <a:gdLst>
                <a:gd name="T0" fmla="*/ 0 w 1627"/>
                <a:gd name="T1" fmla="*/ 36 h 239"/>
                <a:gd name="T2" fmla="*/ 789 w 1627"/>
                <a:gd name="T3" fmla="*/ 0 h 239"/>
                <a:gd name="T4" fmla="*/ 1627 w 1627"/>
                <a:gd name="T5" fmla="*/ 38 h 239"/>
                <a:gd name="T6" fmla="*/ 0 60000 65536"/>
                <a:gd name="T7" fmla="*/ 0 60000 65536"/>
                <a:gd name="T8" fmla="*/ 0 60000 65536"/>
              </a:gdLst>
              <a:ahLst/>
              <a:cxnLst>
                <a:cxn ang="T6">
                  <a:pos x="T0" y="T1"/>
                </a:cxn>
                <a:cxn ang="T7">
                  <a:pos x="T2" y="T3"/>
                </a:cxn>
                <a:cxn ang="T8">
                  <a:pos x="T4" y="T5"/>
                </a:cxn>
              </a:cxnLst>
              <a:rect l="0" t="0" r="r" b="b"/>
              <a:pathLst>
                <a:path w="1627" h="239">
                  <a:moveTo>
                    <a:pt x="0" y="230"/>
                  </a:moveTo>
                  <a:lnTo>
                    <a:pt x="789" y="0"/>
                  </a:lnTo>
                  <a:lnTo>
                    <a:pt x="1627" y="239"/>
                  </a:lnTo>
                </a:path>
              </a:pathLst>
            </a:custGeom>
            <a:noFill/>
            <a:ln w="9525" cap="flat"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60" name="Text Box 7">
              <a:extLst>
                <a:ext uri="{FF2B5EF4-FFF2-40B4-BE49-F238E27FC236}">
                  <a16:creationId xmlns:a16="http://schemas.microsoft.com/office/drawing/2014/main" id="{54A08AFB-0C48-E66E-7DC2-5D082AA98D76}"/>
                </a:ext>
              </a:extLst>
            </p:cNvPr>
            <p:cNvSpPr txBox="1">
              <a:spLocks noChangeArrowheads="1"/>
            </p:cNvSpPr>
            <p:nvPr/>
          </p:nvSpPr>
          <p:spPr bwMode="auto">
            <a:xfrm>
              <a:off x="2713" y="100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b="1">
                  <a:latin typeface="Times New Roman" panose="02020603050405020304" pitchFamily="18" charset="0"/>
                </a:rPr>
                <a:t>a</a:t>
              </a:r>
              <a:endParaRPr lang="en-US" altLang="en-US" sz="2200" b="1">
                <a:latin typeface="Times New Roman" panose="02020603050405020304" pitchFamily="18" charset="0"/>
              </a:endParaRPr>
            </a:p>
          </p:txBody>
        </p:sp>
        <p:sp>
          <p:nvSpPr>
            <p:cNvPr id="49161" name="Text Box 8">
              <a:extLst>
                <a:ext uri="{FF2B5EF4-FFF2-40B4-BE49-F238E27FC236}">
                  <a16:creationId xmlns:a16="http://schemas.microsoft.com/office/drawing/2014/main" id="{472BDABE-DB2F-8860-17D8-A67A15D2FDA7}"/>
                </a:ext>
              </a:extLst>
            </p:cNvPr>
            <p:cNvSpPr txBox="1">
              <a:spLocks noChangeArrowheads="1"/>
            </p:cNvSpPr>
            <p:nvPr/>
          </p:nvSpPr>
          <p:spPr bwMode="auto">
            <a:xfrm>
              <a:off x="2725" y="1634"/>
              <a:ext cx="1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49162" name="Rectangle 9">
              <a:extLst>
                <a:ext uri="{FF2B5EF4-FFF2-40B4-BE49-F238E27FC236}">
                  <a16:creationId xmlns:a16="http://schemas.microsoft.com/office/drawing/2014/main" id="{77B028F6-C674-0791-D4D6-2C73FCC2D188}"/>
                </a:ext>
              </a:extLst>
            </p:cNvPr>
            <p:cNvSpPr>
              <a:spLocks noChangeArrowheads="1"/>
            </p:cNvSpPr>
            <p:nvPr/>
          </p:nvSpPr>
          <p:spPr bwMode="auto">
            <a:xfrm>
              <a:off x="2423" y="653"/>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3" name="Rectangle 10">
              <a:extLst>
                <a:ext uri="{FF2B5EF4-FFF2-40B4-BE49-F238E27FC236}">
                  <a16:creationId xmlns:a16="http://schemas.microsoft.com/office/drawing/2014/main" id="{3731EBED-E226-2219-56DA-A5B334A6FB29}"/>
                </a:ext>
              </a:extLst>
            </p:cNvPr>
            <p:cNvSpPr>
              <a:spLocks noChangeArrowheads="1"/>
            </p:cNvSpPr>
            <p:nvPr/>
          </p:nvSpPr>
          <p:spPr bwMode="auto">
            <a:xfrm>
              <a:off x="2398" y="131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4" name="Rectangle 11">
              <a:extLst>
                <a:ext uri="{FF2B5EF4-FFF2-40B4-BE49-F238E27FC236}">
                  <a16:creationId xmlns:a16="http://schemas.microsoft.com/office/drawing/2014/main" id="{048B766A-2699-284C-7491-D7FE400899D3}"/>
                </a:ext>
              </a:extLst>
            </p:cNvPr>
            <p:cNvSpPr>
              <a:spLocks noChangeArrowheads="1"/>
            </p:cNvSpPr>
            <p:nvPr/>
          </p:nvSpPr>
          <p:spPr bwMode="auto">
            <a:xfrm>
              <a:off x="2426" y="1912"/>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9165" name="Rectangle 12">
              <a:extLst>
                <a:ext uri="{FF2B5EF4-FFF2-40B4-BE49-F238E27FC236}">
                  <a16:creationId xmlns:a16="http://schemas.microsoft.com/office/drawing/2014/main" id="{75459C86-C68F-05D8-ECA9-BEEA93858CF8}"/>
                </a:ext>
              </a:extLst>
            </p:cNvPr>
            <p:cNvSpPr>
              <a:spLocks noChangeArrowheads="1"/>
            </p:cNvSpPr>
            <p:nvPr/>
          </p:nvSpPr>
          <p:spPr bwMode="auto">
            <a:xfrm>
              <a:off x="1514" y="2440"/>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6" name="Rectangle 13">
              <a:extLst>
                <a:ext uri="{FF2B5EF4-FFF2-40B4-BE49-F238E27FC236}">
                  <a16:creationId xmlns:a16="http://schemas.microsoft.com/office/drawing/2014/main" id="{C67ACEF8-C1CF-FD50-72DF-6A92E992D629}"/>
                </a:ext>
              </a:extLst>
            </p:cNvPr>
            <p:cNvSpPr>
              <a:spLocks noChangeArrowheads="1"/>
            </p:cNvSpPr>
            <p:nvPr/>
          </p:nvSpPr>
          <p:spPr bwMode="auto">
            <a:xfrm>
              <a:off x="3239" y="2453"/>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9167" name="Text Box 14">
              <a:extLst>
                <a:ext uri="{FF2B5EF4-FFF2-40B4-BE49-F238E27FC236}">
                  <a16:creationId xmlns:a16="http://schemas.microsoft.com/office/drawing/2014/main" id="{69D268B4-5957-2763-A23A-0212CDDDD21E}"/>
                </a:ext>
              </a:extLst>
            </p:cNvPr>
            <p:cNvSpPr txBox="1">
              <a:spLocks noChangeArrowheads="1"/>
            </p:cNvSpPr>
            <p:nvPr/>
          </p:nvSpPr>
          <p:spPr bwMode="auto">
            <a:xfrm>
              <a:off x="3156" y="2113"/>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a</a:t>
              </a:r>
              <a:endParaRPr lang="en-US" altLang="en-US" sz="2800">
                <a:latin typeface="Times New Roman" panose="02020603050405020304" pitchFamily="18" charset="0"/>
              </a:endParaRPr>
            </a:p>
          </p:txBody>
        </p:sp>
        <p:grpSp>
          <p:nvGrpSpPr>
            <p:cNvPr id="49168" name="Group 15">
              <a:extLst>
                <a:ext uri="{FF2B5EF4-FFF2-40B4-BE49-F238E27FC236}">
                  <a16:creationId xmlns:a16="http://schemas.microsoft.com/office/drawing/2014/main" id="{456DF48F-D611-0ADE-727B-B671F8CEBCC4}"/>
                </a:ext>
              </a:extLst>
            </p:cNvPr>
            <p:cNvGrpSpPr>
              <a:grpSpLocks/>
            </p:cNvGrpSpPr>
            <p:nvPr/>
          </p:nvGrpSpPr>
          <p:grpSpPr bwMode="auto">
            <a:xfrm>
              <a:off x="2153" y="2088"/>
              <a:ext cx="196" cy="250"/>
              <a:chOff x="510" y="1543"/>
              <a:chExt cx="196" cy="250"/>
            </a:xfrm>
          </p:grpSpPr>
          <p:sp>
            <p:nvSpPr>
              <p:cNvPr id="49179" name="Text Box 16">
                <a:extLst>
                  <a:ext uri="{FF2B5EF4-FFF2-40B4-BE49-F238E27FC236}">
                    <a16:creationId xmlns:a16="http://schemas.microsoft.com/office/drawing/2014/main" id="{344C2D90-6EB0-D8DA-5E49-5604355D9B70}"/>
                  </a:ext>
                </a:extLst>
              </p:cNvPr>
              <p:cNvSpPr txBox="1">
                <a:spLocks noChangeArrowheads="1"/>
              </p:cNvSpPr>
              <p:nvPr/>
            </p:nvSpPr>
            <p:spPr bwMode="auto">
              <a:xfrm>
                <a:off x="510" y="154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b</a:t>
                </a:r>
              </a:p>
            </p:txBody>
          </p:sp>
          <p:sp>
            <p:nvSpPr>
              <p:cNvPr id="49180" name="Line 17">
                <a:extLst>
                  <a:ext uri="{FF2B5EF4-FFF2-40B4-BE49-F238E27FC236}">
                    <a16:creationId xmlns:a16="http://schemas.microsoft.com/office/drawing/2014/main" id="{0EDB1C73-9EC9-F82C-118C-91308748398A}"/>
                  </a:ext>
                </a:extLst>
              </p:cNvPr>
              <p:cNvSpPr>
                <a:spLocks noChangeShapeType="1"/>
              </p:cNvSpPr>
              <p:nvPr/>
            </p:nvSpPr>
            <p:spPr bwMode="auto">
              <a:xfrm>
                <a:off x="553" y="1566"/>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69" name="Line 18">
              <a:extLst>
                <a:ext uri="{FF2B5EF4-FFF2-40B4-BE49-F238E27FC236}">
                  <a16:creationId xmlns:a16="http://schemas.microsoft.com/office/drawing/2014/main" id="{85B14065-4390-967C-20A5-E591FC73B661}"/>
                </a:ext>
              </a:extLst>
            </p:cNvPr>
            <p:cNvSpPr>
              <a:spLocks noChangeShapeType="1"/>
            </p:cNvSpPr>
            <p:nvPr/>
          </p:nvSpPr>
          <p:spPr bwMode="auto">
            <a:xfrm>
              <a:off x="1774" y="273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0" name="Text Box 19">
              <a:extLst>
                <a:ext uri="{FF2B5EF4-FFF2-40B4-BE49-F238E27FC236}">
                  <a16:creationId xmlns:a16="http://schemas.microsoft.com/office/drawing/2014/main" id="{7FB0E127-63D7-CEAE-C9E3-73DB15FBF28C}"/>
                </a:ext>
              </a:extLst>
            </p:cNvPr>
            <p:cNvSpPr txBox="1">
              <a:spLocks noChangeArrowheads="1"/>
            </p:cNvSpPr>
            <p:nvPr/>
          </p:nvSpPr>
          <p:spPr bwMode="auto">
            <a:xfrm>
              <a:off x="1820" y="281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b="1">
                  <a:latin typeface="Times New Roman" panose="02020603050405020304" pitchFamily="18" charset="0"/>
                </a:rPr>
                <a:t>a</a:t>
              </a:r>
              <a:endParaRPr lang="en-US" altLang="en-US" sz="2200" b="1">
                <a:latin typeface="Times New Roman" panose="02020603050405020304" pitchFamily="18" charset="0"/>
              </a:endParaRPr>
            </a:p>
          </p:txBody>
        </p:sp>
        <p:sp>
          <p:nvSpPr>
            <p:cNvPr id="49171" name="Rectangle 20">
              <a:extLst>
                <a:ext uri="{FF2B5EF4-FFF2-40B4-BE49-F238E27FC236}">
                  <a16:creationId xmlns:a16="http://schemas.microsoft.com/office/drawing/2014/main" id="{9C071C39-8D12-28A1-C7EB-BBB9DADD29DB}"/>
                </a:ext>
              </a:extLst>
            </p:cNvPr>
            <p:cNvSpPr>
              <a:spLocks noChangeArrowheads="1"/>
            </p:cNvSpPr>
            <p:nvPr/>
          </p:nvSpPr>
          <p:spPr bwMode="auto">
            <a:xfrm>
              <a:off x="1505" y="312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72" name="Line 21">
              <a:extLst>
                <a:ext uri="{FF2B5EF4-FFF2-40B4-BE49-F238E27FC236}">
                  <a16:creationId xmlns:a16="http://schemas.microsoft.com/office/drawing/2014/main" id="{EE35F691-3B84-EFD8-D25E-A8A802C1F0D5}"/>
                </a:ext>
              </a:extLst>
            </p:cNvPr>
            <p:cNvSpPr>
              <a:spLocks noChangeShapeType="1"/>
            </p:cNvSpPr>
            <p:nvPr/>
          </p:nvSpPr>
          <p:spPr bwMode="auto">
            <a:xfrm>
              <a:off x="3530" y="274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3" name="Rectangle 22">
              <a:extLst>
                <a:ext uri="{FF2B5EF4-FFF2-40B4-BE49-F238E27FC236}">
                  <a16:creationId xmlns:a16="http://schemas.microsoft.com/office/drawing/2014/main" id="{2DE3B305-4F59-D295-4B18-1613632B1E18}"/>
                </a:ext>
              </a:extLst>
            </p:cNvPr>
            <p:cNvSpPr>
              <a:spLocks noChangeArrowheads="1"/>
            </p:cNvSpPr>
            <p:nvPr/>
          </p:nvSpPr>
          <p:spPr bwMode="auto">
            <a:xfrm>
              <a:off x="3261" y="313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grpSp>
          <p:nvGrpSpPr>
            <p:cNvPr id="49174" name="Group 23">
              <a:extLst>
                <a:ext uri="{FF2B5EF4-FFF2-40B4-BE49-F238E27FC236}">
                  <a16:creationId xmlns:a16="http://schemas.microsoft.com/office/drawing/2014/main" id="{6DC5DF7F-1242-7B2F-A714-F35D6022D670}"/>
                </a:ext>
              </a:extLst>
            </p:cNvPr>
            <p:cNvGrpSpPr>
              <a:grpSpLocks/>
            </p:cNvGrpSpPr>
            <p:nvPr/>
          </p:nvGrpSpPr>
          <p:grpSpPr bwMode="auto">
            <a:xfrm>
              <a:off x="3566" y="2800"/>
              <a:ext cx="196" cy="250"/>
              <a:chOff x="510" y="1543"/>
              <a:chExt cx="196" cy="250"/>
            </a:xfrm>
          </p:grpSpPr>
          <p:sp>
            <p:nvSpPr>
              <p:cNvPr id="49177" name="Text Box 24">
                <a:extLst>
                  <a:ext uri="{FF2B5EF4-FFF2-40B4-BE49-F238E27FC236}">
                    <a16:creationId xmlns:a16="http://schemas.microsoft.com/office/drawing/2014/main" id="{9D83DA42-052D-AB45-E42D-4838F4B3D1C4}"/>
                  </a:ext>
                </a:extLst>
              </p:cNvPr>
              <p:cNvSpPr txBox="1">
                <a:spLocks noChangeArrowheads="1"/>
              </p:cNvSpPr>
              <p:nvPr/>
            </p:nvSpPr>
            <p:spPr bwMode="auto">
              <a:xfrm>
                <a:off x="510" y="154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b</a:t>
                </a:r>
              </a:p>
            </p:txBody>
          </p:sp>
          <p:sp>
            <p:nvSpPr>
              <p:cNvPr id="49178" name="Line 25">
                <a:extLst>
                  <a:ext uri="{FF2B5EF4-FFF2-40B4-BE49-F238E27FC236}">
                    <a16:creationId xmlns:a16="http://schemas.microsoft.com/office/drawing/2014/main" id="{4CC65EF1-FFB1-02BF-43FE-2BE7DD46453E}"/>
                  </a:ext>
                </a:extLst>
              </p:cNvPr>
              <p:cNvSpPr>
                <a:spLocks noChangeShapeType="1"/>
              </p:cNvSpPr>
              <p:nvPr/>
            </p:nvSpPr>
            <p:spPr bwMode="auto">
              <a:xfrm>
                <a:off x="553" y="1566"/>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75" name="Line 26">
              <a:extLst>
                <a:ext uri="{FF2B5EF4-FFF2-40B4-BE49-F238E27FC236}">
                  <a16:creationId xmlns:a16="http://schemas.microsoft.com/office/drawing/2014/main" id="{1640D3DF-D382-23DC-BE8C-A311210BD6EB}"/>
                </a:ext>
              </a:extLst>
            </p:cNvPr>
            <p:cNvSpPr>
              <a:spLocks noChangeShapeType="1"/>
            </p:cNvSpPr>
            <p:nvPr/>
          </p:nvSpPr>
          <p:spPr bwMode="auto">
            <a:xfrm>
              <a:off x="1800" y="3468"/>
              <a:ext cx="0" cy="2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6" name="Line 27">
              <a:extLst>
                <a:ext uri="{FF2B5EF4-FFF2-40B4-BE49-F238E27FC236}">
                  <a16:creationId xmlns:a16="http://schemas.microsoft.com/office/drawing/2014/main" id="{E08879D4-97AA-5F99-A0F3-7BD92B40E7BE}"/>
                </a:ext>
              </a:extLst>
            </p:cNvPr>
            <p:cNvSpPr>
              <a:spLocks noChangeShapeType="1"/>
            </p:cNvSpPr>
            <p:nvPr/>
          </p:nvSpPr>
          <p:spPr bwMode="auto">
            <a:xfrm>
              <a:off x="3563" y="3432"/>
              <a:ext cx="0" cy="2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2C2074A6-F468-A36B-532F-6F42B3D48F72}"/>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0178" name="Slide Number Placeholder 4">
            <a:extLst>
              <a:ext uri="{FF2B5EF4-FFF2-40B4-BE49-F238E27FC236}">
                <a16:creationId xmlns:a16="http://schemas.microsoft.com/office/drawing/2014/main" id="{F866E7C8-A37E-0FF6-358F-CAA52D3E023C}"/>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2045E35E-9C3C-A341-AA29-F7B0B7FAE0D2}" type="slidenum">
              <a:rPr lang="en-US" altLang="en-US" sz="1200">
                <a:solidFill>
                  <a:srgbClr val="898989"/>
                </a:solidFill>
              </a:rPr>
              <a:pPr algn="ctr" eaLnBrk="1" hangingPunct="1"/>
              <a:t>34</a:t>
            </a:fld>
            <a:endParaRPr lang="en-US" altLang="en-US" sz="1200">
              <a:solidFill>
                <a:srgbClr val="898989"/>
              </a:solidFill>
            </a:endParaRPr>
          </a:p>
        </p:txBody>
      </p:sp>
      <p:sp>
        <p:nvSpPr>
          <p:cNvPr id="50179" name="Rectangle 2">
            <a:extLst>
              <a:ext uri="{FF2B5EF4-FFF2-40B4-BE49-F238E27FC236}">
                <a16:creationId xmlns:a16="http://schemas.microsoft.com/office/drawing/2014/main" id="{EA7E72EC-17BD-42C0-3239-E46B053213B5}"/>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Showing a Process’s Behavior</a:t>
            </a:r>
          </a:p>
        </p:txBody>
      </p:sp>
      <p:grpSp>
        <p:nvGrpSpPr>
          <p:cNvPr id="50180" name="Group 3">
            <a:extLst>
              <a:ext uri="{FF2B5EF4-FFF2-40B4-BE49-F238E27FC236}">
                <a16:creationId xmlns:a16="http://schemas.microsoft.com/office/drawing/2014/main" id="{62E48534-5DAB-99E4-57E7-B77D2C245134}"/>
              </a:ext>
            </a:extLst>
          </p:cNvPr>
          <p:cNvGrpSpPr>
            <a:grpSpLocks/>
          </p:cNvGrpSpPr>
          <p:nvPr/>
        </p:nvGrpSpPr>
        <p:grpSpPr bwMode="auto">
          <a:xfrm>
            <a:off x="2019300" y="1420813"/>
            <a:ext cx="4860925" cy="3646487"/>
            <a:chOff x="1287" y="669"/>
            <a:chExt cx="3062" cy="2297"/>
          </a:xfrm>
        </p:grpSpPr>
        <p:grpSp>
          <p:nvGrpSpPr>
            <p:cNvPr id="50181" name="Group 4">
              <a:extLst>
                <a:ext uri="{FF2B5EF4-FFF2-40B4-BE49-F238E27FC236}">
                  <a16:creationId xmlns:a16="http://schemas.microsoft.com/office/drawing/2014/main" id="{6A66D7E1-D616-C4C2-1BD4-7D7F01B56315}"/>
                </a:ext>
              </a:extLst>
            </p:cNvPr>
            <p:cNvGrpSpPr>
              <a:grpSpLocks/>
            </p:cNvGrpSpPr>
            <p:nvPr/>
          </p:nvGrpSpPr>
          <p:grpSpPr bwMode="auto">
            <a:xfrm>
              <a:off x="2499" y="669"/>
              <a:ext cx="577" cy="2297"/>
              <a:chOff x="2499" y="669"/>
              <a:chExt cx="577" cy="2297"/>
            </a:xfrm>
          </p:grpSpPr>
          <p:sp>
            <p:nvSpPr>
              <p:cNvPr id="50190" name="Line 5">
                <a:extLst>
                  <a:ext uri="{FF2B5EF4-FFF2-40B4-BE49-F238E27FC236}">
                    <a16:creationId xmlns:a16="http://schemas.microsoft.com/office/drawing/2014/main" id="{F82E08CB-8961-3F3A-08D2-F9EAEEAA138F}"/>
                  </a:ext>
                </a:extLst>
              </p:cNvPr>
              <p:cNvSpPr>
                <a:spLocks noChangeShapeType="1"/>
              </p:cNvSpPr>
              <p:nvPr/>
            </p:nvSpPr>
            <p:spPr bwMode="auto">
              <a:xfrm>
                <a:off x="2773" y="932"/>
                <a:ext cx="0" cy="4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1" name="Line 6">
                <a:extLst>
                  <a:ext uri="{FF2B5EF4-FFF2-40B4-BE49-F238E27FC236}">
                    <a16:creationId xmlns:a16="http://schemas.microsoft.com/office/drawing/2014/main" id="{54E2E12D-376B-5DBF-5826-8323DCC07D8E}"/>
                  </a:ext>
                </a:extLst>
              </p:cNvPr>
              <p:cNvSpPr>
                <a:spLocks noChangeShapeType="1"/>
              </p:cNvSpPr>
              <p:nvPr/>
            </p:nvSpPr>
            <p:spPr bwMode="auto">
              <a:xfrm>
                <a:off x="2781" y="1685"/>
                <a:ext cx="0" cy="3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2" name="Text Box 7">
                <a:extLst>
                  <a:ext uri="{FF2B5EF4-FFF2-40B4-BE49-F238E27FC236}">
                    <a16:creationId xmlns:a16="http://schemas.microsoft.com/office/drawing/2014/main" id="{611BAEFC-6902-9B1C-D5D8-0AB9374DF79B}"/>
                  </a:ext>
                </a:extLst>
              </p:cNvPr>
              <p:cNvSpPr txBox="1">
                <a:spLocks noChangeArrowheads="1"/>
              </p:cNvSpPr>
              <p:nvPr/>
            </p:nvSpPr>
            <p:spPr bwMode="auto">
              <a:xfrm>
                <a:off x="2815" y="1029"/>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200" b="1">
                    <a:latin typeface="Times New Roman" panose="02020603050405020304" pitchFamily="18" charset="0"/>
                  </a:rPr>
                  <a:t>a</a:t>
                </a:r>
              </a:p>
            </p:txBody>
          </p:sp>
          <p:sp>
            <p:nvSpPr>
              <p:cNvPr id="50193" name="Text Box 8">
                <a:extLst>
                  <a:ext uri="{FF2B5EF4-FFF2-40B4-BE49-F238E27FC236}">
                    <a16:creationId xmlns:a16="http://schemas.microsoft.com/office/drawing/2014/main" id="{6DBA4C0B-4770-4EC2-73A7-E3EBCE9EA02F}"/>
                  </a:ext>
                </a:extLst>
              </p:cNvPr>
              <p:cNvSpPr txBox="1">
                <a:spLocks noChangeArrowheads="1"/>
              </p:cNvSpPr>
              <p:nvPr/>
            </p:nvSpPr>
            <p:spPr bwMode="auto">
              <a:xfrm>
                <a:off x="2828" y="1745"/>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50194" name="Rectangle 9">
                <a:extLst>
                  <a:ext uri="{FF2B5EF4-FFF2-40B4-BE49-F238E27FC236}">
                    <a16:creationId xmlns:a16="http://schemas.microsoft.com/office/drawing/2014/main" id="{B8A4D25F-2A75-388A-358C-0438A01A7832}"/>
                  </a:ext>
                </a:extLst>
              </p:cNvPr>
              <p:cNvSpPr>
                <a:spLocks noChangeArrowheads="1"/>
              </p:cNvSpPr>
              <p:nvPr/>
            </p:nvSpPr>
            <p:spPr bwMode="auto">
              <a:xfrm>
                <a:off x="2518" y="669"/>
                <a:ext cx="51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5" name="Rectangle 10">
                <a:extLst>
                  <a:ext uri="{FF2B5EF4-FFF2-40B4-BE49-F238E27FC236}">
                    <a16:creationId xmlns:a16="http://schemas.microsoft.com/office/drawing/2014/main" id="{5A1B7005-73AF-E80D-3B15-D54491C125AE}"/>
                  </a:ext>
                </a:extLst>
              </p:cNvPr>
              <p:cNvSpPr>
                <a:spLocks noChangeArrowheads="1"/>
              </p:cNvSpPr>
              <p:nvPr/>
            </p:nvSpPr>
            <p:spPr bwMode="auto">
              <a:xfrm>
                <a:off x="2502" y="1398"/>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6" name="Rectangle 11">
                <a:extLst>
                  <a:ext uri="{FF2B5EF4-FFF2-40B4-BE49-F238E27FC236}">
                    <a16:creationId xmlns:a16="http://schemas.microsoft.com/office/drawing/2014/main" id="{71EA1122-2F8F-4FEA-15F7-4E2058D852E3}"/>
                  </a:ext>
                </a:extLst>
              </p:cNvPr>
              <p:cNvSpPr>
                <a:spLocks noChangeArrowheads="1"/>
              </p:cNvSpPr>
              <p:nvPr/>
            </p:nvSpPr>
            <p:spPr bwMode="auto">
              <a:xfrm>
                <a:off x="2525" y="2076"/>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7" name="Line 12">
                <a:extLst>
                  <a:ext uri="{FF2B5EF4-FFF2-40B4-BE49-F238E27FC236}">
                    <a16:creationId xmlns:a16="http://schemas.microsoft.com/office/drawing/2014/main" id="{6CC05F86-9ADF-ACC7-3C7F-964D1822E6CB}"/>
                  </a:ext>
                </a:extLst>
              </p:cNvPr>
              <p:cNvSpPr>
                <a:spLocks noChangeShapeType="1"/>
              </p:cNvSpPr>
              <p:nvPr/>
            </p:nvSpPr>
            <p:spPr bwMode="auto">
              <a:xfrm>
                <a:off x="2786" y="2314"/>
                <a:ext cx="0" cy="3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8" name="Text Box 13">
                <a:extLst>
                  <a:ext uri="{FF2B5EF4-FFF2-40B4-BE49-F238E27FC236}">
                    <a16:creationId xmlns:a16="http://schemas.microsoft.com/office/drawing/2014/main" id="{761A9C3B-D817-C710-6B8B-FE1BA4FED294}"/>
                  </a:ext>
                </a:extLst>
              </p:cNvPr>
              <p:cNvSpPr txBox="1">
                <a:spLocks noChangeArrowheads="1"/>
              </p:cNvSpPr>
              <p:nvPr/>
            </p:nvSpPr>
            <p:spPr bwMode="auto">
              <a:xfrm>
                <a:off x="2828" y="2374"/>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rPr>
                  <a:t>a</a:t>
                </a:r>
              </a:p>
            </p:txBody>
          </p:sp>
          <p:sp>
            <p:nvSpPr>
              <p:cNvPr id="50199" name="Rectangle 14">
                <a:extLst>
                  <a:ext uri="{FF2B5EF4-FFF2-40B4-BE49-F238E27FC236}">
                    <a16:creationId xmlns:a16="http://schemas.microsoft.com/office/drawing/2014/main" id="{65470070-37A4-B760-7EA9-83A8049AC610}"/>
                  </a:ext>
                </a:extLst>
              </p:cNvPr>
              <p:cNvSpPr>
                <a:spLocks noChangeArrowheads="1"/>
              </p:cNvSpPr>
              <p:nvPr/>
            </p:nvSpPr>
            <p:spPr bwMode="auto">
              <a:xfrm>
                <a:off x="2499" y="2697"/>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grpSp>
        <p:sp>
          <p:nvSpPr>
            <p:cNvPr id="50182" name="Freeform 15">
              <a:extLst>
                <a:ext uri="{FF2B5EF4-FFF2-40B4-BE49-F238E27FC236}">
                  <a16:creationId xmlns:a16="http://schemas.microsoft.com/office/drawing/2014/main" id="{79816D2D-2CC5-62AC-B4E7-25CEE0C752AE}"/>
                </a:ext>
              </a:extLst>
            </p:cNvPr>
            <p:cNvSpPr>
              <a:spLocks/>
            </p:cNvSpPr>
            <p:nvPr/>
          </p:nvSpPr>
          <p:spPr bwMode="auto">
            <a:xfrm>
              <a:off x="3181" y="1537"/>
              <a:ext cx="863" cy="1307"/>
            </a:xfrm>
            <a:custGeom>
              <a:avLst/>
              <a:gdLst>
                <a:gd name="T0" fmla="*/ 8 w 863"/>
                <a:gd name="T1" fmla="*/ 1307 h 1307"/>
                <a:gd name="T2" fmla="*/ 863 w 863"/>
                <a:gd name="T3" fmla="*/ 1307 h 1307"/>
                <a:gd name="T4" fmla="*/ 863 w 863"/>
                <a:gd name="T5" fmla="*/ 0 h 1307"/>
                <a:gd name="T6" fmla="*/ 0 w 863"/>
                <a:gd name="T7" fmla="*/ 0 h 1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3" h="1307">
                  <a:moveTo>
                    <a:pt x="8" y="1307"/>
                  </a:moveTo>
                  <a:lnTo>
                    <a:pt x="863" y="1307"/>
                  </a:lnTo>
                  <a:lnTo>
                    <a:pt x="863" y="0"/>
                  </a:lnTo>
                  <a:lnTo>
                    <a:pt x="0" y="0"/>
                  </a:ln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183" name="Group 16">
              <a:extLst>
                <a:ext uri="{FF2B5EF4-FFF2-40B4-BE49-F238E27FC236}">
                  <a16:creationId xmlns:a16="http://schemas.microsoft.com/office/drawing/2014/main" id="{50B6D667-3B63-9012-6EC5-8D94D3F4F9A4}"/>
                </a:ext>
              </a:extLst>
            </p:cNvPr>
            <p:cNvGrpSpPr>
              <a:grpSpLocks/>
            </p:cNvGrpSpPr>
            <p:nvPr/>
          </p:nvGrpSpPr>
          <p:grpSpPr bwMode="auto">
            <a:xfrm>
              <a:off x="4126" y="2029"/>
              <a:ext cx="223" cy="288"/>
              <a:chOff x="4232" y="2177"/>
              <a:chExt cx="223" cy="288"/>
            </a:xfrm>
          </p:grpSpPr>
          <p:sp>
            <p:nvSpPr>
              <p:cNvPr id="50188" name="Text Box 17">
                <a:extLst>
                  <a:ext uri="{FF2B5EF4-FFF2-40B4-BE49-F238E27FC236}">
                    <a16:creationId xmlns:a16="http://schemas.microsoft.com/office/drawing/2014/main" id="{470ECD3C-E095-E0F5-A126-286BD4ACC735}"/>
                  </a:ext>
                </a:extLst>
              </p:cNvPr>
              <p:cNvSpPr txBox="1">
                <a:spLocks noChangeArrowheads="1"/>
              </p:cNvSpPr>
              <p:nvPr/>
            </p:nvSpPr>
            <p:spPr bwMode="auto">
              <a:xfrm>
                <a:off x="4232" y="217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50189" name="Line 18">
                <a:extLst>
                  <a:ext uri="{FF2B5EF4-FFF2-40B4-BE49-F238E27FC236}">
                    <a16:creationId xmlns:a16="http://schemas.microsoft.com/office/drawing/2014/main" id="{11907154-4FBF-96C1-5834-60950A8DF023}"/>
                  </a:ext>
                </a:extLst>
              </p:cNvPr>
              <p:cNvSpPr>
                <a:spLocks noChangeShapeType="1"/>
              </p:cNvSpPr>
              <p:nvPr/>
            </p:nvSpPr>
            <p:spPr bwMode="auto">
              <a:xfrm>
                <a:off x="4290" y="2216"/>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0184" name="Freeform 19">
              <a:extLst>
                <a:ext uri="{FF2B5EF4-FFF2-40B4-BE49-F238E27FC236}">
                  <a16:creationId xmlns:a16="http://schemas.microsoft.com/office/drawing/2014/main" id="{0A44C6C0-8BED-4FCF-27A6-897B74257CB9}"/>
                </a:ext>
              </a:extLst>
            </p:cNvPr>
            <p:cNvSpPr>
              <a:spLocks/>
            </p:cNvSpPr>
            <p:nvPr/>
          </p:nvSpPr>
          <p:spPr bwMode="auto">
            <a:xfrm flipH="1">
              <a:off x="1567" y="844"/>
              <a:ext cx="863" cy="1307"/>
            </a:xfrm>
            <a:custGeom>
              <a:avLst/>
              <a:gdLst>
                <a:gd name="T0" fmla="*/ 8 w 863"/>
                <a:gd name="T1" fmla="*/ 1307 h 1307"/>
                <a:gd name="T2" fmla="*/ 863 w 863"/>
                <a:gd name="T3" fmla="*/ 1307 h 1307"/>
                <a:gd name="T4" fmla="*/ 863 w 863"/>
                <a:gd name="T5" fmla="*/ 0 h 1307"/>
                <a:gd name="T6" fmla="*/ 0 w 863"/>
                <a:gd name="T7" fmla="*/ 0 h 1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3" h="1307">
                  <a:moveTo>
                    <a:pt x="8" y="1307"/>
                  </a:moveTo>
                  <a:lnTo>
                    <a:pt x="863" y="1307"/>
                  </a:lnTo>
                  <a:lnTo>
                    <a:pt x="863" y="0"/>
                  </a:lnTo>
                  <a:lnTo>
                    <a:pt x="0" y="0"/>
                  </a:ln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185" name="Group 20">
              <a:extLst>
                <a:ext uri="{FF2B5EF4-FFF2-40B4-BE49-F238E27FC236}">
                  <a16:creationId xmlns:a16="http://schemas.microsoft.com/office/drawing/2014/main" id="{051E54CF-F9E7-95BD-DC82-7B0AF2338047}"/>
                </a:ext>
              </a:extLst>
            </p:cNvPr>
            <p:cNvGrpSpPr>
              <a:grpSpLocks/>
            </p:cNvGrpSpPr>
            <p:nvPr/>
          </p:nvGrpSpPr>
          <p:grpSpPr bwMode="auto">
            <a:xfrm>
              <a:off x="1287" y="1328"/>
              <a:ext cx="223" cy="288"/>
              <a:chOff x="4232" y="2177"/>
              <a:chExt cx="223" cy="288"/>
            </a:xfrm>
          </p:grpSpPr>
          <p:sp>
            <p:nvSpPr>
              <p:cNvPr id="50186" name="Text Box 21">
                <a:extLst>
                  <a:ext uri="{FF2B5EF4-FFF2-40B4-BE49-F238E27FC236}">
                    <a16:creationId xmlns:a16="http://schemas.microsoft.com/office/drawing/2014/main" id="{39F36F53-0D18-1750-EE94-9F48B15A03CE}"/>
                  </a:ext>
                </a:extLst>
              </p:cNvPr>
              <p:cNvSpPr txBox="1">
                <a:spLocks noChangeArrowheads="1"/>
              </p:cNvSpPr>
              <p:nvPr/>
            </p:nvSpPr>
            <p:spPr bwMode="auto">
              <a:xfrm>
                <a:off x="4232" y="217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50187" name="Line 22">
                <a:extLst>
                  <a:ext uri="{FF2B5EF4-FFF2-40B4-BE49-F238E27FC236}">
                    <a16:creationId xmlns:a16="http://schemas.microsoft.com/office/drawing/2014/main" id="{5BB54B2A-46EC-5980-7C6F-F4EB710733E9}"/>
                  </a:ext>
                </a:extLst>
              </p:cNvPr>
              <p:cNvSpPr>
                <a:spLocks noChangeShapeType="1"/>
              </p:cNvSpPr>
              <p:nvPr/>
            </p:nvSpPr>
            <p:spPr bwMode="auto">
              <a:xfrm>
                <a:off x="4290" y="2216"/>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3">
            <a:extLst>
              <a:ext uri="{FF2B5EF4-FFF2-40B4-BE49-F238E27FC236}">
                <a16:creationId xmlns:a16="http://schemas.microsoft.com/office/drawing/2014/main" id="{0832E296-B014-A42B-11F9-6A64E55AAFF5}"/>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1202" name="Slide Number Placeholder 4">
            <a:extLst>
              <a:ext uri="{FF2B5EF4-FFF2-40B4-BE49-F238E27FC236}">
                <a16:creationId xmlns:a16="http://schemas.microsoft.com/office/drawing/2014/main" id="{4F9687AB-76EE-9503-E557-7A01194F150C}"/>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F7580C44-03CD-2648-A5A4-D914BF64AD26}" type="slidenum">
              <a:rPr lang="en-US" altLang="en-US" sz="1200">
                <a:solidFill>
                  <a:srgbClr val="898989"/>
                </a:solidFill>
              </a:rPr>
              <a:pPr algn="ctr" eaLnBrk="1" hangingPunct="1"/>
              <a:t>35</a:t>
            </a:fld>
            <a:endParaRPr lang="en-US" altLang="en-US" sz="1200">
              <a:solidFill>
                <a:srgbClr val="898989"/>
              </a:solidFill>
            </a:endParaRPr>
          </a:p>
        </p:txBody>
      </p:sp>
      <p:sp>
        <p:nvSpPr>
          <p:cNvPr id="51203" name="Rectangle 2">
            <a:extLst>
              <a:ext uri="{FF2B5EF4-FFF2-40B4-BE49-F238E27FC236}">
                <a16:creationId xmlns:a16="http://schemas.microsoft.com/office/drawing/2014/main" id="{6FD9670B-7F56-C1F4-CC71-10FB774277D8}"/>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Process Equivalence</a:t>
            </a:r>
          </a:p>
        </p:txBody>
      </p:sp>
      <p:pic>
        <p:nvPicPr>
          <p:cNvPr id="51204" name="Picture 3" descr="cwb4">
            <a:extLst>
              <a:ext uri="{FF2B5EF4-FFF2-40B4-BE49-F238E27FC236}">
                <a16:creationId xmlns:a16="http://schemas.microsoft.com/office/drawing/2014/main" id="{22450126-7D3D-3732-0994-F3A5A1A06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1417638"/>
            <a:ext cx="8162925" cy="487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2">
            <a:extLst>
              <a:ext uri="{FF2B5EF4-FFF2-40B4-BE49-F238E27FC236}">
                <a16:creationId xmlns:a16="http://schemas.microsoft.com/office/drawing/2014/main" id="{5346C8DD-517D-5184-2829-8C6D78D08858}"/>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2226" name="Slide Number Placeholder 3">
            <a:extLst>
              <a:ext uri="{FF2B5EF4-FFF2-40B4-BE49-F238E27FC236}">
                <a16:creationId xmlns:a16="http://schemas.microsoft.com/office/drawing/2014/main" id="{A48D3E4F-871B-5AC7-4990-5F8A736F0834}"/>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93500117-D559-D649-8D79-294C0E5D211B}" type="slidenum">
              <a:rPr lang="en-US" altLang="en-US" sz="1200">
                <a:solidFill>
                  <a:srgbClr val="898989"/>
                </a:solidFill>
              </a:rPr>
              <a:pPr algn="ctr" eaLnBrk="1" hangingPunct="1"/>
              <a:t>36</a:t>
            </a:fld>
            <a:endParaRPr lang="en-US" altLang="en-US" sz="1200">
              <a:solidFill>
                <a:srgbClr val="898989"/>
              </a:solidFill>
            </a:endParaRPr>
          </a:p>
        </p:txBody>
      </p:sp>
      <p:sp>
        <p:nvSpPr>
          <p:cNvPr id="52227" name="Rectangle 2">
            <a:extLst>
              <a:ext uri="{FF2B5EF4-FFF2-40B4-BE49-F238E27FC236}">
                <a16:creationId xmlns:a16="http://schemas.microsoft.com/office/drawing/2014/main" id="{2B5671BC-0AA9-4C60-E5FB-348D94A04014}"/>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Bisimulation</a:t>
            </a:r>
          </a:p>
        </p:txBody>
      </p:sp>
      <p:sp>
        <p:nvSpPr>
          <p:cNvPr id="214019" name="Text Box 3">
            <a:extLst>
              <a:ext uri="{FF2B5EF4-FFF2-40B4-BE49-F238E27FC236}">
                <a16:creationId xmlns:a16="http://schemas.microsoft.com/office/drawing/2014/main" id="{13A19A02-5623-B1E6-436C-99FDCECA209F}"/>
              </a:ext>
            </a:extLst>
          </p:cNvPr>
          <p:cNvSpPr txBox="1">
            <a:spLocks noChangeArrowheads="1"/>
          </p:cNvSpPr>
          <p:nvPr/>
        </p:nvSpPr>
        <p:spPr bwMode="auto">
          <a:xfrm>
            <a:off x="1144588" y="1236663"/>
            <a:ext cx="6738937" cy="768350"/>
          </a:xfrm>
          <a:prstGeom prst="rect">
            <a:avLst/>
          </a:prstGeom>
          <a:noFill/>
          <a:ln w="9525">
            <a:noFill/>
            <a:miter lim="800000"/>
            <a:headEnd/>
            <a:tailEnd/>
          </a:ln>
          <a:effectLst/>
        </p:spPr>
        <p:txBody>
          <a:bodyPr wrap="none" anchor="ctr">
            <a:spAutoFit/>
          </a:bodyPr>
          <a:lstStyle/>
          <a:p>
            <a:pPr>
              <a:spcBef>
                <a:spcPct val="20000"/>
              </a:spcBef>
              <a:defRPr/>
            </a:pPr>
            <a:r>
              <a:rPr lang="en-US" sz="2000" dirty="0">
                <a:latin typeface="+mn-lt"/>
                <a:ea typeface="ＭＳ Ｐゴシック" charset="0"/>
                <a:cs typeface="ＭＳ Ｐゴシック" charset="0"/>
              </a:rPr>
              <a:t>The behavior of two process are equal when each can simulate</a:t>
            </a:r>
          </a:p>
          <a:p>
            <a:pPr>
              <a:spcBef>
                <a:spcPct val="20000"/>
              </a:spcBef>
              <a:defRPr/>
            </a:pPr>
            <a:r>
              <a:rPr lang="en-US" sz="2000" dirty="0">
                <a:latin typeface="+mn-lt"/>
                <a:ea typeface="ＭＳ Ｐゴシック" charset="0"/>
                <a:cs typeface="ＭＳ Ｐゴシック" charset="0"/>
              </a:rPr>
              <a:t>exactly the behavior of the other. </a:t>
            </a:r>
          </a:p>
        </p:txBody>
      </p:sp>
      <p:grpSp>
        <p:nvGrpSpPr>
          <p:cNvPr id="52229" name="Group 4">
            <a:extLst>
              <a:ext uri="{FF2B5EF4-FFF2-40B4-BE49-F238E27FC236}">
                <a16:creationId xmlns:a16="http://schemas.microsoft.com/office/drawing/2014/main" id="{6405691C-8D63-3962-B4BD-29AF9524846D}"/>
              </a:ext>
            </a:extLst>
          </p:cNvPr>
          <p:cNvGrpSpPr>
            <a:grpSpLocks/>
          </p:cNvGrpSpPr>
          <p:nvPr/>
        </p:nvGrpSpPr>
        <p:grpSpPr bwMode="auto">
          <a:xfrm>
            <a:off x="4618038" y="2671763"/>
            <a:ext cx="2816225" cy="2665412"/>
            <a:chOff x="2878" y="1442"/>
            <a:chExt cx="1774" cy="1679"/>
          </a:xfrm>
        </p:grpSpPr>
        <p:grpSp>
          <p:nvGrpSpPr>
            <p:cNvPr id="52246" name="Group 5">
              <a:extLst>
                <a:ext uri="{FF2B5EF4-FFF2-40B4-BE49-F238E27FC236}">
                  <a16:creationId xmlns:a16="http://schemas.microsoft.com/office/drawing/2014/main" id="{886E526D-177F-48B3-7429-2F0CBD94FE61}"/>
                </a:ext>
              </a:extLst>
            </p:cNvPr>
            <p:cNvGrpSpPr>
              <a:grpSpLocks/>
            </p:cNvGrpSpPr>
            <p:nvPr/>
          </p:nvGrpSpPr>
          <p:grpSpPr bwMode="auto">
            <a:xfrm>
              <a:off x="2878" y="1911"/>
              <a:ext cx="646" cy="1210"/>
              <a:chOff x="2878" y="1911"/>
              <a:chExt cx="646" cy="1210"/>
            </a:xfrm>
          </p:grpSpPr>
          <p:sp>
            <p:nvSpPr>
              <p:cNvPr id="52249" name="Text Box 6">
                <a:extLst>
                  <a:ext uri="{FF2B5EF4-FFF2-40B4-BE49-F238E27FC236}">
                    <a16:creationId xmlns:a16="http://schemas.microsoft.com/office/drawing/2014/main" id="{17E10200-6100-DFF2-0FA4-DA52FF66B8E2}"/>
                  </a:ext>
                </a:extLst>
              </p:cNvPr>
              <p:cNvSpPr txBox="1">
                <a:spLocks noChangeArrowheads="1"/>
              </p:cNvSpPr>
              <p:nvPr/>
            </p:nvSpPr>
            <p:spPr bwMode="auto">
              <a:xfrm flipH="1">
                <a:off x="2977" y="2237"/>
                <a:ext cx="3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4000">
                    <a:solidFill>
                      <a:srgbClr val="0000FF"/>
                    </a:solidFill>
                    <a:latin typeface="Times New Roman" panose="02020603050405020304" pitchFamily="18" charset="0"/>
                  </a:rPr>
                  <a:t>Q</a:t>
                </a:r>
              </a:p>
            </p:txBody>
          </p:sp>
          <p:sp>
            <p:nvSpPr>
              <p:cNvPr id="52250" name="Oval 7">
                <a:extLst>
                  <a:ext uri="{FF2B5EF4-FFF2-40B4-BE49-F238E27FC236}">
                    <a16:creationId xmlns:a16="http://schemas.microsoft.com/office/drawing/2014/main" id="{B8C2D528-5303-5167-0F6F-56004BDA8E30}"/>
                  </a:ext>
                </a:extLst>
              </p:cNvPr>
              <p:cNvSpPr>
                <a:spLocks noChangeArrowheads="1"/>
              </p:cNvSpPr>
              <p:nvPr/>
            </p:nvSpPr>
            <p:spPr bwMode="auto">
              <a:xfrm flipH="1">
                <a:off x="2994" y="2114"/>
                <a:ext cx="336" cy="7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52251" name="Group 8">
                <a:extLst>
                  <a:ext uri="{FF2B5EF4-FFF2-40B4-BE49-F238E27FC236}">
                    <a16:creationId xmlns:a16="http://schemas.microsoft.com/office/drawing/2014/main" id="{ED1842FC-B2AC-8B0D-399F-82238EAF672F}"/>
                  </a:ext>
                </a:extLst>
              </p:cNvPr>
              <p:cNvGrpSpPr>
                <a:grpSpLocks/>
              </p:cNvGrpSpPr>
              <p:nvPr/>
            </p:nvGrpSpPr>
            <p:grpSpPr bwMode="auto">
              <a:xfrm flipH="1">
                <a:off x="3158" y="2807"/>
                <a:ext cx="94" cy="312"/>
                <a:chOff x="1714" y="2813"/>
                <a:chExt cx="94" cy="312"/>
              </a:xfrm>
            </p:grpSpPr>
            <p:sp>
              <p:nvSpPr>
                <p:cNvPr id="52259" name="Line 9">
                  <a:extLst>
                    <a:ext uri="{FF2B5EF4-FFF2-40B4-BE49-F238E27FC236}">
                      <a16:creationId xmlns:a16="http://schemas.microsoft.com/office/drawing/2014/main" id="{B5920594-B062-21DF-7B40-B17FE753E608}"/>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0" name="Oval 10">
                  <a:extLst>
                    <a:ext uri="{FF2B5EF4-FFF2-40B4-BE49-F238E27FC236}">
                      <a16:creationId xmlns:a16="http://schemas.microsoft.com/office/drawing/2014/main" id="{65F18594-E924-EF24-9287-43DD5BF47CE0}"/>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52252" name="Group 11">
                <a:extLst>
                  <a:ext uri="{FF2B5EF4-FFF2-40B4-BE49-F238E27FC236}">
                    <a16:creationId xmlns:a16="http://schemas.microsoft.com/office/drawing/2014/main" id="{33E14E56-D946-A38F-5704-2AB187323ABF}"/>
                  </a:ext>
                </a:extLst>
              </p:cNvPr>
              <p:cNvGrpSpPr>
                <a:grpSpLocks/>
              </p:cNvGrpSpPr>
              <p:nvPr/>
            </p:nvGrpSpPr>
            <p:grpSpPr bwMode="auto">
              <a:xfrm flipH="1">
                <a:off x="2992" y="2809"/>
                <a:ext cx="94" cy="312"/>
                <a:chOff x="1714" y="2813"/>
                <a:chExt cx="94" cy="312"/>
              </a:xfrm>
            </p:grpSpPr>
            <p:sp>
              <p:nvSpPr>
                <p:cNvPr id="52257" name="Line 12">
                  <a:extLst>
                    <a:ext uri="{FF2B5EF4-FFF2-40B4-BE49-F238E27FC236}">
                      <a16:creationId xmlns:a16="http://schemas.microsoft.com/office/drawing/2014/main" id="{10327B4B-3758-1E19-41C9-F41F24C66B3C}"/>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8" name="Oval 13">
                  <a:extLst>
                    <a:ext uri="{FF2B5EF4-FFF2-40B4-BE49-F238E27FC236}">
                      <a16:creationId xmlns:a16="http://schemas.microsoft.com/office/drawing/2014/main" id="{9BAB5DB2-28BD-5E69-C93A-8F1E51D3011F}"/>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52253" name="Line 14">
                <a:extLst>
                  <a:ext uri="{FF2B5EF4-FFF2-40B4-BE49-F238E27FC236}">
                    <a16:creationId xmlns:a16="http://schemas.microsoft.com/office/drawing/2014/main" id="{B72DB9FC-1832-5FB2-98E3-29CF6143C797}"/>
                  </a:ext>
                </a:extLst>
              </p:cNvPr>
              <p:cNvSpPr>
                <a:spLocks noChangeShapeType="1"/>
              </p:cNvSpPr>
              <p:nvPr/>
            </p:nvSpPr>
            <p:spPr bwMode="auto">
              <a:xfrm flipH="1" flipV="1">
                <a:off x="3150" y="2067"/>
                <a:ext cx="16" cy="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4" name="Oval 15">
                <a:extLst>
                  <a:ext uri="{FF2B5EF4-FFF2-40B4-BE49-F238E27FC236}">
                    <a16:creationId xmlns:a16="http://schemas.microsoft.com/office/drawing/2014/main" id="{4236413C-D7DC-DEFC-C14E-03D7E20A1255}"/>
                  </a:ext>
                </a:extLst>
              </p:cNvPr>
              <p:cNvSpPr>
                <a:spLocks noChangeArrowheads="1"/>
              </p:cNvSpPr>
              <p:nvPr/>
            </p:nvSpPr>
            <p:spPr bwMode="auto">
              <a:xfrm flipH="1">
                <a:off x="3010" y="1911"/>
                <a:ext cx="210" cy="1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2255" name="Line 16">
                <a:extLst>
                  <a:ext uri="{FF2B5EF4-FFF2-40B4-BE49-F238E27FC236}">
                    <a16:creationId xmlns:a16="http://schemas.microsoft.com/office/drawing/2014/main" id="{AC380FDC-AEFE-8F74-9ADF-3C53E2FCD650}"/>
                  </a:ext>
                </a:extLst>
              </p:cNvPr>
              <p:cNvSpPr>
                <a:spLocks noChangeShapeType="1"/>
              </p:cNvSpPr>
              <p:nvPr/>
            </p:nvSpPr>
            <p:spPr bwMode="auto">
              <a:xfrm flipV="1">
                <a:off x="3322" y="2223"/>
                <a:ext cx="202"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6" name="Line 17">
                <a:extLst>
                  <a:ext uri="{FF2B5EF4-FFF2-40B4-BE49-F238E27FC236}">
                    <a16:creationId xmlns:a16="http://schemas.microsoft.com/office/drawing/2014/main" id="{D0268E5C-0275-CBE6-4CDA-F9C78BB95DD8}"/>
                  </a:ext>
                </a:extLst>
              </p:cNvPr>
              <p:cNvSpPr>
                <a:spLocks noChangeShapeType="1"/>
              </p:cNvSpPr>
              <p:nvPr/>
            </p:nvSpPr>
            <p:spPr bwMode="auto">
              <a:xfrm flipH="1" flipV="1">
                <a:off x="2878" y="2309"/>
                <a:ext cx="116" cy="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47" name="Text Box 18">
              <a:extLst>
                <a:ext uri="{FF2B5EF4-FFF2-40B4-BE49-F238E27FC236}">
                  <a16:creationId xmlns:a16="http://schemas.microsoft.com/office/drawing/2014/main" id="{019C0C6A-A69B-4602-D36A-F1C658E2021F}"/>
                </a:ext>
              </a:extLst>
            </p:cNvPr>
            <p:cNvSpPr txBox="1">
              <a:spLocks noChangeArrowheads="1"/>
            </p:cNvSpPr>
            <p:nvPr/>
          </p:nvSpPr>
          <p:spPr bwMode="auto">
            <a:xfrm>
              <a:off x="3493" y="1508"/>
              <a:ext cx="111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600">
                  <a:solidFill>
                    <a:srgbClr val="0000FF"/>
                  </a:solidFill>
                  <a:latin typeface="Times New Roman" panose="02020603050405020304" pitchFamily="18" charset="0"/>
                </a:rPr>
                <a:t>I can do everything</a:t>
              </a:r>
            </a:p>
            <a:p>
              <a:pPr algn="ctr" eaLnBrk="1" hangingPunct="1">
                <a:spcBef>
                  <a:spcPct val="20000"/>
                </a:spcBef>
              </a:pPr>
              <a:r>
                <a:rPr lang="en-US" altLang="en-US" sz="1600">
                  <a:solidFill>
                    <a:srgbClr val="0000FF"/>
                  </a:solidFill>
                  <a:latin typeface="Times New Roman" panose="02020603050405020304" pitchFamily="18" charset="0"/>
                </a:rPr>
                <a:t>you can do!</a:t>
              </a:r>
              <a:endParaRPr lang="en-US" altLang="en-US" sz="2800">
                <a:solidFill>
                  <a:srgbClr val="0000FF"/>
                </a:solidFill>
                <a:latin typeface="Times New Roman" panose="02020603050405020304" pitchFamily="18" charset="0"/>
              </a:endParaRPr>
            </a:p>
          </p:txBody>
        </p:sp>
        <p:sp>
          <p:nvSpPr>
            <p:cNvPr id="52248" name="AutoShape 19">
              <a:extLst>
                <a:ext uri="{FF2B5EF4-FFF2-40B4-BE49-F238E27FC236}">
                  <a16:creationId xmlns:a16="http://schemas.microsoft.com/office/drawing/2014/main" id="{576CD8E9-E172-91FF-C41A-78F25A253125}"/>
                </a:ext>
              </a:extLst>
            </p:cNvPr>
            <p:cNvSpPr>
              <a:spLocks noChangeArrowheads="1"/>
            </p:cNvSpPr>
            <p:nvPr/>
          </p:nvSpPr>
          <p:spPr bwMode="auto">
            <a:xfrm>
              <a:off x="3460" y="1442"/>
              <a:ext cx="1192" cy="553"/>
            </a:xfrm>
            <a:prstGeom prst="wedgeRoundRectCallout">
              <a:avLst>
                <a:gd name="adj1" fmla="val -71139"/>
                <a:gd name="adj2" fmla="val 41861"/>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grpSp>
      <p:grpSp>
        <p:nvGrpSpPr>
          <p:cNvPr id="52230" name="Group 20">
            <a:extLst>
              <a:ext uri="{FF2B5EF4-FFF2-40B4-BE49-F238E27FC236}">
                <a16:creationId xmlns:a16="http://schemas.microsoft.com/office/drawing/2014/main" id="{FB9C5AF3-23F3-339D-FA60-3F9F8DC2CE21}"/>
              </a:ext>
            </a:extLst>
          </p:cNvPr>
          <p:cNvGrpSpPr>
            <a:grpSpLocks/>
          </p:cNvGrpSpPr>
          <p:nvPr/>
        </p:nvGrpSpPr>
        <p:grpSpPr bwMode="auto">
          <a:xfrm>
            <a:off x="1087438" y="2484438"/>
            <a:ext cx="2660650" cy="2825750"/>
            <a:chOff x="412" y="1347"/>
            <a:chExt cx="1676" cy="1780"/>
          </a:xfrm>
        </p:grpSpPr>
        <p:grpSp>
          <p:nvGrpSpPr>
            <p:cNvPr id="52231" name="Group 21">
              <a:extLst>
                <a:ext uri="{FF2B5EF4-FFF2-40B4-BE49-F238E27FC236}">
                  <a16:creationId xmlns:a16="http://schemas.microsoft.com/office/drawing/2014/main" id="{217DCCC4-A704-5FC3-CC38-BC684C510B3D}"/>
                </a:ext>
              </a:extLst>
            </p:cNvPr>
            <p:cNvGrpSpPr>
              <a:grpSpLocks/>
            </p:cNvGrpSpPr>
            <p:nvPr/>
          </p:nvGrpSpPr>
          <p:grpSpPr bwMode="auto">
            <a:xfrm>
              <a:off x="1442" y="1917"/>
              <a:ext cx="646" cy="1210"/>
              <a:chOff x="1442" y="1917"/>
              <a:chExt cx="646" cy="1210"/>
            </a:xfrm>
          </p:grpSpPr>
          <p:sp>
            <p:nvSpPr>
              <p:cNvPr id="52234" name="Text Box 22">
                <a:extLst>
                  <a:ext uri="{FF2B5EF4-FFF2-40B4-BE49-F238E27FC236}">
                    <a16:creationId xmlns:a16="http://schemas.microsoft.com/office/drawing/2014/main" id="{223B283D-F4A9-4678-2E16-F71511DB8EF0}"/>
                  </a:ext>
                </a:extLst>
              </p:cNvPr>
              <p:cNvSpPr txBox="1">
                <a:spLocks noChangeArrowheads="1"/>
              </p:cNvSpPr>
              <p:nvPr/>
            </p:nvSpPr>
            <p:spPr bwMode="auto">
              <a:xfrm>
                <a:off x="1670" y="2259"/>
                <a:ext cx="29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4000">
                    <a:solidFill>
                      <a:srgbClr val="FF0000"/>
                    </a:solidFill>
                    <a:latin typeface="Times New Roman" panose="02020603050405020304" pitchFamily="18" charset="0"/>
                  </a:rPr>
                  <a:t>P</a:t>
                </a:r>
              </a:p>
            </p:txBody>
          </p:sp>
          <p:sp>
            <p:nvSpPr>
              <p:cNvPr id="52235" name="Oval 23">
                <a:extLst>
                  <a:ext uri="{FF2B5EF4-FFF2-40B4-BE49-F238E27FC236}">
                    <a16:creationId xmlns:a16="http://schemas.microsoft.com/office/drawing/2014/main" id="{D0D81E13-EFAB-8CAC-1443-77306443D752}"/>
                  </a:ext>
                </a:extLst>
              </p:cNvPr>
              <p:cNvSpPr>
                <a:spLocks noChangeArrowheads="1"/>
              </p:cNvSpPr>
              <p:nvPr/>
            </p:nvSpPr>
            <p:spPr bwMode="auto">
              <a:xfrm>
                <a:off x="1636" y="2120"/>
                <a:ext cx="336" cy="7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52236" name="Group 24">
                <a:extLst>
                  <a:ext uri="{FF2B5EF4-FFF2-40B4-BE49-F238E27FC236}">
                    <a16:creationId xmlns:a16="http://schemas.microsoft.com/office/drawing/2014/main" id="{B2E05F59-1664-C2B7-BD51-B132BE59DDDB}"/>
                  </a:ext>
                </a:extLst>
              </p:cNvPr>
              <p:cNvGrpSpPr>
                <a:grpSpLocks/>
              </p:cNvGrpSpPr>
              <p:nvPr/>
            </p:nvGrpSpPr>
            <p:grpSpPr bwMode="auto">
              <a:xfrm>
                <a:off x="1714" y="2813"/>
                <a:ext cx="94" cy="312"/>
                <a:chOff x="1714" y="2813"/>
                <a:chExt cx="94" cy="312"/>
              </a:xfrm>
            </p:grpSpPr>
            <p:sp>
              <p:nvSpPr>
                <p:cNvPr id="52244" name="Line 25">
                  <a:extLst>
                    <a:ext uri="{FF2B5EF4-FFF2-40B4-BE49-F238E27FC236}">
                      <a16:creationId xmlns:a16="http://schemas.microsoft.com/office/drawing/2014/main" id="{81259F74-1088-3743-2087-EE4DD12DD54E}"/>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5" name="Oval 26">
                  <a:extLst>
                    <a:ext uri="{FF2B5EF4-FFF2-40B4-BE49-F238E27FC236}">
                      <a16:creationId xmlns:a16="http://schemas.microsoft.com/office/drawing/2014/main" id="{9F2A3A06-5711-2AC6-91C6-EC0E6B29DA3A}"/>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52237" name="Group 27">
                <a:extLst>
                  <a:ext uri="{FF2B5EF4-FFF2-40B4-BE49-F238E27FC236}">
                    <a16:creationId xmlns:a16="http://schemas.microsoft.com/office/drawing/2014/main" id="{F5739ACF-19D0-3EAF-3FD3-234BF5B8F230}"/>
                  </a:ext>
                </a:extLst>
              </p:cNvPr>
              <p:cNvGrpSpPr>
                <a:grpSpLocks/>
              </p:cNvGrpSpPr>
              <p:nvPr/>
            </p:nvGrpSpPr>
            <p:grpSpPr bwMode="auto">
              <a:xfrm>
                <a:off x="1880" y="2815"/>
                <a:ext cx="94" cy="312"/>
                <a:chOff x="1714" y="2813"/>
                <a:chExt cx="94" cy="312"/>
              </a:xfrm>
            </p:grpSpPr>
            <p:sp>
              <p:nvSpPr>
                <p:cNvPr id="52242" name="Line 28">
                  <a:extLst>
                    <a:ext uri="{FF2B5EF4-FFF2-40B4-BE49-F238E27FC236}">
                      <a16:creationId xmlns:a16="http://schemas.microsoft.com/office/drawing/2014/main" id="{0EAB7C11-F0C5-EC06-B0B7-71D45952C96E}"/>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3" name="Oval 29">
                  <a:extLst>
                    <a:ext uri="{FF2B5EF4-FFF2-40B4-BE49-F238E27FC236}">
                      <a16:creationId xmlns:a16="http://schemas.microsoft.com/office/drawing/2014/main" id="{D81A2B46-B7EA-11B5-BA91-53FE10464136}"/>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52238" name="Line 30">
                <a:extLst>
                  <a:ext uri="{FF2B5EF4-FFF2-40B4-BE49-F238E27FC236}">
                    <a16:creationId xmlns:a16="http://schemas.microsoft.com/office/drawing/2014/main" id="{86BF2538-6B94-C660-3927-392558BE1CF8}"/>
                  </a:ext>
                </a:extLst>
              </p:cNvPr>
              <p:cNvSpPr>
                <a:spLocks noChangeShapeType="1"/>
              </p:cNvSpPr>
              <p:nvPr/>
            </p:nvSpPr>
            <p:spPr bwMode="auto">
              <a:xfrm flipV="1">
                <a:off x="1800" y="2073"/>
                <a:ext cx="16" cy="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9" name="Oval 31">
                <a:extLst>
                  <a:ext uri="{FF2B5EF4-FFF2-40B4-BE49-F238E27FC236}">
                    <a16:creationId xmlns:a16="http://schemas.microsoft.com/office/drawing/2014/main" id="{94ED202B-386D-B4C6-4BB6-3D9E46898993}"/>
                  </a:ext>
                </a:extLst>
              </p:cNvPr>
              <p:cNvSpPr>
                <a:spLocks noChangeArrowheads="1"/>
              </p:cNvSpPr>
              <p:nvPr/>
            </p:nvSpPr>
            <p:spPr bwMode="auto">
              <a:xfrm>
                <a:off x="1746" y="1917"/>
                <a:ext cx="210" cy="1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2240" name="Line 32">
                <a:extLst>
                  <a:ext uri="{FF2B5EF4-FFF2-40B4-BE49-F238E27FC236}">
                    <a16:creationId xmlns:a16="http://schemas.microsoft.com/office/drawing/2014/main" id="{909D1E85-23EC-5F97-F761-0909D6BDE869}"/>
                  </a:ext>
                </a:extLst>
              </p:cNvPr>
              <p:cNvSpPr>
                <a:spLocks noChangeShapeType="1"/>
              </p:cNvSpPr>
              <p:nvPr/>
            </p:nvSpPr>
            <p:spPr bwMode="auto">
              <a:xfrm flipH="1" flipV="1">
                <a:off x="1442" y="2229"/>
                <a:ext cx="202"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1" name="Line 33">
                <a:extLst>
                  <a:ext uri="{FF2B5EF4-FFF2-40B4-BE49-F238E27FC236}">
                    <a16:creationId xmlns:a16="http://schemas.microsoft.com/office/drawing/2014/main" id="{313FB230-D890-F991-AEF6-8884937B7828}"/>
                  </a:ext>
                </a:extLst>
              </p:cNvPr>
              <p:cNvSpPr>
                <a:spLocks noChangeShapeType="1"/>
              </p:cNvSpPr>
              <p:nvPr/>
            </p:nvSpPr>
            <p:spPr bwMode="auto">
              <a:xfrm flipV="1">
                <a:off x="1972" y="2315"/>
                <a:ext cx="116" cy="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32" name="Text Box 34">
              <a:extLst>
                <a:ext uri="{FF2B5EF4-FFF2-40B4-BE49-F238E27FC236}">
                  <a16:creationId xmlns:a16="http://schemas.microsoft.com/office/drawing/2014/main" id="{B95CCC46-D74C-A4AB-22F3-681E11B28486}"/>
                </a:ext>
              </a:extLst>
            </p:cNvPr>
            <p:cNvSpPr txBox="1">
              <a:spLocks noChangeArrowheads="1"/>
            </p:cNvSpPr>
            <p:nvPr/>
          </p:nvSpPr>
          <p:spPr bwMode="auto">
            <a:xfrm>
              <a:off x="479" y="1347"/>
              <a:ext cx="111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600">
                  <a:solidFill>
                    <a:srgbClr val="FF0000"/>
                  </a:solidFill>
                  <a:latin typeface="Times New Roman" panose="02020603050405020304" pitchFamily="18" charset="0"/>
                </a:rPr>
                <a:t>I can do everything</a:t>
              </a:r>
            </a:p>
            <a:p>
              <a:pPr algn="ctr" eaLnBrk="1" hangingPunct="1">
                <a:spcBef>
                  <a:spcPct val="20000"/>
                </a:spcBef>
              </a:pPr>
              <a:r>
                <a:rPr lang="en-US" altLang="en-US" sz="1600">
                  <a:solidFill>
                    <a:srgbClr val="FF0000"/>
                  </a:solidFill>
                  <a:latin typeface="Times New Roman" panose="02020603050405020304" pitchFamily="18" charset="0"/>
                </a:rPr>
                <a:t>you can do!</a:t>
              </a:r>
              <a:endParaRPr lang="en-US" altLang="en-US" sz="2800">
                <a:solidFill>
                  <a:srgbClr val="FF0000"/>
                </a:solidFill>
                <a:latin typeface="Times New Roman" panose="02020603050405020304" pitchFamily="18" charset="0"/>
              </a:endParaRPr>
            </a:p>
          </p:txBody>
        </p:sp>
        <p:sp>
          <p:nvSpPr>
            <p:cNvPr id="52233" name="AutoShape 35">
              <a:extLst>
                <a:ext uri="{FF2B5EF4-FFF2-40B4-BE49-F238E27FC236}">
                  <a16:creationId xmlns:a16="http://schemas.microsoft.com/office/drawing/2014/main" id="{619FACDD-FEEC-E6CE-B3D3-0A3ED06302E6}"/>
                </a:ext>
              </a:extLst>
            </p:cNvPr>
            <p:cNvSpPr>
              <a:spLocks noChangeArrowheads="1"/>
            </p:cNvSpPr>
            <p:nvPr/>
          </p:nvSpPr>
          <p:spPr bwMode="auto">
            <a:xfrm>
              <a:off x="412" y="1372"/>
              <a:ext cx="1185" cy="389"/>
            </a:xfrm>
            <a:prstGeom prst="wedgeRoundRectCallout">
              <a:avLst>
                <a:gd name="adj1" fmla="val 62153"/>
                <a:gd name="adj2" fmla="val 111954"/>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EA8789-C3D3-44FC-DFDC-91EA4EFF8117}"/>
              </a:ext>
            </a:extLst>
          </p:cNvPr>
          <p:cNvSpPr>
            <a:spLocks noGrp="1"/>
          </p:cNvSpPr>
          <p:nvPr>
            <p:ph type="ctrTitle"/>
          </p:nvPr>
        </p:nvSpPr>
        <p:spPr/>
        <p:txBody>
          <a:bodyPr/>
          <a:lstStyle/>
          <a:p>
            <a:pPr eaLnBrk="1" hangingPunct="1"/>
            <a:r>
              <a:rPr lang="en-US" altLang="en-US">
                <a:solidFill>
                  <a:srgbClr val="0000FF"/>
                </a:solidFill>
                <a:ea typeface="ＭＳ Ｐゴシック" panose="020B0600070205080204" pitchFamily="34" charset="-128"/>
              </a:rPr>
              <a:t>Process Equivalences</a:t>
            </a:r>
          </a:p>
        </p:txBody>
      </p:sp>
      <p:sp>
        <p:nvSpPr>
          <p:cNvPr id="53250" name="Subtitle 1">
            <a:extLst>
              <a:ext uri="{FF2B5EF4-FFF2-40B4-BE49-F238E27FC236}">
                <a16:creationId xmlns:a16="http://schemas.microsoft.com/office/drawing/2014/main" id="{B616C9EE-8C89-EB38-9BD8-C9C39FFB02CE}"/>
              </a:ext>
            </a:extLst>
          </p:cNvPr>
          <p:cNvSpPr>
            <a:spLocks noGrp="1"/>
          </p:cNvSpPr>
          <p:nvPr>
            <p:ph type="subTitle" idx="1"/>
          </p:nvPr>
        </p:nvSpPr>
        <p:spPr/>
        <p:txBody>
          <a:bodyPr/>
          <a:lstStyle/>
          <a:p>
            <a:r>
              <a:rPr lang="en-US" altLang="en-US">
                <a:solidFill>
                  <a:srgbClr val="898989"/>
                </a:solidFill>
                <a:ea typeface="ＭＳ Ｐゴシック" panose="020B0600070205080204" pitchFamily="34" charset="-128"/>
              </a:rPr>
              <a:t>When are two processes </a:t>
            </a:r>
            <a:r>
              <a:rPr lang="en-US" altLang="en-US">
                <a:solidFill>
                  <a:srgbClr val="FF0000"/>
                </a:solidFill>
                <a:ea typeface="ＭＳ Ｐゴシック" panose="020B0600070205080204" pitchFamily="34" charset="-128"/>
              </a:rPr>
              <a:t>“the same”</a:t>
            </a:r>
            <a:r>
              <a:rPr lang="en-US" altLang="ja-JP">
                <a:solidFill>
                  <a:srgbClr val="898989"/>
                </a:solidFill>
                <a:ea typeface="ＭＳ Ｐゴシック" panose="020B0600070205080204" pitchFamily="34" charset="-128"/>
              </a:rPr>
              <a:t>?</a:t>
            </a:r>
            <a:endParaRPr lang="en-US" altLang="en-US">
              <a:solidFill>
                <a:srgbClr val="898989"/>
              </a:solidFill>
              <a:ea typeface="ＭＳ Ｐゴシック" panose="020B0600070205080204" pitchFamily="34" charset="-128"/>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D13BF39B-6CBB-0C3E-A13A-605293AFCAB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Test Equivalence</a:t>
            </a:r>
          </a:p>
        </p:txBody>
      </p:sp>
      <p:sp>
        <p:nvSpPr>
          <p:cNvPr id="54274" name="Content Placeholder 2">
            <a:extLst>
              <a:ext uri="{FF2B5EF4-FFF2-40B4-BE49-F238E27FC236}">
                <a16:creationId xmlns:a16="http://schemas.microsoft.com/office/drawing/2014/main" id="{66870E01-F07A-66FF-1660-98B5EBDDE3BD}"/>
              </a:ext>
            </a:extLst>
          </p:cNvPr>
          <p:cNvSpPr>
            <a:spLocks noGrp="1"/>
          </p:cNvSpPr>
          <p:nvPr>
            <p:ph idx="1"/>
          </p:nvPr>
        </p:nvSpPr>
        <p:spPr/>
        <p:txBody>
          <a:bodyPr/>
          <a:lstStyle/>
          <a:p>
            <a:pPr eaLnBrk="1" hangingPunct="1"/>
            <a:r>
              <a:rPr lang="en-US" altLang="en-US">
                <a:ea typeface="ＭＳ Ｐゴシック" panose="020B0600070205080204" pitchFamily="34" charset="-128"/>
              </a:rPr>
              <a:t>References: </a:t>
            </a:r>
          </a:p>
          <a:p>
            <a:pPr marL="971550" lvl="1" indent="-514350" eaLnBrk="1" hangingPunct="1">
              <a:buFont typeface="Calibri" panose="020F0502020204030204" pitchFamily="34" charset="0"/>
              <a:buAutoNum type="arabicPeriod"/>
            </a:pPr>
            <a:r>
              <a:rPr lang="en-US" altLang="en-US">
                <a:ea typeface="ＭＳ Ｐゴシック" panose="020B0600070205080204" pitchFamily="34" charset="-128"/>
              </a:rPr>
              <a:t>Testing Equivalences for Processes, Theoretical Computer Science 34 (1984) Pages 83-133.</a:t>
            </a:r>
          </a:p>
          <a:p>
            <a:pPr marL="1371600" lvl="2" indent="-514350" eaLnBrk="1" hangingPunct="1">
              <a:buFont typeface="Calibri" panose="020F0502020204030204" pitchFamily="34" charset="0"/>
              <a:buAutoNum type="arabicPeriod"/>
            </a:pPr>
            <a:r>
              <a:rPr lang="en-US" altLang="en-US">
                <a:solidFill>
                  <a:srgbClr val="0000FF"/>
                </a:solidFill>
                <a:ea typeface="ＭＳ Ｐゴシック" panose="020B0600070205080204" pitchFamily="34" charset="-128"/>
              </a:rPr>
              <a:t>We need only the first Section</a:t>
            </a:r>
          </a:p>
          <a:p>
            <a:pPr marL="971550" lvl="1" indent="-514350" eaLnBrk="1" hangingPunct="1">
              <a:buFont typeface="Calibri" panose="020F0502020204030204" pitchFamily="34" charset="0"/>
              <a:buAutoNum type="arabicPeriod"/>
            </a:pPr>
            <a:r>
              <a:rPr lang="en-US" altLang="en-US">
                <a:ea typeface="ＭＳ Ｐゴシック" panose="020B0600070205080204" pitchFamily="34" charset="-128"/>
              </a:rPr>
              <a:t>Testing equivalence as a Bisumulation Equivalence, Rance Cleveland and Matthew Hennessey, CAV 1989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830F321F-52D4-FE65-9A4B-9984C0F3D20D}"/>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The Basic Concept </a:t>
            </a:r>
          </a:p>
        </p:txBody>
      </p:sp>
      <p:sp>
        <p:nvSpPr>
          <p:cNvPr id="55298" name="Content Placeholder 2">
            <a:extLst>
              <a:ext uri="{FF2B5EF4-FFF2-40B4-BE49-F238E27FC236}">
                <a16:creationId xmlns:a16="http://schemas.microsoft.com/office/drawing/2014/main" id="{FE87C236-6BC3-C1CD-5582-933487D153DD}"/>
              </a:ext>
            </a:extLst>
          </p:cNvPr>
          <p:cNvSpPr>
            <a:spLocks noGrp="1"/>
          </p:cNvSpPr>
          <p:nvPr>
            <p:ph idx="1"/>
          </p:nvPr>
        </p:nvSpPr>
        <p:spPr>
          <a:xfrm>
            <a:off x="457200" y="1600200"/>
            <a:ext cx="8348663" cy="4525963"/>
          </a:xfrm>
        </p:spPr>
        <p:txBody>
          <a:bodyPr/>
          <a:lstStyle/>
          <a:p>
            <a:pPr eaLnBrk="1" hangingPunct="1"/>
            <a:r>
              <a:rPr lang="en-US" altLang="en-US">
                <a:ea typeface="ＭＳ Ｐゴシック" panose="020B0600070205080204" pitchFamily="34" charset="-128"/>
              </a:rPr>
              <a:t>The Given a set of processes, and a set of tests determine if they are equivalent. </a:t>
            </a:r>
          </a:p>
          <a:p>
            <a:pPr eaLnBrk="1" hangingPunct="1"/>
            <a:r>
              <a:rPr lang="en-US" altLang="en-US">
                <a:ea typeface="ＭＳ Ｐゴシック" panose="020B0600070205080204" pitchFamily="34" charset="-128"/>
              </a:rPr>
              <a:t>What constitutes a </a:t>
            </a:r>
            <a:r>
              <a:rPr lang="ja-JP" altLang="en-US">
                <a:ea typeface="ＭＳ Ｐゴシック" panose="020B0600070205080204" pitchFamily="34" charset="-128"/>
              </a:rPr>
              <a:t>“</a:t>
            </a:r>
            <a:r>
              <a:rPr lang="en-US" altLang="ja-JP">
                <a:ea typeface="ＭＳ Ｐゴシック" panose="020B0600070205080204" pitchFamily="34" charset="-128"/>
              </a:rPr>
              <a:t>process</a:t>
            </a:r>
            <a:r>
              <a:rPr lang="ja-JP" altLang="en-US">
                <a:ea typeface="ＭＳ Ｐゴシック" panose="020B0600070205080204" pitchFamily="34" charset="-128"/>
              </a:rPr>
              <a:t>”</a:t>
            </a:r>
            <a:r>
              <a:rPr lang="en-US" altLang="ja-JP">
                <a:ea typeface="ＭＳ Ｐゴシック" panose="020B0600070205080204" pitchFamily="34" charset="-128"/>
              </a:rPr>
              <a:t>?</a:t>
            </a:r>
          </a:p>
          <a:p>
            <a:pPr lvl="1" eaLnBrk="1" hangingPunct="1"/>
            <a:r>
              <a:rPr lang="en-US" altLang="en-US">
                <a:ea typeface="ＭＳ Ｐゴシック" panose="020B0600070205080204" pitchFamily="34" charset="-128"/>
              </a:rPr>
              <a:t>A CSP Process </a:t>
            </a:r>
          </a:p>
          <a:p>
            <a:pPr lvl="1" eaLnBrk="1" hangingPunct="1"/>
            <a:r>
              <a:rPr lang="en-US" altLang="en-US">
                <a:ea typeface="ＭＳ Ｐゴシック" panose="020B0600070205080204" pitchFamily="34" charset="-128"/>
              </a:rPr>
              <a:t>A </a:t>
            </a:r>
            <a:r>
              <a:rPr lang="en-US" altLang="en-US">
                <a:ea typeface="ＭＳ Ｐゴシック" panose="020B0600070205080204" pitchFamily="34" charset="-128"/>
                <a:sym typeface="Symbol" pitchFamily="2" charset="2"/>
              </a:rPr>
              <a:t></a:t>
            </a:r>
            <a:r>
              <a:rPr lang="en-US" altLang="en-US">
                <a:ea typeface="ＭＳ Ｐゴシック" panose="020B0600070205080204" pitchFamily="34" charset="-128"/>
              </a:rPr>
              <a:t> -calculus process</a:t>
            </a:r>
          </a:p>
          <a:p>
            <a:pPr lvl="1" eaLnBrk="1" hangingPunct="1"/>
            <a:r>
              <a:rPr lang="en-US" altLang="en-US">
                <a:ea typeface="ＭＳ Ｐゴシック" panose="020B0600070205080204" pitchFamily="34" charset="-128"/>
              </a:rPr>
              <a:t>(Reference 1 uses CCS processes, we do not cover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D10ADECE-32F9-3994-8A5A-B39D3AD075A9}"/>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Definitions</a:t>
            </a:r>
          </a:p>
        </p:txBody>
      </p:sp>
      <p:sp>
        <p:nvSpPr>
          <p:cNvPr id="3" name="Content Placeholder 2">
            <a:extLst>
              <a:ext uri="{FF2B5EF4-FFF2-40B4-BE49-F238E27FC236}">
                <a16:creationId xmlns:a16="http://schemas.microsoft.com/office/drawing/2014/main" id="{C392977F-A620-5472-E896-4A64CE11F746}"/>
              </a:ext>
            </a:extLst>
          </p:cNvPr>
          <p:cNvSpPr>
            <a:spLocks noGrp="1"/>
          </p:cNvSpPr>
          <p:nvPr>
            <p:ph idx="1"/>
          </p:nvPr>
        </p:nvSpPr>
        <p:spPr/>
        <p:txBody>
          <a:bodyPr>
            <a:normAutofit/>
          </a:bodyPr>
          <a:lstStyle/>
          <a:p>
            <a:pPr eaLnBrk="1" hangingPunct="1"/>
            <a:r>
              <a:rPr lang="en-US" altLang="en-US">
                <a:ea typeface="ＭＳ Ｐゴシック" panose="020B0600070205080204" pitchFamily="34" charset="-128"/>
              </a:rPr>
              <a:t>A process is modeled as a set of state transitions</a:t>
            </a:r>
          </a:p>
          <a:p>
            <a:pPr lvl="1" eaLnBrk="1" hangingPunct="1"/>
            <a:r>
              <a:rPr lang="en-US" altLang="en-US">
                <a:solidFill>
                  <a:srgbClr val="FF0000"/>
                </a:solidFill>
                <a:ea typeface="ＭＳ Ｐゴシック" panose="020B0600070205080204" pitchFamily="34" charset="-128"/>
              </a:rPr>
              <a:t>States</a:t>
            </a:r>
            <a:r>
              <a:rPr lang="en-US" altLang="en-US">
                <a:ea typeface="ＭＳ Ｐゴシック" panose="020B0600070205080204" pitchFamily="34" charset="-128"/>
              </a:rPr>
              <a:t>: a predefined set of states </a:t>
            </a:r>
            <a:r>
              <a:rPr lang="ja-JP" altLang="en-US">
                <a:ea typeface="ＭＳ Ｐゴシック" panose="020B0600070205080204" pitchFamily="34" charset="-128"/>
              </a:rPr>
              <a:t>“</a:t>
            </a:r>
            <a:r>
              <a:rPr lang="en-US" altLang="ja-JP">
                <a:ea typeface="ＭＳ Ｐゴシック" panose="020B0600070205080204" pitchFamily="34" charset="-128"/>
              </a:rPr>
              <a:t>s</a:t>
            </a:r>
            <a:r>
              <a:rPr lang="ja-JP" altLang="en-US">
                <a:ea typeface="ＭＳ Ｐゴシック" panose="020B0600070205080204" pitchFamily="34" charset="-128"/>
              </a:rPr>
              <a:t>”</a:t>
            </a:r>
            <a:r>
              <a:rPr lang="en-US" altLang="ja-JP">
                <a:ea typeface="ＭＳ Ｐゴシック" panose="020B0600070205080204" pitchFamily="34" charset="-128"/>
              </a:rPr>
              <a:t> ranges over </a:t>
            </a:r>
            <a:r>
              <a:rPr lang="en-US" altLang="ja-JP">
                <a:solidFill>
                  <a:srgbClr val="0000FF"/>
                </a:solidFill>
                <a:ea typeface="ＭＳ Ｐゴシック" panose="020B0600070205080204" pitchFamily="34" charset="-128"/>
              </a:rPr>
              <a:t>States</a:t>
            </a:r>
            <a:r>
              <a:rPr lang="en-US" altLang="ja-JP">
                <a:ea typeface="ＭＳ Ｐゴシック" panose="020B0600070205080204" pitchFamily="34" charset="-128"/>
              </a:rPr>
              <a:t>.</a:t>
            </a:r>
          </a:p>
          <a:p>
            <a:pPr lvl="1" eaLnBrk="1" hangingPunct="1"/>
            <a:r>
              <a:rPr lang="en-US" altLang="en-US">
                <a:solidFill>
                  <a:srgbClr val="0000FF"/>
                </a:solidFill>
                <a:ea typeface="ＭＳ Ｐゴシック" panose="020B0600070205080204" pitchFamily="34" charset="-128"/>
              </a:rPr>
              <a:t>O: </a:t>
            </a:r>
            <a:r>
              <a:rPr lang="en-US" altLang="en-US">
                <a:ea typeface="ＭＳ Ｐゴシック" panose="020B0600070205080204" pitchFamily="34" charset="-128"/>
              </a:rPr>
              <a:t>A set of observers </a:t>
            </a:r>
          </a:p>
          <a:p>
            <a:pPr lvl="1" eaLnBrk="1" hangingPunct="1"/>
            <a:r>
              <a:rPr lang="en-US" altLang="en-US">
                <a:solidFill>
                  <a:srgbClr val="0000FF"/>
                </a:solidFill>
                <a:ea typeface="ＭＳ Ｐゴシック" panose="020B0600070205080204" pitchFamily="34" charset="-128"/>
              </a:rPr>
              <a:t>P: </a:t>
            </a:r>
            <a:r>
              <a:rPr lang="en-US" altLang="en-US">
                <a:ea typeface="ＭＳ Ｐゴシック" panose="020B0600070205080204" pitchFamily="34" charset="-128"/>
              </a:rPr>
              <a:t>A set of processes</a:t>
            </a:r>
          </a:p>
          <a:p>
            <a:pPr lvl="1" eaLnBrk="1" hangingPunct="1"/>
            <a:r>
              <a:rPr lang="en-US" altLang="en-US">
                <a:ea typeface="ＭＳ Ｐゴシック" panose="020B0600070205080204" pitchFamily="34" charset="-128"/>
              </a:rPr>
              <a:t>The effect of an observer performing a </a:t>
            </a:r>
            <a:r>
              <a:rPr lang="en-US" altLang="en-US">
                <a:solidFill>
                  <a:srgbClr val="0000FF"/>
                </a:solidFill>
                <a:ea typeface="ＭＳ Ｐゴシック" panose="020B0600070205080204" pitchFamily="34" charset="-128"/>
              </a:rPr>
              <a:t>test </a:t>
            </a:r>
            <a:r>
              <a:rPr lang="en-US" altLang="en-US">
                <a:ea typeface="ＭＳ Ｐゴシック" panose="020B0600070205080204" pitchFamily="34" charset="-128"/>
              </a:rPr>
              <a:t>is a </a:t>
            </a:r>
            <a:r>
              <a:rPr lang="en-US" altLang="en-US">
                <a:solidFill>
                  <a:srgbClr val="0000FF"/>
                </a:solidFill>
                <a:ea typeface="ＭＳ Ｐゴシック" panose="020B0600070205080204" pitchFamily="34" charset="-128"/>
              </a:rPr>
              <a:t>computation</a:t>
            </a:r>
            <a:r>
              <a:rPr lang="en-US" altLang="en-US">
                <a:ea typeface="ＭＳ Ｐゴシック" panose="020B0600070205080204" pitchFamily="34" charset="-128"/>
              </a:rPr>
              <a:t>.</a:t>
            </a:r>
          </a:p>
          <a:p>
            <a:pPr lvl="1" eaLnBrk="1" hangingPunct="1"/>
            <a:r>
              <a:rPr lang="en-US" altLang="en-US">
                <a:solidFill>
                  <a:srgbClr val="0000FF"/>
                </a:solidFill>
                <a:ea typeface="ＭＳ Ｐゴシック" panose="020B0600070205080204" pitchFamily="34" charset="-128"/>
              </a:rPr>
              <a:t>Success </a:t>
            </a:r>
            <a:r>
              <a:rPr lang="en-US" altLang="en-US">
                <a:solidFill>
                  <a:srgbClr val="0000FF"/>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 States</a:t>
            </a:r>
            <a:r>
              <a:rPr lang="en-US" altLang="en-US">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a:t>
            </a:r>
            <a:r>
              <a:rPr lang="en-US" altLang="en-US" b="1">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 </a:t>
            </a:r>
            <a:r>
              <a:rPr lang="en-US" altLang="en-US">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The set of successful states</a:t>
            </a:r>
            <a:endParaRPr lang="en-US" altLang="en-US">
              <a:solidFill>
                <a:srgbClr val="000000"/>
              </a:solidFill>
              <a:ea typeface="ＭＳ Ｐゴシック" panose="020B0600070205080204" pitchFamily="34" charset="-128"/>
            </a:endParaRPr>
          </a:p>
          <a:p>
            <a:pPr lvl="1" eaLnBrk="1" hangingPunct="1"/>
            <a:endParaRPr lang="en-US" altLang="en-US">
              <a:ea typeface="ＭＳ Ｐゴシック" panose="020B0600070205080204" pitchFamily="34" charset="-128"/>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206A71A1-C648-0788-7A55-C44B91A24E6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Definitions - 2</a:t>
            </a:r>
          </a:p>
        </p:txBody>
      </p:sp>
      <p:sp>
        <p:nvSpPr>
          <p:cNvPr id="57346" name="Content Placeholder 2">
            <a:extLst>
              <a:ext uri="{FF2B5EF4-FFF2-40B4-BE49-F238E27FC236}">
                <a16:creationId xmlns:a16="http://schemas.microsoft.com/office/drawing/2014/main" id="{CBF186EC-688D-D06E-DAE3-7F2182A9BFB9}"/>
              </a:ext>
            </a:extLst>
          </p:cNvPr>
          <p:cNvSpPr>
            <a:spLocks noGrp="1"/>
          </p:cNvSpPr>
          <p:nvPr>
            <p:ph idx="1"/>
          </p:nvPr>
        </p:nvSpPr>
        <p:spPr/>
        <p:txBody>
          <a:bodyPr/>
          <a:lstStyle/>
          <a:p>
            <a:pPr lvl="1" eaLnBrk="1" hangingPunct="1"/>
            <a:r>
              <a:rPr lang="en-US" altLang="en-US">
                <a:solidFill>
                  <a:srgbClr val="FF0000"/>
                </a:solidFill>
                <a:ea typeface="ＭＳ Ｐゴシック" panose="020B0600070205080204" pitchFamily="34" charset="-128"/>
              </a:rPr>
              <a:t>Partial States: </a:t>
            </a:r>
            <a:r>
              <a:rPr lang="en-US" altLang="en-US">
                <a:ea typeface="ＭＳ Ｐゴシック" panose="020B0600070205080204" pitchFamily="34" charset="-128"/>
              </a:rPr>
              <a:t>a state whose properties are undefined, denoted by  </a:t>
            </a:r>
            <a:r>
              <a:rPr lang="en-US" altLang="en-US">
                <a:solidFill>
                  <a:srgbClr val="FF6600"/>
                </a:solidFill>
                <a:ea typeface="ＭＳ Ｐゴシック" panose="020B0600070205080204" pitchFamily="34" charset="-128"/>
              </a:rPr>
              <a: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(i.e. a partial state)</a:t>
            </a:r>
          </a:p>
          <a:p>
            <a:pPr lvl="2" eaLnBrk="1" hangingPunct="1"/>
            <a:r>
              <a:rPr lang="en-US" altLang="en-US">
                <a:ea typeface="ＭＳ Ｐゴシック" panose="020B0600070205080204" pitchFamily="34" charset="-128"/>
              </a:rPr>
              <a:t>So</a:t>
            </a:r>
            <a:r>
              <a:rPr lang="en-US" altLang="en-US">
                <a:solidFill>
                  <a:srgbClr val="FF6600"/>
                </a:solidFill>
                <a:ea typeface="ＭＳ Ｐゴシック" panose="020B0600070205080204" pitchFamily="34" charset="-128"/>
              </a:rPr>
              <a:t> 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is a unary predicate </a:t>
            </a:r>
          </a:p>
          <a:p>
            <a:pPr lvl="2" eaLnBrk="1" hangingPunct="1"/>
            <a:r>
              <a:rPr lang="en-US" altLang="en-US">
                <a:ea typeface="ＭＳ Ｐゴシック" panose="020B0600070205080204" pitchFamily="34" charset="-128"/>
              </a:rPr>
              <a:t>Use </a:t>
            </a:r>
            <a:r>
              <a:rPr lang="en-US" altLang="en-US">
                <a:solidFill>
                  <a:srgbClr val="FF6600"/>
                </a:solidFill>
                <a:ea typeface="ＭＳ Ｐゴシック" panose="020B0600070205080204" pitchFamily="34" charset="-128"/>
              </a:rPr>
              <a: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for </a:t>
            </a:r>
            <a:r>
              <a:rPr lang="en-US" altLang="en-US">
                <a:solidFill>
                  <a:srgbClr val="FF6600"/>
                </a:solidFill>
                <a:ea typeface="ＭＳ Ｐゴシック" panose="020B0600070205080204" pitchFamily="34" charset="-128"/>
              </a:rPr>
              <a:t>not(s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a:t>
            </a:r>
          </a:p>
          <a:p>
            <a:pPr lvl="1" eaLnBrk="1" hangingPunct="1"/>
            <a:r>
              <a:rPr lang="en-US" altLang="en-US">
                <a:solidFill>
                  <a:srgbClr val="FF0000"/>
                </a:solidFill>
                <a:ea typeface="ＭＳ Ｐゴシック" panose="020B0600070205080204" pitchFamily="34" charset="-128"/>
              </a:rPr>
              <a:t>Divergence:</a:t>
            </a:r>
            <a:r>
              <a:rPr lang="en-US" altLang="en-US">
                <a:ea typeface="ＭＳ Ｐゴシック" panose="020B0600070205080204" pitchFamily="34" charset="-128"/>
              </a:rPr>
              <a:t> If </a:t>
            </a:r>
            <a:r>
              <a:rPr lang="ja-JP" altLang="en-US">
                <a:ea typeface="ＭＳ Ｐゴシック" panose="020B0600070205080204" pitchFamily="34" charset="-128"/>
              </a:rPr>
              <a:t>“</a:t>
            </a:r>
            <a:r>
              <a:rPr lang="en-US" altLang="ja-JP">
                <a:solidFill>
                  <a:srgbClr val="FF6600"/>
                </a:solidFill>
                <a:ea typeface="ＭＳ Ｐゴシック" panose="020B0600070205080204" pitchFamily="34" charset="-128"/>
              </a:rPr>
              <a:t>c</a:t>
            </a:r>
            <a:r>
              <a:rPr lang="ja-JP" altLang="en-US">
                <a:ea typeface="ＭＳ Ｐゴシック" panose="020B0600070205080204" pitchFamily="34" charset="-128"/>
              </a:rPr>
              <a:t>”</a:t>
            </a:r>
            <a:r>
              <a:rPr lang="en-US" altLang="ja-JP">
                <a:ea typeface="ＭＳ Ｐゴシック" panose="020B0600070205080204" pitchFamily="34" charset="-128"/>
              </a:rPr>
              <a:t> is a computation, then </a:t>
            </a:r>
            <a:r>
              <a:rPr lang="en-US" altLang="ja-JP">
                <a:solidFill>
                  <a:srgbClr val="FF6600"/>
                </a:solidFill>
                <a:ea typeface="ＭＳ Ｐゴシック" panose="020B0600070205080204" pitchFamily="34" charset="-128"/>
              </a:rPr>
              <a:t>c</a:t>
            </a:r>
            <a:r>
              <a:rPr lang="en-US" altLang="ja-JP">
                <a:solidFill>
                  <a:srgbClr val="FF6600"/>
                </a:solidFill>
                <a:ea typeface="ＭＳ Ｐゴシック" panose="020B0600070205080204" pitchFamily="34" charset="-128"/>
                <a:sym typeface="Symbol" pitchFamily="2" charset="2"/>
              </a:rPr>
              <a:t></a:t>
            </a:r>
            <a:r>
              <a:rPr lang="en-US" altLang="ja-JP">
                <a:solidFill>
                  <a:srgbClr val="0000FF"/>
                </a:solidFill>
                <a:ea typeface="ＭＳ Ｐゴシック" panose="020B0600070205080204" pitchFamily="34" charset="-128"/>
              </a:rPr>
              <a:t>  </a:t>
            </a:r>
            <a:r>
              <a:rPr lang="en-US" altLang="ja-JP">
                <a:ea typeface="ＭＳ Ｐゴシック" panose="020B0600070205080204" pitchFamily="34" charset="-128"/>
              </a:rPr>
              <a:t>denotes that </a:t>
            </a:r>
            <a:r>
              <a:rPr lang="ja-JP" altLang="en-US">
                <a:ea typeface="ＭＳ Ｐゴシック" panose="020B0600070205080204" pitchFamily="34" charset="-128"/>
              </a:rPr>
              <a:t>“</a:t>
            </a:r>
            <a:r>
              <a:rPr lang="en-US" altLang="ja-JP">
                <a:solidFill>
                  <a:srgbClr val="FF6600"/>
                </a:solidFill>
                <a:ea typeface="ＭＳ Ｐゴシック" panose="020B0600070205080204" pitchFamily="34" charset="-128"/>
              </a:rPr>
              <a:t>c diverges</a:t>
            </a:r>
            <a:r>
              <a:rPr lang="ja-JP" altLang="en-US">
                <a:ea typeface="ＭＳ Ｐゴシック" panose="020B0600070205080204" pitchFamily="34" charset="-128"/>
              </a:rPr>
              <a:t>”</a:t>
            </a:r>
            <a:r>
              <a:rPr lang="en-US" altLang="ja-JP">
                <a:ea typeface="ＭＳ Ｐゴシック" panose="020B0600070205080204" pitchFamily="34" charset="-128"/>
              </a:rPr>
              <a:t>. That is if either </a:t>
            </a:r>
          </a:p>
          <a:p>
            <a:pPr lvl="2" eaLnBrk="1" hangingPunct="1"/>
            <a:r>
              <a:rPr lang="en-US" altLang="en-US">
                <a:solidFill>
                  <a:srgbClr val="0000FF"/>
                </a:solidFill>
                <a:ea typeface="ＭＳ Ｐゴシック" panose="020B0600070205080204" pitchFamily="34" charset="-128"/>
              </a:rPr>
              <a:t>c is unsuccessful </a:t>
            </a:r>
            <a:r>
              <a:rPr lang="en-US" altLang="en-US">
                <a:ea typeface="ＭＳ Ｐゴシック" panose="020B0600070205080204" pitchFamily="34" charset="-128"/>
              </a:rPr>
              <a:t>OR </a:t>
            </a:r>
            <a:r>
              <a:rPr lang="en-US" altLang="en-US">
                <a:solidFill>
                  <a:srgbClr val="008000"/>
                </a:solidFill>
                <a:ea typeface="ＭＳ Ｐゴシック" panose="020B0600070205080204" pitchFamily="34" charset="-128"/>
                <a:sym typeface="Wingdings" pitchFamily="2" charset="2"/>
              </a:rPr>
              <a:t> means wrong result!</a:t>
            </a:r>
            <a:endParaRPr lang="en-US" altLang="en-US">
              <a:solidFill>
                <a:srgbClr val="008000"/>
              </a:solidFill>
              <a:ea typeface="ＭＳ Ｐゴシック" panose="020B0600070205080204" pitchFamily="34" charset="-128"/>
            </a:endParaRPr>
          </a:p>
          <a:p>
            <a:pPr lvl="2" eaLnBrk="1" hangingPunct="1"/>
            <a:r>
              <a:rPr lang="en-US" altLang="en-US">
                <a:ea typeface="ＭＳ Ｐゴシック" panose="020B0600070205080204" pitchFamily="34" charset="-128"/>
              </a:rPr>
              <a:t>c contains a state </a:t>
            </a:r>
            <a:r>
              <a:rPr lang="en-US" altLang="en-US">
                <a:solidFill>
                  <a:srgbClr val="0000FF"/>
                </a:solidFill>
                <a:ea typeface="ＭＳ Ｐゴシック" panose="020B0600070205080204" pitchFamily="34" charset="-128"/>
              </a:rPr>
              <a:t>s</a:t>
            </a:r>
            <a:r>
              <a:rPr lang="en-US" altLang="en-US">
                <a:ea typeface="ＭＳ Ｐゴシック" panose="020B0600070205080204" pitchFamily="34" charset="-128"/>
              </a:rPr>
              <a:t> such that </a:t>
            </a:r>
            <a:r>
              <a:rPr lang="en-US" altLang="en-US">
                <a:solidFill>
                  <a:srgbClr val="0000FF"/>
                </a:solidFill>
                <a:ea typeface="ＭＳ Ｐゴシック" panose="020B0600070205080204" pitchFamily="34" charset="-128"/>
              </a:rPr>
              <a:t>s</a:t>
            </a:r>
            <a:r>
              <a:rPr lang="en-US" altLang="en-US">
                <a:solidFill>
                  <a:srgbClr val="0000FF"/>
                </a:solidFill>
                <a:ea typeface="ＭＳ Ｐゴシック" panose="020B0600070205080204" pitchFamily="34" charset="-128"/>
                <a:sym typeface="Symbol" pitchFamily="2" charset="2"/>
              </a:rPr>
              <a:t></a:t>
            </a:r>
            <a:r>
              <a:rPr lang="en-US" altLang="en-US">
                <a:ea typeface="ＭＳ Ｐゴシック" panose="020B0600070205080204" pitchFamily="34" charset="-128"/>
              </a:rPr>
              <a:t>  and s is not preceded by a successful state.</a:t>
            </a:r>
          </a:p>
          <a:p>
            <a:pPr lvl="2" eaLnBrk="1" hangingPunct="1"/>
            <a:r>
              <a:rPr lang="en-US" altLang="en-US">
                <a:ea typeface="ＭＳ Ｐゴシック" panose="020B0600070205080204" pitchFamily="34" charset="-128"/>
              </a:rPr>
              <a:t>Use </a:t>
            </a:r>
            <a:r>
              <a:rPr lang="en-US" altLang="en-US">
                <a:solidFill>
                  <a:srgbClr val="0000FF"/>
                </a:solidFill>
                <a:ea typeface="ＭＳ Ｐゴシック" panose="020B0600070205080204" pitchFamily="34" charset="-128"/>
              </a:rPr>
              <a:t>c</a:t>
            </a:r>
            <a:r>
              <a:rPr lang="en-US" altLang="en-US">
                <a:solidFill>
                  <a:srgbClr val="0000FF"/>
                </a:solidFill>
                <a:ea typeface="ＭＳ Ｐゴシック" panose="020B0600070205080204" pitchFamily="34" charset="-128"/>
                <a:sym typeface="Symbol" pitchFamily="2" charset="2"/>
              </a:rPr>
              <a:t></a:t>
            </a:r>
            <a:r>
              <a:rPr lang="en-US" altLang="en-US">
                <a:solidFill>
                  <a:srgbClr val="0000FF"/>
                </a:solidFill>
                <a:ea typeface="ＭＳ Ｐゴシック" panose="020B0600070205080204" pitchFamily="34" charset="-128"/>
              </a:rPr>
              <a:t> </a:t>
            </a:r>
            <a:r>
              <a:rPr lang="en-US" altLang="en-US">
                <a:ea typeface="ＭＳ Ｐゴシック" panose="020B0600070205080204" pitchFamily="34" charset="-128"/>
              </a:rPr>
              <a:t>for </a:t>
            </a:r>
            <a:r>
              <a:rPr lang="en-US" altLang="en-US">
                <a:solidFill>
                  <a:srgbClr val="0000FF"/>
                </a:solidFill>
                <a:ea typeface="ＭＳ Ｐゴシック" panose="020B0600070205080204" pitchFamily="34" charset="-128"/>
              </a:rPr>
              <a:t>not(c</a:t>
            </a:r>
            <a:r>
              <a:rPr lang="en-US" altLang="en-US">
                <a:solidFill>
                  <a:srgbClr val="0000FF"/>
                </a:solidFill>
                <a:ea typeface="ＭＳ Ｐゴシック" panose="020B0600070205080204" pitchFamily="34" charset="-128"/>
                <a:sym typeface="Symbol" pitchFamily="2" charset="2"/>
              </a:rPr>
              <a:t></a:t>
            </a:r>
            <a:r>
              <a:rPr lang="en-US" altLang="en-US">
                <a:solidFill>
                  <a:srgbClr val="0000FF"/>
                </a:solidFill>
                <a:ea typeface="ＭＳ Ｐゴシック" panose="020B0600070205080204" pitchFamily="34" charset="-128"/>
              </a:rPr>
              <a:t> )</a:t>
            </a:r>
          </a:p>
          <a:p>
            <a:pPr lvl="1" eaLnBrk="1" hangingPunct="1"/>
            <a:endParaRPr lang="en-US" altLang="en-US">
              <a:ea typeface="ＭＳ Ｐゴシック" panose="020B0600070205080204" pitchFamily="34"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A6699AC9-767D-4DBA-317B-67E155EA40B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An Example</a:t>
            </a:r>
          </a:p>
        </p:txBody>
      </p:sp>
      <p:sp>
        <p:nvSpPr>
          <p:cNvPr id="58370" name="Content Placeholder 2">
            <a:extLst>
              <a:ext uri="{FF2B5EF4-FFF2-40B4-BE49-F238E27FC236}">
                <a16:creationId xmlns:a16="http://schemas.microsoft.com/office/drawing/2014/main" id="{BCE187CF-F1C3-C49A-EC9E-AFD6AB1BFACF}"/>
              </a:ext>
            </a:extLst>
          </p:cNvPr>
          <p:cNvSpPr>
            <a:spLocks noGrp="1"/>
          </p:cNvSpPr>
          <p:nvPr>
            <p:ph idx="1"/>
          </p:nvPr>
        </p:nvSpPr>
        <p:spPr/>
        <p:txBody>
          <a:bodyPr/>
          <a:lstStyle/>
          <a:p>
            <a:pPr eaLnBrk="1" hangingPunct="1"/>
            <a:r>
              <a:rPr lang="en-US" altLang="en-US">
                <a:solidFill>
                  <a:srgbClr val="FF6600"/>
                </a:solidFill>
                <a:ea typeface="ＭＳ Ｐゴシック" panose="020B0600070205080204" pitchFamily="34" charset="-128"/>
              </a:rPr>
              <a:t>P</a:t>
            </a:r>
            <a:r>
              <a:rPr lang="en-US" altLang="en-US">
                <a:ea typeface="ＭＳ Ｐゴシック" panose="020B0600070205080204" pitchFamily="34" charset="-128"/>
              </a:rPr>
              <a:t> = set of numerical algorithms </a:t>
            </a:r>
          </a:p>
          <a:p>
            <a:pPr eaLnBrk="1" hangingPunct="1"/>
            <a:r>
              <a:rPr lang="en-US" altLang="en-US">
                <a:solidFill>
                  <a:srgbClr val="FF6600"/>
                </a:solidFill>
                <a:ea typeface="ＭＳ Ｐゴシック" panose="020B0600070205080204" pitchFamily="34" charset="-128"/>
              </a:rPr>
              <a:t>Observer O&lt;n,m&gt;: </a:t>
            </a:r>
            <a:r>
              <a:rPr lang="en-US" altLang="en-US">
                <a:ea typeface="ＭＳ Ｐゴシック" panose="020B0600070205080204" pitchFamily="34" charset="-128"/>
              </a:rPr>
              <a:t>attempts to determine if on input n program p outputs m.</a:t>
            </a:r>
          </a:p>
          <a:p>
            <a:pPr eaLnBrk="1" hangingPunct="1"/>
            <a:r>
              <a:rPr lang="en-US" altLang="en-US">
                <a:solidFill>
                  <a:srgbClr val="FF6600"/>
                </a:solidFill>
                <a:ea typeface="ＭＳ Ｐゴシック" panose="020B0600070205080204" pitchFamily="34" charset="-128"/>
              </a:rPr>
              <a:t>Comp(O&lt;n,m&gt;,p): </a:t>
            </a:r>
            <a:r>
              <a:rPr lang="en-US" altLang="en-US">
                <a:ea typeface="ＭＳ Ｐゴシック" panose="020B0600070205080204" pitchFamily="34" charset="-128"/>
              </a:rPr>
              <a:t>consists of </a:t>
            </a:r>
          </a:p>
          <a:p>
            <a:pPr lvl="1" eaLnBrk="1" hangingPunct="1"/>
            <a:r>
              <a:rPr lang="en-US" altLang="en-US">
                <a:ea typeface="ＭＳ Ｐゴシック" panose="020B0600070205080204" pitchFamily="34" charset="-128"/>
              </a:rPr>
              <a:t>A </a:t>
            </a:r>
            <a:r>
              <a:rPr lang="en-US" altLang="en-US">
                <a:solidFill>
                  <a:srgbClr val="3366FF"/>
                </a:solidFill>
                <a:ea typeface="ＭＳ Ｐゴシック" panose="020B0600070205080204" pitchFamily="34" charset="-128"/>
              </a:rPr>
              <a:t>computation generated by p, on input n, outputs m and halts in success state </a:t>
            </a:r>
            <a:r>
              <a:rPr lang="en-US" altLang="en-US">
                <a:ea typeface="ＭＳ Ｐゴシック" panose="020B0600070205080204" pitchFamily="34" charset="-128"/>
              </a:rPr>
              <a:t>OR</a:t>
            </a:r>
          </a:p>
          <a:p>
            <a:pPr lvl="1" eaLnBrk="1" hangingPunct="1"/>
            <a:r>
              <a:rPr lang="en-US" altLang="en-US">
                <a:ea typeface="ＭＳ Ｐゴシック" panose="020B0600070205080204" pitchFamily="34" charset="-128"/>
              </a:rPr>
              <a:t>If the computation </a:t>
            </a:r>
            <a:r>
              <a:rPr lang="en-US" altLang="en-US">
                <a:solidFill>
                  <a:srgbClr val="3366FF"/>
                </a:solidFill>
                <a:ea typeface="ＭＳ Ｐゴシック" panose="020B0600070205080204" pitchFamily="34" charset="-128"/>
              </a:rPr>
              <a:t>halts</a:t>
            </a:r>
            <a:r>
              <a:rPr lang="en-US" altLang="en-US">
                <a:ea typeface="ＭＳ Ｐゴシック" panose="020B0600070205080204" pitchFamily="34" charset="-128"/>
              </a:rPr>
              <a:t> and </a:t>
            </a:r>
            <a:r>
              <a:rPr lang="en-US" altLang="en-US">
                <a:solidFill>
                  <a:srgbClr val="3366FF"/>
                </a:solidFill>
                <a:ea typeface="ＭＳ Ｐゴシック" panose="020B0600070205080204" pitchFamily="34" charset="-128"/>
              </a:rPr>
              <a:t>out</a:t>
            </a:r>
            <a:r>
              <a:rPr lang="en-US" altLang="en-US">
                <a:ea typeface="ＭＳ Ｐゴシック" panose="020B0600070205080204" pitchFamily="34" charset="-128"/>
              </a:rPr>
              <a:t> </a:t>
            </a:r>
            <a:r>
              <a:rPr lang="en-US" altLang="en-US">
                <a:solidFill>
                  <a:srgbClr val="2402EE"/>
                </a:solidFill>
                <a:ea typeface="ＭＳ Ｐゴシック" panose="020B0600070205080204" pitchFamily="34" charset="-128"/>
              </a:rPr>
              <a:t>put is not m</a:t>
            </a:r>
            <a:r>
              <a:rPr lang="en-US" altLang="en-US">
                <a:ea typeface="ＭＳ Ｐゴシック" panose="020B0600070205080204" pitchFamily="34" charset="-128"/>
              </a:rPr>
              <a:t>, </a:t>
            </a:r>
          </a:p>
          <a:p>
            <a:pPr lvl="1" eaLnBrk="1" hangingPunct="1"/>
            <a:r>
              <a:rPr lang="en-US" altLang="en-US">
                <a:ea typeface="ＭＳ Ｐゴシック" panose="020B0600070205080204" pitchFamily="34" charset="-128"/>
              </a:rPr>
              <a:t>Or go to a </a:t>
            </a:r>
            <a:r>
              <a:rPr lang="en-US" altLang="en-US">
                <a:solidFill>
                  <a:srgbClr val="2402EE"/>
                </a:solidFill>
                <a:ea typeface="ＭＳ Ｐゴシック" panose="020B0600070205080204" pitchFamily="34" charset="-128"/>
              </a:rPr>
              <a:t>deadlock state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B6158E50-8AD5-766C-9521-546A5F5900F9}"/>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Formulating a Test Result</a:t>
            </a:r>
          </a:p>
        </p:txBody>
      </p:sp>
      <p:sp>
        <p:nvSpPr>
          <p:cNvPr id="3" name="Content Placeholder 2">
            <a:extLst>
              <a:ext uri="{FF2B5EF4-FFF2-40B4-BE49-F238E27FC236}">
                <a16:creationId xmlns:a16="http://schemas.microsoft.com/office/drawing/2014/main" id="{3750F356-76E4-B9E2-5582-E369823A8AD0}"/>
              </a:ext>
            </a:extLst>
          </p:cNvPr>
          <p:cNvSpPr>
            <a:spLocks noGrp="1"/>
          </p:cNvSpPr>
          <p:nvPr>
            <p:ph idx="1"/>
          </p:nvPr>
        </p:nvSpPr>
        <p:spPr>
          <a:xfrm>
            <a:off x="206375" y="1600200"/>
            <a:ext cx="8480425" cy="4525963"/>
          </a:xfrm>
        </p:spPr>
        <p:txBody>
          <a:bodyPr rtlCol="0">
            <a:normAutofit/>
          </a:bodyPr>
          <a:lstStyle/>
          <a:p>
            <a:pPr eaLnBrk="1" fontAlgn="auto" hangingPunct="1">
              <a:spcAft>
                <a:spcPts val="0"/>
              </a:spcAft>
              <a:buFont typeface="Arial"/>
              <a:buChar char="•"/>
              <a:defRPr/>
            </a:pPr>
            <a:r>
              <a:rPr lang="en-US" dirty="0">
                <a:ea typeface="+mn-ea"/>
                <a:cs typeface="+mn-cs"/>
              </a:rPr>
              <a:t>For </a:t>
            </a:r>
            <a:r>
              <a:rPr lang="en-US" dirty="0" err="1">
                <a:ea typeface="+mn-ea"/>
                <a:cs typeface="+mn-cs"/>
              </a:rPr>
              <a:t>o</a:t>
            </a:r>
            <a:r>
              <a:rPr lang="en-US" dirty="0" err="1">
                <a:ea typeface="+mn-ea"/>
                <a:cs typeface="+mn-cs"/>
                <a:sym typeface="Symbol"/>
              </a:rPr>
              <a:t>O</a:t>
            </a:r>
            <a:r>
              <a:rPr lang="en-US" dirty="0">
                <a:ea typeface="+mn-ea"/>
                <a:cs typeface="+mn-cs"/>
                <a:sym typeface="Symbol"/>
              </a:rPr>
              <a:t> and </a:t>
            </a:r>
            <a:r>
              <a:rPr lang="en-US" dirty="0" err="1">
                <a:ea typeface="+mn-ea"/>
                <a:cs typeface="+mn-cs"/>
                <a:sym typeface="Symbol"/>
              </a:rPr>
              <a:t>pP</a:t>
            </a:r>
            <a:r>
              <a:rPr lang="en-US" dirty="0">
                <a:ea typeface="+mn-ea"/>
                <a:cs typeface="+mn-cs"/>
                <a:sym typeface="Symbol"/>
              </a:rPr>
              <a:t>, let R(</a:t>
            </a:r>
            <a:r>
              <a:rPr lang="en-US" dirty="0" err="1">
                <a:ea typeface="+mn-ea"/>
                <a:cs typeface="+mn-cs"/>
                <a:sym typeface="Symbol"/>
              </a:rPr>
              <a:t>o,p</a:t>
            </a:r>
            <a:r>
              <a:rPr lang="en-US" dirty="0">
                <a:ea typeface="+mn-ea"/>
                <a:cs typeface="+mn-cs"/>
                <a:sym typeface="Symbol"/>
              </a:rPr>
              <a:t>)  {,</a:t>
            </a: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ea typeface="+mn-ea"/>
                <a:cs typeface="+mn-cs"/>
                <a:sym typeface="Symbol"/>
              </a:rPr>
              <a:t>} be the result set where</a:t>
            </a:r>
          </a:p>
          <a:p>
            <a:pPr marL="914400" lvl="1" indent="-514350" eaLnBrk="1" fontAlgn="auto" hangingPunct="1">
              <a:spcAft>
                <a:spcPts val="0"/>
              </a:spcAft>
              <a:buFont typeface="+mj-lt"/>
              <a:buAutoNum type="arabicPeriod"/>
              <a:defRPr/>
            </a:pPr>
            <a:r>
              <a:rPr lang="en-US" dirty="0">
                <a:ea typeface="+mn-ea"/>
              </a:rPr>
              <a:t> T</a:t>
            </a:r>
            <a:r>
              <a:rPr lang="en-US" dirty="0">
                <a:ea typeface="+mn-ea"/>
                <a:sym typeface="Symbol"/>
              </a:rPr>
              <a:t>R(</a:t>
            </a:r>
            <a:r>
              <a:rPr lang="en-US" dirty="0" err="1">
                <a:ea typeface="+mn-ea"/>
                <a:sym typeface="Symbol"/>
              </a:rPr>
              <a:t>o,p</a:t>
            </a:r>
            <a:r>
              <a:rPr lang="en-US" dirty="0">
                <a:ea typeface="+mn-ea"/>
                <a:sym typeface="Symbol"/>
              </a:rPr>
              <a:t>) if c Comp(</a:t>
            </a:r>
            <a:r>
              <a:rPr lang="en-US" dirty="0" err="1">
                <a:ea typeface="+mn-ea"/>
                <a:sym typeface="Symbol"/>
              </a:rPr>
              <a:t>o,p</a:t>
            </a:r>
            <a:r>
              <a:rPr lang="en-US" dirty="0">
                <a:ea typeface="+mn-ea"/>
                <a:sym typeface="Symbol"/>
              </a:rPr>
              <a:t>) where </a:t>
            </a:r>
            <a:r>
              <a:rPr lang="en-US" dirty="0" err="1">
                <a:ea typeface="+mn-ea"/>
                <a:sym typeface="Symbol"/>
              </a:rPr>
              <a:t>cSuccess</a:t>
            </a:r>
            <a:endParaRPr lang="en-US" dirty="0">
              <a:ea typeface="+mn-ea"/>
              <a:sym typeface="Symbol"/>
            </a:endParaRPr>
          </a:p>
          <a:p>
            <a:pPr marL="914400" lvl="1" indent="-514350" eaLnBrk="1" fontAlgn="auto" hangingPunct="1">
              <a:spcAft>
                <a:spcPts val="0"/>
              </a:spcAft>
              <a:buFont typeface="+mj-lt"/>
              <a:buAutoNum type="arabicPeriod"/>
              <a:defRPr/>
            </a:pPr>
            <a:r>
              <a:rPr lang="en-US" dirty="0" err="1">
                <a:ea typeface="+mn-ea"/>
                <a:sym typeface="Symbol"/>
              </a:rPr>
              <a:t>R(o,p</a:t>
            </a:r>
            <a:r>
              <a:rPr lang="en-US" dirty="0">
                <a:ea typeface="+mn-ea"/>
                <a:sym typeface="Symbol"/>
              </a:rPr>
              <a:t>) if </a:t>
            </a:r>
            <a:r>
              <a:rPr lang="en-US" dirty="0" err="1">
                <a:ea typeface="+mn-ea"/>
                <a:sym typeface="Symbol"/>
              </a:rPr>
              <a:t>c</a:t>
            </a:r>
            <a:r>
              <a:rPr lang="en-US" dirty="0">
                <a:ea typeface="+mn-ea"/>
                <a:sym typeface="Symbol"/>
              </a:rPr>
              <a:t> </a:t>
            </a:r>
            <a:r>
              <a:rPr lang="en-US" dirty="0" err="1">
                <a:ea typeface="+mn-ea"/>
                <a:sym typeface="Symbol"/>
              </a:rPr>
              <a:t>Comp(o,p</a:t>
            </a:r>
            <a:r>
              <a:rPr lang="en-US" dirty="0">
                <a:ea typeface="+mn-ea"/>
                <a:sym typeface="Symbol"/>
              </a:rPr>
              <a:t>) where </a:t>
            </a:r>
            <a:r>
              <a:rPr lang="en-US" dirty="0" err="1">
                <a:ea typeface="+mn-ea"/>
              </a:rPr>
              <a:t>c</a:t>
            </a:r>
            <a:r>
              <a:rPr lang="en-US" dirty="0" err="1">
                <a:ea typeface="+mn-ea"/>
                <a:sym typeface="Symbol"/>
              </a:rPr>
              <a:t></a:t>
            </a:r>
            <a:r>
              <a:rPr lang="en-US" dirty="0">
                <a:ea typeface="+mn-ea"/>
              </a:rPr>
              <a:t> </a:t>
            </a:r>
          </a:p>
          <a:p>
            <a:pPr marL="514350" indent="-514350" eaLnBrk="1" fontAlgn="auto" hangingPunct="1">
              <a:spcAft>
                <a:spcPts val="0"/>
              </a:spcAft>
              <a:buFont typeface="Arial"/>
              <a:buNone/>
              <a:defRPr/>
            </a:pPr>
            <a:endParaRPr lang="en-US" dirty="0">
              <a:ea typeface="+mn-ea"/>
              <a:cs typeface="+mn-cs"/>
            </a:endParaRPr>
          </a:p>
          <a:p>
            <a:pPr marL="514350" indent="-514350" eaLnBrk="1" fontAlgn="auto" hangingPunct="1">
              <a:spcAft>
                <a:spcPts val="0"/>
              </a:spcAft>
              <a:buFont typeface="Arial"/>
              <a:buNone/>
              <a:defRPr/>
            </a:pPr>
            <a:r>
              <a:rPr lang="en-US" u="sng" dirty="0">
                <a:ea typeface="+mn-ea"/>
                <a:cs typeface="+mn-cs"/>
              </a:rPr>
              <a:t>Note:</a:t>
            </a:r>
            <a:r>
              <a:rPr lang="en-US" dirty="0">
                <a:ea typeface="+mn-ea"/>
                <a:cs typeface="+mn-cs"/>
              </a:rPr>
              <a:t> we do not distinguish between test that results in deadlocks and test that diverge!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53AB9E12-B262-126F-8B1A-7690FB703F96}"/>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Test Equivalence</a:t>
            </a:r>
          </a:p>
        </p:txBody>
      </p:sp>
      <p:sp>
        <p:nvSpPr>
          <p:cNvPr id="60418" name="Content Placeholder 2">
            <a:extLst>
              <a:ext uri="{FF2B5EF4-FFF2-40B4-BE49-F238E27FC236}">
                <a16:creationId xmlns:a16="http://schemas.microsoft.com/office/drawing/2014/main" id="{28C4FE2D-731F-0FBE-0C8C-8C6F5DB6C0E6}"/>
              </a:ext>
            </a:extLst>
          </p:cNvPr>
          <p:cNvSpPr>
            <a:spLocks noGrp="1"/>
          </p:cNvSpPr>
          <p:nvPr>
            <p:ph idx="1"/>
          </p:nvPr>
        </p:nvSpPr>
        <p:spPr/>
        <p:txBody>
          <a:bodyPr/>
          <a:lstStyle/>
          <a:p>
            <a:pPr eaLnBrk="1" hangingPunct="1">
              <a:lnSpc>
                <a:spcPct val="80000"/>
              </a:lnSpc>
            </a:pPr>
            <a:r>
              <a:rPr lang="en-US" altLang="en-US" sz="2500">
                <a:solidFill>
                  <a:srgbClr val="0000FF"/>
                </a:solidFill>
                <a:ea typeface="ＭＳ Ｐゴシック" panose="020B0600070205080204" pitchFamily="34" charset="-128"/>
              </a:rPr>
              <a:t>p </a:t>
            </a:r>
            <a:r>
              <a:rPr lang="en-US" altLang="en-US" sz="2500">
                <a:solidFill>
                  <a:srgbClr val="0000FF"/>
                </a:solidFill>
                <a:ea typeface="ＭＳ Ｐゴシック" panose="020B0600070205080204" pitchFamily="34" charset="-128"/>
                <a:sym typeface="Symbol" pitchFamily="2" charset="2"/>
              </a:rPr>
              <a:t></a:t>
            </a:r>
            <a:r>
              <a:rPr lang="en-US" altLang="en-US" sz="2500">
                <a:solidFill>
                  <a:srgbClr val="0000FF"/>
                </a:solidFill>
                <a:ea typeface="ＭＳ Ｐゴシック" panose="020B0600070205080204" pitchFamily="34" charset="-128"/>
              </a:rPr>
              <a:t> q if </a:t>
            </a:r>
            <a:r>
              <a:rPr lang="en-US" altLang="en-US" sz="2500">
                <a:solidFill>
                  <a:srgbClr val="0000FF"/>
                </a:solidFill>
                <a:ea typeface="ＭＳ Ｐゴシック" panose="020B0600070205080204" pitchFamily="34" charset="-128"/>
                <a:sym typeface="Symbol" pitchFamily="2" charset="2"/>
              </a:rPr>
              <a:t></a:t>
            </a:r>
            <a:r>
              <a:rPr lang="en-US" altLang="en-US" sz="2500">
                <a:solidFill>
                  <a:srgbClr val="0000FF"/>
                </a:solidFill>
                <a:ea typeface="ＭＳ Ｐゴシック" panose="020B0600070205080204" pitchFamily="34" charset="-128"/>
              </a:rPr>
              <a:t> o</a:t>
            </a:r>
            <a:r>
              <a:rPr lang="en-US" altLang="en-US" sz="2500">
                <a:solidFill>
                  <a:srgbClr val="0000FF"/>
                </a:solidFill>
                <a:ea typeface="ＭＳ Ｐゴシック" panose="020B0600070205080204" pitchFamily="34" charset="-128"/>
                <a:sym typeface="Symbol" pitchFamily="2" charset="2"/>
              </a:rPr>
              <a:t>O and </a:t>
            </a:r>
            <a:r>
              <a:rPr lang="en-US" altLang="en-US" sz="2500">
                <a:solidFill>
                  <a:srgbClr val="0000FF"/>
                </a:solidFill>
                <a:ea typeface="ＭＳ Ｐゴシック" panose="020B0600070205080204" pitchFamily="34" charset="-128"/>
              </a:rPr>
              <a:t> </a:t>
            </a:r>
            <a:r>
              <a:rPr lang="en-US" altLang="en-US" sz="2500">
                <a:solidFill>
                  <a:srgbClr val="0000FF"/>
                </a:solidFill>
                <a:ea typeface="ＭＳ Ｐゴシック" panose="020B0600070205080204" pitchFamily="34" charset="-128"/>
                <a:sym typeface="Symbol" pitchFamily="2" charset="2"/>
              </a:rPr>
              <a:t>pP, let R(o,p)=R(o,q) </a:t>
            </a:r>
            <a:r>
              <a:rPr lang="en-US" altLang="en-US" sz="2500">
                <a:solidFill>
                  <a:srgbClr val="0000FF"/>
                </a:solidFill>
                <a:ea typeface="ＭＳ Ｐゴシック" panose="020B0600070205080204" pitchFamily="34" charset="-128"/>
              </a:rPr>
              <a:t> </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Who are the observers? </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Processes themselves!</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How do they “test” other processes?</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By interacting through open (non private in </a:t>
            </a:r>
            <a:r>
              <a:rPr lang="en-US" altLang="en-US" sz="2200">
                <a:ea typeface="ＭＳ Ｐゴシック" panose="020B0600070205080204" pitchFamily="34" charset="-128"/>
                <a:sym typeface="Symbol" pitchFamily="2" charset="2"/>
              </a:rPr>
              <a:t></a:t>
            </a:r>
            <a:r>
              <a:rPr lang="en-US" altLang="en-US" sz="2200">
                <a:ea typeface="ＭＳ Ｐゴシック" panose="020B0600070205080204" pitchFamily="34" charset="-128"/>
              </a:rPr>
              <a:t> -calculus) channels!</a:t>
            </a:r>
          </a:p>
          <a:p>
            <a:pPr eaLnBrk="1" hangingPunct="1">
              <a:lnSpc>
                <a:spcPct val="80000"/>
              </a:lnSpc>
            </a:pPr>
            <a:r>
              <a:rPr lang="en-US" altLang="en-US" sz="2500">
                <a:solidFill>
                  <a:srgbClr val="0000FF"/>
                </a:solidFill>
                <a:ea typeface="ＭＳ Ｐゴシック" panose="020B0600070205080204" pitchFamily="34" charset="-128"/>
              </a:rPr>
              <a:t>So two processes are test equivalent if they react the same to all “test” (or interacting) processes</a:t>
            </a:r>
          </a:p>
          <a:p>
            <a:pPr eaLnBrk="1" hangingPunct="1">
              <a:lnSpc>
                <a:spcPct val="80000"/>
              </a:lnSpc>
            </a:pPr>
            <a:r>
              <a:rPr lang="en-US" altLang="en-US" sz="2500">
                <a:solidFill>
                  <a:srgbClr val="FF0000"/>
                </a:solidFill>
                <a:ea typeface="ＭＳ Ｐゴシック" panose="020B0600070205080204" pitchFamily="34" charset="-128"/>
              </a:rPr>
              <a:t>Is this all? </a:t>
            </a:r>
          </a:p>
          <a:p>
            <a:pPr lvl="1" eaLnBrk="1" hangingPunct="1">
              <a:lnSpc>
                <a:spcPct val="80000"/>
              </a:lnSpc>
            </a:pPr>
            <a:r>
              <a:rPr lang="en-US" altLang="en-US" sz="2200">
                <a:solidFill>
                  <a:srgbClr val="FF6600"/>
                </a:solidFill>
                <a:ea typeface="ＭＳ Ｐゴシック" panose="020B0600070205080204" pitchFamily="34" charset="-128"/>
              </a:rPr>
              <a:t>Not really? </a:t>
            </a:r>
            <a:r>
              <a:rPr lang="en-US" altLang="en-US" sz="2200">
                <a:ea typeface="ＭＳ Ｐゴシック" panose="020B0600070205080204" pitchFamily="34" charset="-128"/>
              </a:rPr>
              <a:t>Why?</a:t>
            </a:r>
          </a:p>
          <a:p>
            <a:pPr lvl="1" eaLnBrk="1" hangingPunct="1">
              <a:lnSpc>
                <a:spcPct val="80000"/>
              </a:lnSpc>
            </a:pPr>
            <a:r>
              <a:rPr lang="en-US" altLang="en-US" sz="2200">
                <a:ea typeface="ＭＳ Ｐゴシック" panose="020B0600070205080204" pitchFamily="34" charset="-128"/>
              </a:rPr>
              <a:t>In a non-deterministic concurrent process P </a:t>
            </a:r>
            <a:r>
              <a:rPr lang="en-US" altLang="en-US" sz="2200">
                <a:solidFill>
                  <a:srgbClr val="0000FF"/>
                </a:solidFill>
                <a:ea typeface="ＭＳ Ｐゴシック" panose="020B0600070205080204" pitchFamily="34" charset="-128"/>
              </a:rPr>
              <a:t>one interaction </a:t>
            </a:r>
            <a:r>
              <a:rPr lang="en-US" altLang="en-US" sz="2200">
                <a:ea typeface="ＭＳ Ｐゴシック" panose="020B0600070205080204" pitchFamily="34" charset="-128"/>
              </a:rPr>
              <a:t>session with process Q </a:t>
            </a:r>
            <a:r>
              <a:rPr lang="en-US" altLang="en-US" sz="2200">
                <a:solidFill>
                  <a:srgbClr val="0000FF"/>
                </a:solidFill>
                <a:ea typeface="ＭＳ Ｐゴシック" panose="020B0600070205080204" pitchFamily="34" charset="-128"/>
              </a:rPr>
              <a:t>may end in success</a:t>
            </a:r>
            <a:r>
              <a:rPr lang="en-US" altLang="en-US" sz="2200">
                <a:ea typeface="ＭＳ Ｐゴシック" panose="020B0600070205080204" pitchFamily="34" charset="-128"/>
              </a:rPr>
              <a:t>, but a </a:t>
            </a:r>
            <a:r>
              <a:rPr lang="en-US" altLang="en-US" sz="2200">
                <a:solidFill>
                  <a:srgbClr val="0000FF"/>
                </a:solidFill>
                <a:ea typeface="ＭＳ Ｐゴシック" panose="020B0600070205080204" pitchFamily="34" charset="-128"/>
              </a:rPr>
              <a:t>second may diverge!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136987A6-5176-19FF-9329-EA4B0AE4B2C7}"/>
              </a:ext>
            </a:extLst>
          </p:cNvPr>
          <p:cNvSpPr>
            <a:spLocks noGrp="1"/>
          </p:cNvSpPr>
          <p:nvPr>
            <p:ph type="title"/>
          </p:nvPr>
        </p:nvSpPr>
        <p:spPr>
          <a:xfrm>
            <a:off x="457200" y="274638"/>
            <a:ext cx="8229600" cy="977900"/>
          </a:xfrm>
        </p:spPr>
        <p:txBody>
          <a:bodyPr/>
          <a:lstStyle/>
          <a:p>
            <a:pPr eaLnBrk="1" hangingPunct="1"/>
            <a:r>
              <a:rPr lang="en-US" altLang="en-US">
                <a:solidFill>
                  <a:srgbClr val="0000FF"/>
                </a:solidFill>
                <a:ea typeface="ＭＳ Ｐゴシック" panose="020B0600070205080204" pitchFamily="34" charset="-128"/>
              </a:rPr>
              <a:t>Can use Partial Orders to Compare</a:t>
            </a:r>
          </a:p>
        </p:txBody>
      </p:sp>
      <p:sp>
        <p:nvSpPr>
          <p:cNvPr id="3" name="Content Placeholder 2">
            <a:extLst>
              <a:ext uri="{FF2B5EF4-FFF2-40B4-BE49-F238E27FC236}">
                <a16:creationId xmlns:a16="http://schemas.microsoft.com/office/drawing/2014/main" id="{CA594432-3D45-2D87-A93D-30A7E2261CBA}"/>
              </a:ext>
            </a:extLst>
          </p:cNvPr>
          <p:cNvSpPr>
            <a:spLocks noGrp="1"/>
          </p:cNvSpPr>
          <p:nvPr>
            <p:ph idx="1"/>
          </p:nvPr>
        </p:nvSpPr>
        <p:spPr>
          <a:xfrm>
            <a:off x="457200" y="1252538"/>
            <a:ext cx="8229600" cy="5233987"/>
          </a:xfrm>
        </p:spPr>
        <p:txBody>
          <a:bodyPr>
            <a:normAutofit/>
          </a:bodyPr>
          <a:lstStyle/>
          <a:p>
            <a:pPr eaLnBrk="1" hangingPunct="1">
              <a:lnSpc>
                <a:spcPct val="80000"/>
              </a:lnSpc>
              <a:spcBef>
                <a:spcPct val="0"/>
              </a:spcBef>
              <a:buFont typeface="Arial" charset="0"/>
              <a:buChar char="•"/>
              <a:defRPr/>
            </a:pPr>
            <a:r>
              <a:rPr lang="en-US" sz="3000" dirty="0"/>
              <a:t>Given more finer comparison</a:t>
            </a:r>
          </a:p>
          <a:p>
            <a:pPr eaLnBrk="1" hangingPunct="1">
              <a:lnSpc>
                <a:spcPct val="80000"/>
              </a:lnSpc>
              <a:spcBef>
                <a:spcPct val="0"/>
              </a:spcBef>
              <a:buFont typeface="Arial" charset="0"/>
              <a:buChar char="•"/>
              <a:defRPr/>
            </a:pPr>
            <a:r>
              <a:rPr lang="en-US" sz="3000" dirty="0"/>
              <a:t>Can recover equivalence by defining </a:t>
            </a:r>
          </a:p>
          <a:p>
            <a:pPr eaLnBrk="1" hangingPunct="1">
              <a:lnSpc>
                <a:spcPct val="80000"/>
              </a:lnSpc>
              <a:spcBef>
                <a:spcPct val="0"/>
              </a:spcBef>
              <a:buFont typeface="Arial" charset="0"/>
              <a:buChar char="•"/>
              <a:defRPr/>
            </a:pPr>
            <a:r>
              <a:rPr lang="en-US" sz="3000" dirty="0"/>
              <a:t>Define</a:t>
            </a:r>
            <a:r>
              <a:rPr lang="en-US" sz="3000" dirty="0">
                <a:solidFill>
                  <a:srgbClr val="0000FF"/>
                </a:solidFill>
              </a:rPr>
              <a:t> p </a:t>
            </a:r>
            <a:r>
              <a:rPr lang="en-US" sz="3000" dirty="0">
                <a:solidFill>
                  <a:srgbClr val="0000FF"/>
                </a:solidFill>
                <a:sym typeface="Symbol" charset="0"/>
              </a:rPr>
              <a:t></a:t>
            </a:r>
            <a:r>
              <a:rPr lang="en-US" sz="3000" dirty="0">
                <a:solidFill>
                  <a:srgbClr val="0000FF"/>
                </a:solidFill>
              </a:rPr>
              <a:t> q </a:t>
            </a:r>
            <a:r>
              <a:rPr lang="en-US" sz="3000" dirty="0"/>
              <a:t>as </a:t>
            </a:r>
            <a:r>
              <a:rPr lang="en-US" sz="3000" dirty="0">
                <a:solidFill>
                  <a:srgbClr val="0000FF"/>
                </a:solidFill>
              </a:rPr>
              <a:t>p </a:t>
            </a:r>
            <a:r>
              <a:rPr lang="en-US" sz="3000" dirty="0">
                <a:solidFill>
                  <a:srgbClr val="0000FF"/>
                </a:solidFill>
                <a:effectLst>
                  <a:outerShdw blurRad="38100" dist="38100" dir="2700000" algn="tl">
                    <a:srgbClr val="DDDDDD"/>
                  </a:outerShdw>
                </a:effectLst>
                <a:latin typeface="Arial Unicode MS" charset="0"/>
                <a:cs typeface="Arial Unicode MS" charset="0"/>
              </a:rPr>
              <a:t>⊑ q and q ⊑ p</a:t>
            </a:r>
            <a:endParaRPr lang="en-US" sz="3000" dirty="0">
              <a:effectLst>
                <a:outerShdw blurRad="38100" dist="38100" dir="2700000" algn="tl">
                  <a:srgbClr val="DDDDDD"/>
                </a:outerShdw>
              </a:effectLst>
              <a:latin typeface="Arial Unicode MS" charset="0"/>
              <a:cs typeface="Arial Unicode MS" charset="0"/>
            </a:endParaRPr>
          </a:p>
          <a:p>
            <a:pPr eaLnBrk="1" hangingPunct="1">
              <a:lnSpc>
                <a:spcPct val="80000"/>
              </a:lnSpc>
              <a:spcBef>
                <a:spcPct val="0"/>
              </a:spcBef>
              <a:buFont typeface="Arial" charset="0"/>
              <a:buChar char="•"/>
              <a:defRPr/>
            </a:pPr>
            <a:r>
              <a:rPr lang="en-US" sz="3000" dirty="0">
                <a:solidFill>
                  <a:srgbClr val="000000"/>
                </a:solidFill>
                <a:effectLst>
                  <a:outerShdw blurRad="38100" dist="38100" dir="2700000" algn="tl">
                    <a:srgbClr val="DDDDDD"/>
                  </a:outerShdw>
                </a:effectLst>
                <a:latin typeface="Arial Unicode MS" charset="0"/>
                <a:cs typeface="Arial Unicode MS" charset="0"/>
              </a:rPr>
              <a:t>What options do we have to define ⊑?</a:t>
            </a:r>
          </a:p>
          <a:p>
            <a:pPr eaLnBrk="1" hangingPunct="1">
              <a:lnSpc>
                <a:spcPct val="80000"/>
              </a:lnSpc>
              <a:spcBef>
                <a:spcPct val="0"/>
              </a:spcBef>
              <a:buFont typeface="Arial" charset="0"/>
              <a:buChar char="•"/>
              <a:defRPr/>
            </a:pPr>
            <a:r>
              <a:rPr lang="en-US" sz="3000" dirty="0">
                <a:solidFill>
                  <a:srgbClr val="000000"/>
                </a:solidFill>
                <a:effectLst>
                  <a:outerShdw blurRad="38100" dist="38100" dir="2700000" algn="tl">
                    <a:srgbClr val="DDDDDD"/>
                  </a:outerShdw>
                </a:effectLst>
                <a:latin typeface="Arial Unicode MS" charset="0"/>
                <a:cs typeface="Arial Unicode MS" charset="0"/>
              </a:rPr>
              <a:t>Three common options </a:t>
            </a:r>
          </a:p>
          <a:p>
            <a:pPr eaLnBrk="1" hangingPunct="1">
              <a:lnSpc>
                <a:spcPct val="80000"/>
              </a:lnSpc>
              <a:spcBef>
                <a:spcPct val="0"/>
              </a:spcBef>
              <a:buFont typeface="Arial" charset="0"/>
              <a:buChar char="•"/>
              <a:defRPr/>
            </a:pPr>
            <a:endParaRPr lang="en-US" sz="3000"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  {T}			{T}={T,</a:t>
            </a:r>
            <a:r>
              <a:rPr lang="en-US" sz="3000" dirty="0">
                <a:sym typeface="Symbol" charset="0"/>
              </a:rPr>
              <a:t> </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{T}				</a:t>
            </a:r>
            <a:endParaRPr lang="en-US" sz="3000" dirty="0">
              <a:solidFill>
                <a:srgbClr val="000000"/>
              </a:solidFill>
            </a:endParaRPr>
          </a:p>
          <a:p>
            <a:pPr eaLnBrk="1" hangingPunct="1">
              <a:lnSpc>
                <a:spcPct val="80000"/>
              </a:lnSpc>
              <a:spcBef>
                <a:spcPts val="163"/>
              </a:spcBef>
              <a:buFont typeface="Arial" charset="0"/>
              <a:buNone/>
              <a:defRPr/>
            </a:pPr>
            <a:endParaRPr lang="en-US" sz="3000"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{T,</a:t>
            </a:r>
            <a:r>
              <a:rPr lang="en-US" sz="3000" dirty="0">
                <a:sym typeface="Symbol" charset="0"/>
              </a:rPr>
              <a:t> </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{T,</a:t>
            </a:r>
            <a:r>
              <a:rPr lang="en-US" sz="3000" dirty="0">
                <a:sym typeface="Symbol" charset="0"/>
              </a:rPr>
              <a:t> </a:t>
            </a:r>
            <a:r>
              <a:rPr lang="en-US" sz="3000" dirty="0"/>
              <a:t>}=</a:t>
            </a:r>
            <a:r>
              <a:rPr lang="en-US" sz="3000" dirty="0">
                <a:solidFill>
                  <a:srgbClr val="000000"/>
                </a:solidFill>
                <a:effectLst>
                  <a:outerShdw blurRad="38100" dist="38100" dir="2700000" algn="tl">
                    <a:srgbClr val="DDDDDD"/>
                  </a:outerShdw>
                </a:effectLst>
                <a:latin typeface="Arial Unicode MS" charset="0"/>
                <a:cs typeface="Arial Unicode MS" charset="0"/>
              </a:rPr>
              <a:t>{</a:t>
            </a:r>
            <a:r>
              <a:rPr lang="en-US" sz="3000" dirty="0">
                <a:sym typeface="Symbol" charset="0"/>
              </a:rPr>
              <a:t></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a:t>
            </a:r>
            <a:r>
              <a:rPr lang="en-US" sz="3000" dirty="0">
                <a:sym typeface="Symbol" charset="0"/>
              </a:rPr>
              <a:t></a:t>
            </a:r>
            <a:r>
              <a:rPr lang="en-US" sz="3000" dirty="0"/>
              <a:t>}</a:t>
            </a:r>
          </a:p>
          <a:p>
            <a:pPr eaLnBrk="1" hangingPunct="1">
              <a:lnSpc>
                <a:spcPct val="80000"/>
              </a:lnSpc>
              <a:spcBef>
                <a:spcPts val="163"/>
              </a:spcBef>
              <a:buFont typeface="Arial" charset="0"/>
              <a:buNone/>
              <a:defRPr/>
            </a:pPr>
            <a:endParaRPr lang="en-US" sz="3000" dirty="0">
              <a:solidFill>
                <a:srgbClr val="000000"/>
              </a:solidFill>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  {</a:t>
            </a:r>
            <a:r>
              <a:rPr lang="en-US" sz="3000" dirty="0">
                <a:sym typeface="Symbol" charset="0"/>
              </a:rPr>
              <a:t></a:t>
            </a:r>
            <a:r>
              <a:rPr lang="en-US" sz="3000" dirty="0"/>
              <a:t>}	</a:t>
            </a:r>
          </a:p>
          <a:p>
            <a:pPr eaLnBrk="1" hangingPunct="1">
              <a:lnSpc>
                <a:spcPct val="80000"/>
              </a:lnSpc>
              <a:spcBef>
                <a:spcPts val="163"/>
              </a:spcBef>
              <a:buFont typeface="Arial" charset="0"/>
              <a:buNone/>
              <a:defRPr/>
            </a:pPr>
            <a:r>
              <a:rPr lang="en-US" sz="3000" dirty="0" err="1">
                <a:solidFill>
                  <a:srgbClr val="008000"/>
                </a:solidFill>
              </a:rPr>
              <a:t>Egli</a:t>
            </a:r>
            <a:r>
              <a:rPr lang="en-US" sz="3000" dirty="0">
                <a:solidFill>
                  <a:srgbClr val="008000"/>
                </a:solidFill>
              </a:rPr>
              <a:t>-Milner         	Smyth</a:t>
            </a:r>
            <a:r>
              <a:rPr lang="en-US" sz="3000" dirty="0">
                <a:solidFill>
                  <a:srgbClr val="000000"/>
                </a:solidFill>
              </a:rPr>
              <a:t>			</a:t>
            </a:r>
            <a:r>
              <a:rPr lang="en-US" sz="3000" dirty="0">
                <a:solidFill>
                  <a:srgbClr val="008000"/>
                </a:solidFill>
              </a:rPr>
              <a:t>Hoare</a:t>
            </a:r>
          </a:p>
        </p:txBody>
      </p:sp>
      <p:cxnSp>
        <p:nvCxnSpPr>
          <p:cNvPr id="5" name="Straight Connector 4">
            <a:extLst>
              <a:ext uri="{FF2B5EF4-FFF2-40B4-BE49-F238E27FC236}">
                <a16:creationId xmlns:a16="http://schemas.microsoft.com/office/drawing/2014/main" id="{A07C4021-827B-F31D-A98E-A2F8454C465A}"/>
              </a:ext>
            </a:extLst>
          </p:cNvPr>
          <p:cNvCxnSpPr>
            <a:cxnSpLocks noChangeShapeType="1"/>
          </p:cNvCxnSpPr>
          <p:nvPr/>
        </p:nvCxnSpPr>
        <p:spPr bwMode="auto">
          <a:xfrm rot="16200000" flipH="1">
            <a:off x="832644" y="4306094"/>
            <a:ext cx="382587" cy="9525"/>
          </a:xfrm>
          <a:prstGeom prst="line">
            <a:avLst/>
          </a:prstGeom>
          <a:noFill/>
          <a:ln w="25400">
            <a:solidFill>
              <a:schemeClr val="accent1"/>
            </a:solidFill>
            <a:round/>
            <a:headEnd/>
            <a:tailEnd/>
          </a:ln>
          <a:effectLst>
            <a:outerShdw blurRad="40000" dist="20000" dir="5400000" rotWithShape="0">
              <a:srgbClr val="FF0000">
                <a:alpha val="37999"/>
              </a:srgbClr>
            </a:outerShdw>
          </a:effectLst>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03D54C9D-C1EB-151D-2FFF-5D2C59E6E0FE}"/>
              </a:ext>
            </a:extLst>
          </p:cNvPr>
          <p:cNvCxnSpPr>
            <a:cxnSpLocks noChangeShapeType="1"/>
          </p:cNvCxnSpPr>
          <p:nvPr/>
        </p:nvCxnSpPr>
        <p:spPr bwMode="auto">
          <a:xfrm rot="16200000" flipH="1">
            <a:off x="3798094" y="4306094"/>
            <a:ext cx="381000" cy="79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438C1DF6-3E8A-4A61-4741-3DDEE7894133}"/>
              </a:ext>
            </a:extLst>
          </p:cNvPr>
          <p:cNvCxnSpPr>
            <a:cxnSpLocks noChangeShapeType="1"/>
          </p:cNvCxnSpPr>
          <p:nvPr/>
        </p:nvCxnSpPr>
        <p:spPr bwMode="auto">
          <a:xfrm rot="16200000" flipH="1">
            <a:off x="6981825" y="4256088"/>
            <a:ext cx="488950" cy="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77F357D8-ABE7-17A7-B10E-261AC1A03A95}"/>
              </a:ext>
            </a:extLst>
          </p:cNvPr>
          <p:cNvCxnSpPr>
            <a:cxnSpLocks noChangeShapeType="1"/>
          </p:cNvCxnSpPr>
          <p:nvPr/>
        </p:nvCxnSpPr>
        <p:spPr bwMode="auto">
          <a:xfrm rot="5400000">
            <a:off x="819944" y="5169694"/>
            <a:ext cx="419100" cy="15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490D24E3-4FF0-78FE-3B0D-340282CA2906}"/>
              </a:ext>
            </a:extLst>
          </p:cNvPr>
          <p:cNvSpPr>
            <a:spLocks noGrp="1"/>
          </p:cNvSpPr>
          <p:nvPr>
            <p:ph type="title"/>
          </p:nvPr>
        </p:nvSpPr>
        <p:spPr>
          <a:xfrm>
            <a:off x="457200" y="274638"/>
            <a:ext cx="8229600" cy="977900"/>
          </a:xfrm>
        </p:spPr>
        <p:txBody>
          <a:bodyPr/>
          <a:lstStyle/>
          <a:p>
            <a:pPr eaLnBrk="1" hangingPunct="1"/>
            <a:r>
              <a:rPr lang="en-US" altLang="en-US">
                <a:solidFill>
                  <a:srgbClr val="0000FF"/>
                </a:solidFill>
                <a:ea typeface="ＭＳ Ｐゴシック" panose="020B0600070205080204" pitchFamily="34" charset="-128"/>
              </a:rPr>
              <a:t>Comparisons</a:t>
            </a:r>
          </a:p>
        </p:txBody>
      </p:sp>
      <p:sp>
        <p:nvSpPr>
          <p:cNvPr id="3" name="Content Placeholder 2">
            <a:extLst>
              <a:ext uri="{FF2B5EF4-FFF2-40B4-BE49-F238E27FC236}">
                <a16:creationId xmlns:a16="http://schemas.microsoft.com/office/drawing/2014/main" id="{D85DB8D9-EF6C-B648-87E9-CD37D69AB392}"/>
              </a:ext>
            </a:extLst>
          </p:cNvPr>
          <p:cNvSpPr>
            <a:spLocks noGrp="1"/>
          </p:cNvSpPr>
          <p:nvPr>
            <p:ph idx="1"/>
          </p:nvPr>
        </p:nvSpPr>
        <p:spPr>
          <a:xfrm>
            <a:off x="457200" y="1252538"/>
            <a:ext cx="8229600" cy="5233987"/>
          </a:xfrm>
        </p:spPr>
        <p:txBody>
          <a:bodyPr>
            <a:normAutofit fontScale="92500" lnSpcReduction="10000"/>
          </a:bodyPr>
          <a:lstStyle/>
          <a:p>
            <a:pPr eaLnBrk="1" hangingPunct="1">
              <a:lnSpc>
                <a:spcPct val="90000"/>
              </a:lnSpc>
              <a:spcBef>
                <a:spcPct val="0"/>
              </a:spcBef>
              <a:buFont typeface="Arial" charset="0"/>
              <a:buChar char="•"/>
              <a:defRPr/>
            </a:pPr>
            <a:r>
              <a:rPr lang="en-US" dirty="0" err="1">
                <a:solidFill>
                  <a:srgbClr val="0000FF"/>
                </a:solidFill>
              </a:rPr>
              <a:t>Egli</a:t>
            </a:r>
            <a:r>
              <a:rPr lang="en-US" dirty="0">
                <a:solidFill>
                  <a:srgbClr val="0000FF"/>
                </a:solidFill>
              </a:rPr>
              <a:t>-Milner: </a:t>
            </a:r>
            <a:r>
              <a:rPr lang="en-US" dirty="0"/>
              <a:t>None, some, all branches diverge</a:t>
            </a:r>
          </a:p>
          <a:p>
            <a:pPr eaLnBrk="1" hangingPunct="1">
              <a:lnSpc>
                <a:spcPct val="90000"/>
              </a:lnSpc>
              <a:spcBef>
                <a:spcPct val="0"/>
              </a:spcBef>
              <a:buFont typeface="Arial" charset="0"/>
              <a:buChar char="•"/>
              <a:defRPr/>
            </a:pPr>
            <a:r>
              <a:rPr lang="en-US" dirty="0">
                <a:solidFill>
                  <a:srgbClr val="0000FF"/>
                </a:solidFill>
              </a:rPr>
              <a:t>Smyth: </a:t>
            </a:r>
            <a:r>
              <a:rPr lang="en-US" dirty="0"/>
              <a:t>Any  branch diverging is as bad al all braches diverging </a:t>
            </a:r>
            <a:endParaRPr lang="en-US" dirty="0">
              <a:effectLst>
                <a:outerShdw blurRad="38100" dist="38100" dir="2700000" algn="tl">
                  <a:srgbClr val="DDDDDD"/>
                </a:outerShdw>
              </a:effectLst>
              <a:latin typeface="Arial Unicode MS" charset="0"/>
              <a:cs typeface="Arial Unicode MS" charset="0"/>
            </a:endParaRPr>
          </a:p>
          <a:p>
            <a:pPr eaLnBrk="1" hangingPunct="1">
              <a:lnSpc>
                <a:spcPct val="90000"/>
              </a:lnSpc>
              <a:spcBef>
                <a:spcPct val="0"/>
              </a:spcBef>
              <a:buFont typeface="Arial" charset="0"/>
              <a:buChar char="•"/>
              <a:defRPr/>
            </a:pPr>
            <a:r>
              <a:rPr lang="en-US" dirty="0">
                <a:solidFill>
                  <a:srgbClr val="0000FF"/>
                </a:solidFill>
                <a:effectLst>
                  <a:outerShdw blurRad="38100" dist="38100" dir="2700000" algn="tl">
                    <a:srgbClr val="DDDDDD"/>
                  </a:outerShdw>
                </a:effectLst>
                <a:latin typeface="Arial Unicode MS" charset="0"/>
                <a:cs typeface="Arial Unicode MS" charset="0"/>
              </a:rPr>
              <a:t>Hoare: </a:t>
            </a:r>
            <a:r>
              <a:rPr lang="en-US" dirty="0">
                <a:solidFill>
                  <a:srgbClr val="000000"/>
                </a:solidFill>
                <a:effectLst>
                  <a:outerShdw blurRad="38100" dist="38100" dir="2700000" algn="tl">
                    <a:srgbClr val="DDDDDD"/>
                  </a:outerShdw>
                </a:effectLst>
                <a:latin typeface="Arial Unicode MS" charset="0"/>
                <a:cs typeface="Arial Unicode MS" charset="0"/>
              </a:rPr>
              <a:t>Some divergence is unimportant as long as at least one converges! </a:t>
            </a:r>
          </a:p>
          <a:p>
            <a:pPr eaLnBrk="1" hangingPunct="1">
              <a:lnSpc>
                <a:spcPct val="90000"/>
              </a:lnSpc>
              <a:spcBef>
                <a:spcPct val="0"/>
              </a:spcBef>
              <a:buFont typeface="Arial" charset="0"/>
              <a:buChar char="•"/>
              <a:defRPr/>
            </a:pPr>
            <a:endParaRPr lang="en-US"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  {T}			{T}={T,</a:t>
            </a:r>
            <a:r>
              <a:rPr lang="en-US" dirty="0">
                <a:sym typeface="Symbol" charset="0"/>
              </a:rPr>
              <a:t> </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{T}				</a:t>
            </a:r>
            <a:endParaRPr lang="en-US" dirty="0">
              <a:solidFill>
                <a:srgbClr val="000000"/>
              </a:solidFill>
            </a:endParaRPr>
          </a:p>
          <a:p>
            <a:pPr eaLnBrk="1" hangingPunct="1">
              <a:lnSpc>
                <a:spcPct val="90000"/>
              </a:lnSpc>
              <a:spcBef>
                <a:spcPts val="163"/>
              </a:spcBef>
              <a:buFont typeface="Arial" charset="0"/>
              <a:buNone/>
              <a:defRPr/>
            </a:pPr>
            <a:endParaRPr lang="en-US"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sym typeface="Symbol" charset="0"/>
              </a:rPr>
              <a:t> </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sym typeface="Symbol" charset="0"/>
              </a:rPr>
              <a:t> </a:t>
            </a:r>
            <a:r>
              <a:rPr lang="en-US" dirty="0"/>
              <a:t>}=</a:t>
            </a:r>
            <a:r>
              <a:rPr lang="en-US" dirty="0">
                <a:solidFill>
                  <a:srgbClr val="000000"/>
                </a:solidFill>
                <a:effectLst>
                  <a:outerShdw blurRad="38100" dist="38100" dir="2700000" algn="tl">
                    <a:srgbClr val="DDDDDD"/>
                  </a:outerShdw>
                </a:effectLst>
                <a:latin typeface="Arial Unicode MS" charset="0"/>
                <a:cs typeface="Arial Unicode MS" charset="0"/>
              </a:rPr>
              <a:t>{</a:t>
            </a:r>
            <a:r>
              <a:rPr lang="en-US" dirty="0">
                <a:sym typeface="Symbol" charset="0"/>
              </a:rPr>
              <a:t></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a:t>
            </a:r>
            <a:r>
              <a:rPr lang="en-US" dirty="0">
                <a:sym typeface="Symbol" charset="0"/>
              </a:rPr>
              <a:t></a:t>
            </a:r>
            <a:r>
              <a:rPr lang="en-US" dirty="0"/>
              <a:t>}</a:t>
            </a:r>
          </a:p>
          <a:p>
            <a:pPr eaLnBrk="1" hangingPunct="1">
              <a:lnSpc>
                <a:spcPct val="90000"/>
              </a:lnSpc>
              <a:spcBef>
                <a:spcPts val="163"/>
              </a:spcBef>
              <a:buFont typeface="Arial" charset="0"/>
              <a:buNone/>
              <a:defRPr/>
            </a:pPr>
            <a:endParaRPr lang="en-US" dirty="0">
              <a:solidFill>
                <a:srgbClr val="000000"/>
              </a:solidFill>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  {</a:t>
            </a:r>
            <a:r>
              <a:rPr lang="en-US" dirty="0">
                <a:sym typeface="Symbol" charset="0"/>
              </a:rPr>
              <a:t></a:t>
            </a:r>
            <a:r>
              <a:rPr lang="en-US" dirty="0"/>
              <a:t>}	</a:t>
            </a:r>
          </a:p>
          <a:p>
            <a:pPr eaLnBrk="1" hangingPunct="1">
              <a:lnSpc>
                <a:spcPct val="90000"/>
              </a:lnSpc>
              <a:spcBef>
                <a:spcPts val="163"/>
              </a:spcBef>
              <a:buFont typeface="Arial" charset="0"/>
              <a:buNone/>
              <a:defRPr/>
            </a:pPr>
            <a:r>
              <a:rPr lang="en-US" dirty="0" err="1">
                <a:solidFill>
                  <a:srgbClr val="008000"/>
                </a:solidFill>
              </a:rPr>
              <a:t>Egli</a:t>
            </a:r>
            <a:r>
              <a:rPr lang="en-US" dirty="0">
                <a:solidFill>
                  <a:srgbClr val="008000"/>
                </a:solidFill>
              </a:rPr>
              <a:t>-Milner         	Smyth</a:t>
            </a:r>
            <a:r>
              <a:rPr lang="en-US" dirty="0">
                <a:solidFill>
                  <a:srgbClr val="000000"/>
                </a:solidFill>
              </a:rPr>
              <a:t>			</a:t>
            </a:r>
            <a:r>
              <a:rPr lang="en-US" dirty="0">
                <a:solidFill>
                  <a:srgbClr val="008000"/>
                </a:solidFill>
              </a:rPr>
              <a:t>Hoare</a:t>
            </a:r>
          </a:p>
        </p:txBody>
      </p:sp>
      <p:cxnSp>
        <p:nvCxnSpPr>
          <p:cNvPr id="5" name="Straight Connector 4">
            <a:extLst>
              <a:ext uri="{FF2B5EF4-FFF2-40B4-BE49-F238E27FC236}">
                <a16:creationId xmlns:a16="http://schemas.microsoft.com/office/drawing/2014/main" id="{B3DC0682-3683-8EBC-F219-F036FBCB8FCC}"/>
              </a:ext>
            </a:extLst>
          </p:cNvPr>
          <p:cNvCxnSpPr>
            <a:cxnSpLocks noChangeShapeType="1"/>
          </p:cNvCxnSpPr>
          <p:nvPr/>
        </p:nvCxnSpPr>
        <p:spPr bwMode="auto">
          <a:xfrm rot="16200000" flipH="1">
            <a:off x="832644" y="4306094"/>
            <a:ext cx="382587" cy="9525"/>
          </a:xfrm>
          <a:prstGeom prst="line">
            <a:avLst/>
          </a:prstGeom>
          <a:noFill/>
          <a:ln w="25400">
            <a:solidFill>
              <a:schemeClr val="accent1"/>
            </a:solidFill>
            <a:round/>
            <a:headEnd/>
            <a:tailEnd/>
          </a:ln>
          <a:effectLst>
            <a:outerShdw blurRad="40000" dist="20000" dir="5400000" rotWithShape="0">
              <a:srgbClr val="FF0000">
                <a:alpha val="37999"/>
              </a:srgbClr>
            </a:outerShdw>
          </a:effectLst>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FAC7CEE7-0644-07CB-1BA3-B83056E8454C}"/>
              </a:ext>
            </a:extLst>
          </p:cNvPr>
          <p:cNvCxnSpPr>
            <a:cxnSpLocks noChangeShapeType="1"/>
          </p:cNvCxnSpPr>
          <p:nvPr/>
        </p:nvCxnSpPr>
        <p:spPr bwMode="auto">
          <a:xfrm rot="16200000" flipH="1">
            <a:off x="3798094" y="4306094"/>
            <a:ext cx="381000" cy="79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2B0F9F2B-0967-E069-7FB0-8CF5268CE784}"/>
              </a:ext>
            </a:extLst>
          </p:cNvPr>
          <p:cNvCxnSpPr>
            <a:cxnSpLocks noChangeShapeType="1"/>
          </p:cNvCxnSpPr>
          <p:nvPr/>
        </p:nvCxnSpPr>
        <p:spPr bwMode="auto">
          <a:xfrm rot="16200000" flipH="1">
            <a:off x="6981825" y="4256088"/>
            <a:ext cx="488950" cy="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C72C96C5-434D-A69A-C233-518E00633BEB}"/>
              </a:ext>
            </a:extLst>
          </p:cNvPr>
          <p:cNvCxnSpPr>
            <a:cxnSpLocks noChangeShapeType="1"/>
          </p:cNvCxnSpPr>
          <p:nvPr/>
        </p:nvCxnSpPr>
        <p:spPr bwMode="auto">
          <a:xfrm rot="5400000">
            <a:off x="819944" y="5169694"/>
            <a:ext cx="419100" cy="15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1FDB96F7-F927-5D16-0EEF-D71195AAFCD4}"/>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Complication: May vs. Must !</a:t>
            </a:r>
          </a:p>
        </p:txBody>
      </p:sp>
      <p:sp>
        <p:nvSpPr>
          <p:cNvPr id="3" name="Content Placeholder 2">
            <a:extLst>
              <a:ext uri="{FF2B5EF4-FFF2-40B4-BE49-F238E27FC236}">
                <a16:creationId xmlns:a16="http://schemas.microsoft.com/office/drawing/2014/main" id="{8CA27BE3-1FA2-0484-D750-3763E88E0C97}"/>
              </a:ext>
            </a:extLst>
          </p:cNvPr>
          <p:cNvSpPr>
            <a:spLocks noGrp="1"/>
          </p:cNvSpPr>
          <p:nvPr>
            <p:ph idx="1"/>
          </p:nvPr>
        </p:nvSpPr>
        <p:spPr/>
        <p:txBody>
          <a:bodyPr>
            <a:normAutofit/>
          </a:bodyPr>
          <a:lstStyle/>
          <a:p>
            <a:pPr eaLnBrk="1" hangingPunct="1">
              <a:buFont typeface="Arial" charset="0"/>
              <a:buChar char="•"/>
              <a:defRPr/>
            </a:pPr>
            <a:r>
              <a:rPr lang="en-US"/>
              <a:t>p </a:t>
            </a:r>
            <a:r>
              <a:rPr lang="en-US">
                <a:solidFill>
                  <a:srgbClr val="000000"/>
                </a:solidFill>
                <a:effectLst>
                  <a:outerShdw blurRad="38100" dist="38100" dir="2700000" algn="tl">
                    <a:srgbClr val="DDDDDD"/>
                  </a:outerShdw>
                </a:effectLst>
                <a:latin typeface="Arial Unicode MS" charset="0"/>
                <a:cs typeface="Arial Unicode MS" charset="0"/>
              </a:rPr>
              <a:t>⊑</a:t>
            </a:r>
            <a:r>
              <a:rPr lang="en-US" sz="2800" baseline="-25000">
                <a:solidFill>
                  <a:srgbClr val="000000"/>
                </a:solidFill>
                <a:effectLst>
                  <a:outerShdw blurRad="38100" dist="38100" dir="2700000" algn="tl">
                    <a:srgbClr val="DDDDDD"/>
                  </a:outerShdw>
                </a:effectLst>
                <a:latin typeface="Arial Unicode MS" charset="0"/>
                <a:cs typeface="Arial Unicode MS" charset="0"/>
              </a:rPr>
              <a:t>i</a:t>
            </a:r>
            <a:r>
              <a:rPr lang="en-US">
                <a:solidFill>
                  <a:srgbClr val="000000"/>
                </a:solidFill>
                <a:effectLst>
                  <a:outerShdw blurRad="38100" dist="38100" dir="2700000" algn="tl">
                    <a:srgbClr val="DDDDDD"/>
                  </a:outerShdw>
                </a:effectLst>
                <a:latin typeface="Arial Unicode MS" charset="0"/>
                <a:cs typeface="Arial Unicode MS" charset="0"/>
              </a:rPr>
              <a:t> q</a:t>
            </a:r>
            <a:r>
              <a:rPr lang="en-US"/>
              <a:t> if </a:t>
            </a:r>
            <a:r>
              <a:rPr lang="en-US">
                <a:sym typeface="Symbol" charset="0"/>
              </a:rPr>
              <a:t></a:t>
            </a:r>
            <a:r>
              <a:rPr lang="en-US"/>
              <a:t> o</a:t>
            </a:r>
            <a:r>
              <a:rPr lang="en-US">
                <a:sym typeface="Symbol" charset="0"/>
              </a:rPr>
              <a:t>O and </a:t>
            </a:r>
            <a:r>
              <a:rPr lang="en-US"/>
              <a:t> </a:t>
            </a:r>
            <a:r>
              <a:rPr lang="en-US">
                <a:sym typeface="Symbol" charset="0"/>
              </a:rPr>
              <a:t>pP, let R(o,p)</a:t>
            </a:r>
            <a:r>
              <a:rPr lang="en-US">
                <a:solidFill>
                  <a:srgbClr val="000000"/>
                </a:solidFill>
                <a:effectLst>
                  <a:outerShdw blurRad="38100" dist="38100" dir="2700000" algn="tl">
                    <a:srgbClr val="DDDDDD"/>
                  </a:outerShdw>
                </a:effectLst>
                <a:latin typeface="Arial Unicode MS" charset="0"/>
                <a:cs typeface="Arial Unicode MS" charset="0"/>
              </a:rPr>
              <a:t> ⊑</a:t>
            </a:r>
            <a:r>
              <a:rPr lang="en-US" baseline="-25000">
                <a:solidFill>
                  <a:srgbClr val="000000"/>
                </a:solidFill>
                <a:effectLst>
                  <a:outerShdw blurRad="38100" dist="38100" dir="2700000" algn="tl">
                    <a:srgbClr val="DDDDDD"/>
                  </a:outerShdw>
                </a:effectLst>
                <a:latin typeface="Arial Unicode MS" charset="0"/>
                <a:cs typeface="Arial Unicode MS" charset="0"/>
              </a:rPr>
              <a:t>i</a:t>
            </a:r>
            <a:r>
              <a:rPr lang="en-US">
                <a:sym typeface="Symbol" charset="0"/>
              </a:rPr>
              <a:t>R(o,q) for i=Egli-Milner, Smyth, Hoare</a:t>
            </a:r>
          </a:p>
          <a:p>
            <a:pPr eaLnBrk="1" hangingPunct="1">
              <a:buFont typeface="Arial" charset="0"/>
              <a:buChar char="•"/>
              <a:defRPr/>
            </a:pPr>
            <a:r>
              <a:rPr lang="en-US">
                <a:sym typeface="Symbol" charset="0"/>
              </a:rPr>
              <a:t>That is the three partial orders give 3 different test equivalences!</a:t>
            </a:r>
          </a:p>
          <a:p>
            <a:pPr lvl="1" eaLnBrk="1" hangingPunct="1">
              <a:buFont typeface="Arial" charset="0"/>
              <a:buChar char="–"/>
              <a:defRPr/>
            </a:pPr>
            <a:r>
              <a:rPr lang="en-US">
                <a:solidFill>
                  <a:srgbClr val="FF6600"/>
                </a:solidFill>
                <a:sym typeface="Symbol" charset="0"/>
              </a:rPr>
              <a:t>Consequence???</a:t>
            </a:r>
          </a:p>
          <a:p>
            <a:pPr eaLnBrk="1" hangingPunct="1">
              <a:buFont typeface="Arial" charset="0"/>
              <a:buChar char="•"/>
              <a:defRPr/>
            </a:pPr>
            <a:r>
              <a:rPr lang="en-US">
                <a:sym typeface="Symbol" charset="0"/>
              </a:rPr>
              <a:t>p </a:t>
            </a:r>
            <a:r>
              <a:rPr lang="en-US">
                <a:solidFill>
                  <a:srgbClr val="0000FF"/>
                </a:solidFill>
                <a:sym typeface="Symbol" charset="0"/>
              </a:rPr>
              <a:t>may</a:t>
            </a:r>
            <a:r>
              <a:rPr lang="en-US">
                <a:sym typeface="Symbol" charset="0"/>
              </a:rPr>
              <a:t> satisfy O if TR(O,p)</a:t>
            </a:r>
            <a:r>
              <a:rPr lang="en-US">
                <a:solidFill>
                  <a:srgbClr val="000000"/>
                </a:solidFill>
                <a:effectLst>
                  <a:outerShdw blurRad="38100" dist="38100" dir="2700000" algn="tl">
                    <a:srgbClr val="DDDDDD"/>
                  </a:outerShdw>
                </a:effectLst>
                <a:cs typeface="Arial Unicode MS" charset="0"/>
              </a:rPr>
              <a:t> </a:t>
            </a:r>
          </a:p>
          <a:p>
            <a:pPr eaLnBrk="1" hangingPunct="1">
              <a:buFont typeface="Arial" charset="0"/>
              <a:buChar char="•"/>
              <a:defRPr/>
            </a:pPr>
            <a:r>
              <a:rPr lang="en-US">
                <a:solidFill>
                  <a:srgbClr val="000000"/>
                </a:solidFill>
                <a:effectLst>
                  <a:outerShdw blurRad="38100" dist="38100" dir="2700000" algn="tl">
                    <a:srgbClr val="DDDDDD"/>
                  </a:outerShdw>
                </a:effectLst>
                <a:cs typeface="Arial Unicode MS" charset="0"/>
                <a:sym typeface="Symbol" charset="0"/>
              </a:rPr>
              <a:t>p </a:t>
            </a:r>
            <a:r>
              <a:rPr lang="en-US">
                <a:solidFill>
                  <a:srgbClr val="0000FF"/>
                </a:solidFill>
                <a:effectLst>
                  <a:outerShdw blurRad="38100" dist="38100" dir="2700000" algn="tl">
                    <a:srgbClr val="DDDDDD"/>
                  </a:outerShdw>
                </a:effectLst>
                <a:cs typeface="Arial Unicode MS" charset="0"/>
                <a:sym typeface="Symbol" charset="0"/>
              </a:rPr>
              <a:t>must</a:t>
            </a:r>
            <a:r>
              <a:rPr lang="en-US">
                <a:solidFill>
                  <a:srgbClr val="000000"/>
                </a:solidFill>
                <a:effectLst>
                  <a:outerShdw blurRad="38100" dist="38100" dir="2700000" algn="tl">
                    <a:srgbClr val="DDDDDD"/>
                  </a:outerShdw>
                </a:effectLst>
                <a:cs typeface="Arial Unicode MS" charset="0"/>
                <a:sym typeface="Symbol" charset="0"/>
              </a:rPr>
              <a:t> satisfy O if {T}=</a:t>
            </a:r>
            <a:r>
              <a:rPr lang="en-US">
                <a:sym typeface="Symbol" charset="0"/>
              </a:rPr>
              <a:t>R(O,p)</a:t>
            </a:r>
          </a:p>
          <a:p>
            <a:pPr eaLnBrk="1" hangingPunct="1">
              <a:buFont typeface="Arial" charset="0"/>
              <a:buChar char="•"/>
              <a:defRPr/>
            </a:pPr>
            <a:r>
              <a:rPr lang="en-US">
                <a:solidFill>
                  <a:srgbClr val="000000"/>
                </a:solidFill>
                <a:effectLst>
                  <a:outerShdw blurRad="38100" dist="38100" dir="2700000" algn="tl">
                    <a:srgbClr val="DDDDDD"/>
                  </a:outerShdw>
                </a:effectLst>
                <a:cs typeface="Arial Unicode MS" charset="0"/>
                <a:sym typeface="Symbol" charset="0"/>
              </a:rPr>
              <a:t>Difference??</a:t>
            </a:r>
            <a:r>
              <a:rPr lang="en-US">
                <a:solidFill>
                  <a:srgbClr val="000000"/>
                </a:solidFill>
                <a:effectLst>
                  <a:outerShdw blurRad="38100" dist="38100" dir="2700000" algn="tl">
                    <a:srgbClr val="DDDDDD"/>
                  </a:outerShdw>
                </a:effectLst>
                <a:cs typeface="Arial Unicode MS" charset="0"/>
              </a:rPr>
              <a:t> </a:t>
            </a:r>
            <a:r>
              <a:rPr lang="en-US">
                <a:sym typeface="Symbol" charset="0"/>
              </a:rPr>
              <a:t> </a:t>
            </a:r>
            <a:r>
              <a:rPr lang="en-US"/>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4">
            <a:extLst>
              <a:ext uri="{FF2B5EF4-FFF2-40B4-BE49-F238E27FC236}">
                <a16:creationId xmlns:a16="http://schemas.microsoft.com/office/drawing/2014/main" id="{F267A76D-9AC7-F774-7BBB-250D43CB2AAB}"/>
              </a:ext>
            </a:extLst>
          </p:cNvPr>
          <p:cNvSpPr txBox="1">
            <a:spLocks noGrp="1" noChangeArrowheads="1"/>
          </p:cNvSpPr>
          <p:nvPr/>
        </p:nvSpPr>
        <p:spPr bwMode="auto">
          <a:xfrm>
            <a:off x="6553200" y="6248400"/>
            <a:ext cx="2133600" cy="457200"/>
          </a:xfrm>
          <a:prstGeom prst="rect">
            <a:avLst/>
          </a:prstGeom>
          <a:noFill/>
          <a:ln>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CA4A3FF3-41E4-3040-B30D-3CD6D298CD17}" type="slidenum">
              <a:rPr lang="en-US" altLang="en-US" sz="1000">
                <a:effectLst>
                  <a:outerShdw blurRad="38100" dist="38100" dir="2700000" algn="tl">
                    <a:srgbClr val="C0C0C0"/>
                  </a:outerShdw>
                </a:effectLst>
                <a:latin typeface="Calibri" panose="020F0502020204030204" pitchFamily="34" charset="0"/>
              </a:rPr>
              <a:pPr algn="r" eaLnBrk="1" hangingPunct="1"/>
              <a:t>48</a:t>
            </a:fld>
            <a:endParaRPr lang="en-US" altLang="en-US" sz="1000">
              <a:effectLst>
                <a:outerShdw blurRad="38100" dist="38100" dir="2700000" algn="tl">
                  <a:srgbClr val="C0C0C0"/>
                </a:outerShdw>
              </a:effectLst>
              <a:latin typeface="Calibri" panose="020F0502020204030204" pitchFamily="34" charset="0"/>
            </a:endParaRPr>
          </a:p>
        </p:txBody>
      </p:sp>
      <p:sp>
        <p:nvSpPr>
          <p:cNvPr id="64514" name="Rectangle 2">
            <a:extLst>
              <a:ext uri="{FF2B5EF4-FFF2-40B4-BE49-F238E27FC236}">
                <a16:creationId xmlns:a16="http://schemas.microsoft.com/office/drawing/2014/main" id="{612EE9A4-8B62-D6C1-0A47-93462F3D7C2B}"/>
              </a:ext>
            </a:extLst>
          </p:cNvPr>
          <p:cNvSpPr>
            <a:spLocks noGrp="1" noChangeArrowheads="1"/>
          </p:cNvSpPr>
          <p:nvPr>
            <p:ph type="title" idx="4294967295"/>
          </p:nvPr>
        </p:nvSpPr>
        <p:spPr/>
        <p:txBody>
          <a:bodyPr/>
          <a:lstStyle/>
          <a:p>
            <a:pPr eaLnBrk="1" hangingPunct="1"/>
            <a:r>
              <a:rPr lang="en-US" altLang="en-US">
                <a:solidFill>
                  <a:srgbClr val="0000FF"/>
                </a:solidFill>
                <a:ea typeface="ＭＳ Ｐゴシック" panose="020B0600070205080204" pitchFamily="34" charset="-128"/>
              </a:rPr>
              <a:t>Weak Bisimulation</a:t>
            </a:r>
          </a:p>
        </p:txBody>
      </p:sp>
      <p:sp>
        <p:nvSpPr>
          <p:cNvPr id="64515" name="Rectangle 3">
            <a:extLst>
              <a:ext uri="{FF2B5EF4-FFF2-40B4-BE49-F238E27FC236}">
                <a16:creationId xmlns:a16="http://schemas.microsoft.com/office/drawing/2014/main" id="{2F9B3C8E-C58F-FA64-65EE-56B2C8DCC214}"/>
              </a:ext>
            </a:extLst>
          </p:cNvPr>
          <p:cNvSpPr>
            <a:spLocks noGrp="1" noChangeArrowheads="1"/>
          </p:cNvSpPr>
          <p:nvPr>
            <p:ph type="body" idx="4294967295"/>
          </p:nvPr>
        </p:nvSpPr>
        <p:spPr>
          <a:xfrm>
            <a:off x="381000" y="1524000"/>
            <a:ext cx="8305800" cy="2895600"/>
          </a:xfrm>
        </p:spPr>
        <p:txBody>
          <a:bodyPr/>
          <a:lstStyle/>
          <a:p>
            <a:pPr eaLnBrk="1" hangingPunct="1"/>
            <a:r>
              <a:rPr lang="en-US" altLang="en-US">
                <a:solidFill>
                  <a:srgbClr val="0000FF"/>
                </a:solidFill>
                <a:ea typeface="ＭＳ Ｐゴシック" panose="020B0600070205080204" pitchFamily="34" charset="-128"/>
              </a:rPr>
              <a:t>R </a:t>
            </a:r>
            <a:r>
              <a:rPr lang="en-US" altLang="en-US">
                <a:solidFill>
                  <a:srgbClr val="0000FF"/>
                </a:solidFill>
                <a:latin typeface="Arial Unicode MS" panose="020B0604020202020204" pitchFamily="34" charset="-128"/>
                <a:ea typeface="ＭＳ Ｐゴシック" panose="020B0600070205080204" pitchFamily="34" charset="-128"/>
              </a:rPr>
              <a:t>⊆ Proc X Proc </a:t>
            </a:r>
            <a:r>
              <a:rPr lang="en-US" altLang="en-US">
                <a:latin typeface="Arial Unicode MS" panose="020B0604020202020204" pitchFamily="34" charset="-128"/>
                <a:ea typeface="ＭＳ Ｐゴシック" panose="020B0600070205080204" pitchFamily="34" charset="-128"/>
              </a:rPr>
              <a:t>is a </a:t>
            </a:r>
            <a:r>
              <a:rPr lang="en-US" altLang="en-US">
                <a:solidFill>
                  <a:srgbClr val="0000FF"/>
                </a:solidFill>
                <a:latin typeface="Arial Unicode MS" panose="020B0604020202020204" pitchFamily="34" charset="-128"/>
                <a:ea typeface="ＭＳ Ｐゴシック" panose="020B0600070205080204" pitchFamily="34" charset="-128"/>
              </a:rPr>
              <a:t>weak-bisimulation ≈</a:t>
            </a:r>
            <a:r>
              <a:rPr lang="en-US" altLang="en-US" baseline="-25000">
                <a:solidFill>
                  <a:srgbClr val="0000FF"/>
                </a:solidFill>
                <a:latin typeface="Arial Unicode MS" panose="020B0604020202020204" pitchFamily="34" charset="-128"/>
                <a:ea typeface="ＭＳ Ｐゴシック" panose="020B0600070205080204" pitchFamily="34" charset="-128"/>
              </a:rPr>
              <a:t>t</a:t>
            </a:r>
            <a:r>
              <a:rPr lang="en-US" altLang="en-US">
                <a:solidFill>
                  <a:srgbClr val="0000FF"/>
                </a:solidFill>
                <a:latin typeface="Arial Unicode MS" panose="020B0604020202020204" pitchFamily="34" charset="-128"/>
                <a:ea typeface="ＭＳ Ｐゴシック" panose="020B0600070205080204" pitchFamily="34" charset="-128"/>
              </a:rPr>
              <a:t> </a:t>
            </a:r>
            <a:r>
              <a:rPr lang="en-US" altLang="en-US">
                <a:latin typeface="Arial Unicode MS" panose="020B0604020202020204" pitchFamily="34" charset="-128"/>
                <a:ea typeface="ＭＳ Ｐゴシック" panose="020B0600070205080204" pitchFamily="34" charset="-128"/>
              </a:rPr>
              <a:t>iff </a:t>
            </a:r>
            <a:r>
              <a:rPr lang="en-US" altLang="en-US">
                <a:ea typeface="ＭＳ Ｐゴシック" panose="020B0600070205080204" pitchFamily="34" charset="-128"/>
                <a:sym typeface="Symbol" pitchFamily="2" charset="2"/>
              </a:rPr>
              <a:t>∀x∈</a:t>
            </a:r>
            <a:r>
              <a:rPr lang="el-GR" altLang="en-US">
                <a:ea typeface="ＭＳ Ｐゴシック" panose="020B0600070205080204" pitchFamily="34" charset="-128"/>
                <a:cs typeface="Arial" panose="020B0604020202020204" pitchFamily="34" charset="0"/>
              </a:rPr>
              <a:t>Σ</a:t>
            </a:r>
            <a:r>
              <a:rPr lang="en-US" altLang="en-US" baseline="30000">
                <a:ea typeface="ＭＳ Ｐゴシック" panose="020B0600070205080204" pitchFamily="34" charset="-128"/>
                <a:cs typeface="Arial" panose="020B0604020202020204" pitchFamily="34" charset="0"/>
              </a:rPr>
              <a:t>t,</a:t>
            </a:r>
            <a:r>
              <a:rPr lang="en-US" altLang="en-US" baseline="30000">
                <a:latin typeface="Symbol" pitchFamily="2" charset="2"/>
                <a:ea typeface="ＭＳ Ｐゴシック" panose="020B0600070205080204" pitchFamily="34" charset="-128"/>
                <a:cs typeface="Arial" panose="020B0604020202020204" pitchFamily="34" charset="0"/>
              </a:rPr>
              <a:t>t</a:t>
            </a:r>
            <a:r>
              <a:rPr lang="en-US" altLang="en-US">
                <a:ea typeface="ＭＳ Ｐゴシック" panose="020B0600070205080204" pitchFamily="34" charset="-128"/>
                <a:sym typeface="Symbol" pitchFamily="2" charset="2"/>
              </a:rPr>
              <a:t>, R(p,q)</a:t>
            </a:r>
          </a:p>
          <a:p>
            <a:pPr lvl="1" eaLnBrk="1" hangingPunct="1">
              <a:buFont typeface="Arial" panose="020B0604020202020204" pitchFamily="34" charset="0"/>
              <a:buNone/>
            </a:pPr>
            <a:r>
              <a:rPr lang="en-US" altLang="en-US">
                <a:ea typeface="ＭＳ Ｐゴシック" panose="020B0600070205080204" pitchFamily="34" charset="-128"/>
              </a:rPr>
              <a:t>p⇒</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q</a:t>
            </a:r>
            <a:r>
              <a:rPr lang="en-US" altLang="ja-JP">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rPr>
              <a:t>q⇒</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p</a:t>
            </a:r>
            <a:r>
              <a:rPr lang="en-US" altLang="ja-JP">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sym typeface="Symbol" pitchFamily="2" charset="2"/>
              </a:rPr>
              <a:t>Note: </a:t>
            </a:r>
            <a:r>
              <a:rPr lang="en-US" altLang="en-US">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 may have  </a:t>
            </a:r>
            <a:r>
              <a:rPr lang="en-US" altLang="en-US">
                <a:solidFill>
                  <a:srgbClr val="FF0000"/>
                </a:solidFill>
                <a:latin typeface="Symbol" pitchFamily="2" charset="2"/>
                <a:ea typeface="ＭＳ Ｐゴシック" panose="020B0600070205080204" pitchFamily="34" charset="-128"/>
              </a:rPr>
              <a:t>t</a:t>
            </a:r>
            <a:r>
              <a:rPr lang="en-US" altLang="en-US">
                <a:ea typeface="ＭＳ Ｐゴシック" panose="020B0600070205080204" pitchFamily="34" charset="-128"/>
              </a:rPr>
              <a:t> transitions </a:t>
            </a:r>
          </a:p>
        </p:txBody>
      </p:sp>
      <p:sp>
        <p:nvSpPr>
          <p:cNvPr id="64516" name="Oval 4">
            <a:extLst>
              <a:ext uri="{FF2B5EF4-FFF2-40B4-BE49-F238E27FC236}">
                <a16:creationId xmlns:a16="http://schemas.microsoft.com/office/drawing/2014/main" id="{C94F41CF-36C5-F8EF-724E-4CB410C1BB4D}"/>
              </a:ext>
            </a:extLst>
          </p:cNvPr>
          <p:cNvSpPr>
            <a:spLocks noChangeArrowheads="1"/>
          </p:cNvSpPr>
          <p:nvPr/>
        </p:nvSpPr>
        <p:spPr bwMode="auto">
          <a:xfrm>
            <a:off x="9906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4517" name="Oval 5">
            <a:extLst>
              <a:ext uri="{FF2B5EF4-FFF2-40B4-BE49-F238E27FC236}">
                <a16:creationId xmlns:a16="http://schemas.microsoft.com/office/drawing/2014/main" id="{2E041294-5F83-E9B3-8A5F-91E92AD3C0D9}"/>
              </a:ext>
            </a:extLst>
          </p:cNvPr>
          <p:cNvSpPr>
            <a:spLocks noChangeArrowheads="1"/>
          </p:cNvSpPr>
          <p:nvPr/>
        </p:nvSpPr>
        <p:spPr bwMode="auto">
          <a:xfrm>
            <a:off x="9906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4518" name="Oval 6">
            <a:extLst>
              <a:ext uri="{FF2B5EF4-FFF2-40B4-BE49-F238E27FC236}">
                <a16:creationId xmlns:a16="http://schemas.microsoft.com/office/drawing/2014/main" id="{E8B51214-4F65-E1CA-B6A6-935A51CA136F}"/>
              </a:ext>
            </a:extLst>
          </p:cNvPr>
          <p:cNvSpPr>
            <a:spLocks noChangeArrowheads="1"/>
          </p:cNvSpPr>
          <p:nvPr/>
        </p:nvSpPr>
        <p:spPr bwMode="auto">
          <a:xfrm>
            <a:off x="25908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19" name="Oval 7">
            <a:extLst>
              <a:ext uri="{FF2B5EF4-FFF2-40B4-BE49-F238E27FC236}">
                <a16:creationId xmlns:a16="http://schemas.microsoft.com/office/drawing/2014/main" id="{11E86A1F-AFBF-D6A4-6830-15129199B7E4}"/>
              </a:ext>
            </a:extLst>
          </p:cNvPr>
          <p:cNvSpPr>
            <a:spLocks noChangeArrowheads="1"/>
          </p:cNvSpPr>
          <p:nvPr/>
        </p:nvSpPr>
        <p:spPr bwMode="auto">
          <a:xfrm>
            <a:off x="2590800" y="60960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20" name="Line 8">
            <a:extLst>
              <a:ext uri="{FF2B5EF4-FFF2-40B4-BE49-F238E27FC236}">
                <a16:creationId xmlns:a16="http://schemas.microsoft.com/office/drawing/2014/main" id="{53A8B1BC-D548-8607-50CC-757824AE8B48}"/>
              </a:ext>
            </a:extLst>
          </p:cNvPr>
          <p:cNvSpPr>
            <a:spLocks noChangeShapeType="1"/>
          </p:cNvSpPr>
          <p:nvPr/>
        </p:nvSpPr>
        <p:spPr bwMode="auto">
          <a:xfrm>
            <a:off x="1447800" y="53340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21" name="Line 9">
            <a:extLst>
              <a:ext uri="{FF2B5EF4-FFF2-40B4-BE49-F238E27FC236}">
                <a16:creationId xmlns:a16="http://schemas.microsoft.com/office/drawing/2014/main" id="{935C4EF7-89C5-7DC4-A1A7-6FD445CD7966}"/>
              </a:ext>
            </a:extLst>
          </p:cNvPr>
          <p:cNvSpPr>
            <a:spLocks noChangeShapeType="1"/>
          </p:cNvSpPr>
          <p:nvPr/>
        </p:nvSpPr>
        <p:spPr bwMode="auto">
          <a:xfrm>
            <a:off x="11430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22" name="Line 10">
            <a:extLst>
              <a:ext uri="{FF2B5EF4-FFF2-40B4-BE49-F238E27FC236}">
                <a16:creationId xmlns:a16="http://schemas.microsoft.com/office/drawing/2014/main" id="{D664F10B-88F7-0ACC-A584-DBD5A4AD4CF0}"/>
              </a:ext>
            </a:extLst>
          </p:cNvPr>
          <p:cNvSpPr>
            <a:spLocks noChangeShapeType="1"/>
          </p:cNvSpPr>
          <p:nvPr/>
        </p:nvSpPr>
        <p:spPr bwMode="auto">
          <a:xfrm>
            <a:off x="27432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23" name="Text Box 11">
            <a:extLst>
              <a:ext uri="{FF2B5EF4-FFF2-40B4-BE49-F238E27FC236}">
                <a16:creationId xmlns:a16="http://schemas.microsoft.com/office/drawing/2014/main" id="{815234D9-AB3A-F38C-55E1-7427639381A9}"/>
              </a:ext>
            </a:extLst>
          </p:cNvPr>
          <p:cNvSpPr txBox="1">
            <a:spLocks noChangeArrowheads="1"/>
          </p:cNvSpPr>
          <p:nvPr/>
        </p:nvSpPr>
        <p:spPr bwMode="auto">
          <a:xfrm>
            <a:off x="17526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24" name="Line 12">
            <a:extLst>
              <a:ext uri="{FF2B5EF4-FFF2-40B4-BE49-F238E27FC236}">
                <a16:creationId xmlns:a16="http://schemas.microsoft.com/office/drawing/2014/main" id="{E6463348-80E1-5221-E323-C9418DD2F9FB}"/>
              </a:ext>
            </a:extLst>
          </p:cNvPr>
          <p:cNvSpPr>
            <a:spLocks noChangeShapeType="1"/>
          </p:cNvSpPr>
          <p:nvPr/>
        </p:nvSpPr>
        <p:spPr bwMode="auto">
          <a:xfrm>
            <a:off x="1447800" y="62484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25" name="Text Box 13">
            <a:extLst>
              <a:ext uri="{FF2B5EF4-FFF2-40B4-BE49-F238E27FC236}">
                <a16:creationId xmlns:a16="http://schemas.microsoft.com/office/drawing/2014/main" id="{E084043C-7655-BAF4-954F-1BBF0C770C48}"/>
              </a:ext>
            </a:extLst>
          </p:cNvPr>
          <p:cNvSpPr txBox="1">
            <a:spLocks noChangeArrowheads="1"/>
          </p:cNvSpPr>
          <p:nvPr/>
        </p:nvSpPr>
        <p:spPr bwMode="auto">
          <a:xfrm>
            <a:off x="1752600" y="62484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26" name="Text Box 14">
            <a:extLst>
              <a:ext uri="{FF2B5EF4-FFF2-40B4-BE49-F238E27FC236}">
                <a16:creationId xmlns:a16="http://schemas.microsoft.com/office/drawing/2014/main" id="{72BB9726-4884-4A76-AC8F-C79890792E1F}"/>
              </a:ext>
            </a:extLst>
          </p:cNvPr>
          <p:cNvSpPr txBox="1">
            <a:spLocks noChangeArrowheads="1"/>
          </p:cNvSpPr>
          <p:nvPr/>
        </p:nvSpPr>
        <p:spPr bwMode="auto">
          <a:xfrm>
            <a:off x="6858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27" name="Text Box 15">
            <a:extLst>
              <a:ext uri="{FF2B5EF4-FFF2-40B4-BE49-F238E27FC236}">
                <a16:creationId xmlns:a16="http://schemas.microsoft.com/office/drawing/2014/main" id="{3CC70F2F-BB4C-A3C1-10CE-DFFCF16A746E}"/>
              </a:ext>
            </a:extLst>
          </p:cNvPr>
          <p:cNvSpPr txBox="1">
            <a:spLocks noChangeArrowheads="1"/>
          </p:cNvSpPr>
          <p:nvPr/>
        </p:nvSpPr>
        <p:spPr bwMode="auto">
          <a:xfrm>
            <a:off x="2819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28" name="Oval 16">
            <a:extLst>
              <a:ext uri="{FF2B5EF4-FFF2-40B4-BE49-F238E27FC236}">
                <a16:creationId xmlns:a16="http://schemas.microsoft.com/office/drawing/2014/main" id="{71F7EA27-0FCA-58F5-7D24-11A78A804DC7}"/>
              </a:ext>
            </a:extLst>
          </p:cNvPr>
          <p:cNvSpPr>
            <a:spLocks noChangeArrowheads="1"/>
          </p:cNvSpPr>
          <p:nvPr/>
        </p:nvSpPr>
        <p:spPr bwMode="auto">
          <a:xfrm>
            <a:off x="54102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4529" name="Oval 17">
            <a:extLst>
              <a:ext uri="{FF2B5EF4-FFF2-40B4-BE49-F238E27FC236}">
                <a16:creationId xmlns:a16="http://schemas.microsoft.com/office/drawing/2014/main" id="{867FF451-15D1-EF16-20D8-FCA0D7B2A087}"/>
              </a:ext>
            </a:extLst>
          </p:cNvPr>
          <p:cNvSpPr>
            <a:spLocks noChangeArrowheads="1"/>
          </p:cNvSpPr>
          <p:nvPr/>
        </p:nvSpPr>
        <p:spPr bwMode="auto">
          <a:xfrm>
            <a:off x="54102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4530" name="Oval 18">
            <a:extLst>
              <a:ext uri="{FF2B5EF4-FFF2-40B4-BE49-F238E27FC236}">
                <a16:creationId xmlns:a16="http://schemas.microsoft.com/office/drawing/2014/main" id="{CA901CC4-8049-636C-2E20-D393F8A6B00D}"/>
              </a:ext>
            </a:extLst>
          </p:cNvPr>
          <p:cNvSpPr>
            <a:spLocks noChangeArrowheads="1"/>
          </p:cNvSpPr>
          <p:nvPr/>
        </p:nvSpPr>
        <p:spPr bwMode="auto">
          <a:xfrm>
            <a:off x="7010400" y="51054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31" name="Oval 19">
            <a:extLst>
              <a:ext uri="{FF2B5EF4-FFF2-40B4-BE49-F238E27FC236}">
                <a16:creationId xmlns:a16="http://schemas.microsoft.com/office/drawing/2014/main" id="{757D53AD-6D47-4463-8819-3231CE66F50C}"/>
              </a:ext>
            </a:extLst>
          </p:cNvPr>
          <p:cNvSpPr>
            <a:spLocks noChangeArrowheads="1"/>
          </p:cNvSpPr>
          <p:nvPr/>
        </p:nvSpPr>
        <p:spPr bwMode="auto">
          <a:xfrm>
            <a:off x="70104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32" name="Line 20">
            <a:extLst>
              <a:ext uri="{FF2B5EF4-FFF2-40B4-BE49-F238E27FC236}">
                <a16:creationId xmlns:a16="http://schemas.microsoft.com/office/drawing/2014/main" id="{1B7F3E6A-DE16-2249-3D43-1BEDEA076AC2}"/>
              </a:ext>
            </a:extLst>
          </p:cNvPr>
          <p:cNvSpPr>
            <a:spLocks noChangeShapeType="1"/>
          </p:cNvSpPr>
          <p:nvPr/>
        </p:nvSpPr>
        <p:spPr bwMode="auto">
          <a:xfrm>
            <a:off x="5867400" y="63246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33" name="Line 21">
            <a:extLst>
              <a:ext uri="{FF2B5EF4-FFF2-40B4-BE49-F238E27FC236}">
                <a16:creationId xmlns:a16="http://schemas.microsoft.com/office/drawing/2014/main" id="{BBD21796-DE9E-F46D-E91D-F6887473D1A7}"/>
              </a:ext>
            </a:extLst>
          </p:cNvPr>
          <p:cNvSpPr>
            <a:spLocks noChangeShapeType="1"/>
          </p:cNvSpPr>
          <p:nvPr/>
        </p:nvSpPr>
        <p:spPr bwMode="auto">
          <a:xfrm>
            <a:off x="55626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34" name="Line 22">
            <a:extLst>
              <a:ext uri="{FF2B5EF4-FFF2-40B4-BE49-F238E27FC236}">
                <a16:creationId xmlns:a16="http://schemas.microsoft.com/office/drawing/2014/main" id="{B8E95376-F6D4-8C59-CBD2-6DD00190B635}"/>
              </a:ext>
            </a:extLst>
          </p:cNvPr>
          <p:cNvSpPr>
            <a:spLocks noChangeShapeType="1"/>
          </p:cNvSpPr>
          <p:nvPr/>
        </p:nvSpPr>
        <p:spPr bwMode="auto">
          <a:xfrm>
            <a:off x="71628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35" name="Line 23">
            <a:extLst>
              <a:ext uri="{FF2B5EF4-FFF2-40B4-BE49-F238E27FC236}">
                <a16:creationId xmlns:a16="http://schemas.microsoft.com/office/drawing/2014/main" id="{A80DAF0A-57A1-5D06-74EB-096941D6378E}"/>
              </a:ext>
            </a:extLst>
          </p:cNvPr>
          <p:cNvSpPr>
            <a:spLocks noChangeShapeType="1"/>
          </p:cNvSpPr>
          <p:nvPr/>
        </p:nvSpPr>
        <p:spPr bwMode="auto">
          <a:xfrm>
            <a:off x="5867400" y="53340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36" name="Text Box 24">
            <a:extLst>
              <a:ext uri="{FF2B5EF4-FFF2-40B4-BE49-F238E27FC236}">
                <a16:creationId xmlns:a16="http://schemas.microsoft.com/office/drawing/2014/main" id="{84A4EC2C-C50D-792E-2662-7DB39679A86F}"/>
              </a:ext>
            </a:extLst>
          </p:cNvPr>
          <p:cNvSpPr txBox="1">
            <a:spLocks noChangeArrowheads="1"/>
          </p:cNvSpPr>
          <p:nvPr/>
        </p:nvSpPr>
        <p:spPr bwMode="auto">
          <a:xfrm>
            <a:off x="5105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37" name="Text Box 25">
            <a:extLst>
              <a:ext uri="{FF2B5EF4-FFF2-40B4-BE49-F238E27FC236}">
                <a16:creationId xmlns:a16="http://schemas.microsoft.com/office/drawing/2014/main" id="{F454C751-5C7D-2D9A-A480-A97CF55107FB}"/>
              </a:ext>
            </a:extLst>
          </p:cNvPr>
          <p:cNvSpPr txBox="1">
            <a:spLocks noChangeArrowheads="1"/>
          </p:cNvSpPr>
          <p:nvPr/>
        </p:nvSpPr>
        <p:spPr bwMode="auto">
          <a:xfrm>
            <a:off x="72390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38" name="Text Box 26">
            <a:extLst>
              <a:ext uri="{FF2B5EF4-FFF2-40B4-BE49-F238E27FC236}">
                <a16:creationId xmlns:a16="http://schemas.microsoft.com/office/drawing/2014/main" id="{CA687D32-056E-DC0C-ABEF-CBD4B918F4FB}"/>
              </a:ext>
            </a:extLst>
          </p:cNvPr>
          <p:cNvSpPr txBox="1">
            <a:spLocks noChangeArrowheads="1"/>
          </p:cNvSpPr>
          <p:nvPr/>
        </p:nvSpPr>
        <p:spPr bwMode="auto">
          <a:xfrm>
            <a:off x="61722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39" name="Text Box 27">
            <a:extLst>
              <a:ext uri="{FF2B5EF4-FFF2-40B4-BE49-F238E27FC236}">
                <a16:creationId xmlns:a16="http://schemas.microsoft.com/office/drawing/2014/main" id="{AE6A6D76-2747-8DB8-651A-86C2989F63D3}"/>
              </a:ext>
            </a:extLst>
          </p:cNvPr>
          <p:cNvSpPr txBox="1">
            <a:spLocks noChangeArrowheads="1"/>
          </p:cNvSpPr>
          <p:nvPr/>
        </p:nvSpPr>
        <p:spPr bwMode="auto">
          <a:xfrm>
            <a:off x="6172200" y="63246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4">
            <a:extLst>
              <a:ext uri="{FF2B5EF4-FFF2-40B4-BE49-F238E27FC236}">
                <a16:creationId xmlns:a16="http://schemas.microsoft.com/office/drawing/2014/main" id="{0F953CBE-C1B8-EBCE-C9B5-4623D915E1E9}"/>
              </a:ext>
            </a:extLst>
          </p:cNvPr>
          <p:cNvSpPr txBox="1">
            <a:spLocks noGrp="1" noChangeArrowheads="1"/>
          </p:cNvSpPr>
          <p:nvPr/>
        </p:nvSpPr>
        <p:spPr bwMode="auto">
          <a:xfrm>
            <a:off x="6553200" y="6248400"/>
            <a:ext cx="2133600" cy="457200"/>
          </a:xfrm>
          <a:prstGeom prst="rect">
            <a:avLst/>
          </a:prstGeom>
          <a:noFill/>
          <a:ln>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40AD2B00-9D7A-7340-833C-094C53987891}" type="slidenum">
              <a:rPr lang="en-US" altLang="en-US" sz="1000">
                <a:effectLst>
                  <a:outerShdw blurRad="38100" dist="38100" dir="2700000" algn="tl">
                    <a:srgbClr val="C0C0C0"/>
                  </a:outerShdw>
                </a:effectLst>
                <a:latin typeface="Calibri" panose="020F0502020204030204" pitchFamily="34" charset="0"/>
              </a:rPr>
              <a:pPr algn="r" eaLnBrk="1" hangingPunct="1"/>
              <a:t>49</a:t>
            </a:fld>
            <a:endParaRPr lang="en-US" altLang="en-US" sz="1000">
              <a:effectLst>
                <a:outerShdw blurRad="38100" dist="38100" dir="2700000" algn="tl">
                  <a:srgbClr val="C0C0C0"/>
                </a:outerShdw>
              </a:effectLst>
              <a:latin typeface="Calibri" panose="020F0502020204030204" pitchFamily="34" charset="0"/>
            </a:endParaRPr>
          </a:p>
        </p:txBody>
      </p:sp>
      <p:sp>
        <p:nvSpPr>
          <p:cNvPr id="66562" name="Rectangle 2">
            <a:extLst>
              <a:ext uri="{FF2B5EF4-FFF2-40B4-BE49-F238E27FC236}">
                <a16:creationId xmlns:a16="http://schemas.microsoft.com/office/drawing/2014/main" id="{5230576E-0AFC-CFE1-3ED6-857F4CD16D33}"/>
              </a:ext>
            </a:extLst>
          </p:cNvPr>
          <p:cNvSpPr>
            <a:spLocks noGrp="1" noChangeArrowheads="1"/>
          </p:cNvSpPr>
          <p:nvPr>
            <p:ph type="title" idx="4294967295"/>
          </p:nvPr>
        </p:nvSpPr>
        <p:spPr/>
        <p:txBody>
          <a:bodyPr/>
          <a:lstStyle/>
          <a:p>
            <a:pPr eaLnBrk="1" hangingPunct="1"/>
            <a:r>
              <a:rPr lang="en-US" altLang="en-US">
                <a:solidFill>
                  <a:srgbClr val="0000FF"/>
                </a:solidFill>
                <a:ea typeface="ＭＳ Ｐゴシック" panose="020B0600070205080204" pitchFamily="34" charset="-128"/>
              </a:rPr>
              <a:t>Strong Bisimulation</a:t>
            </a:r>
          </a:p>
        </p:txBody>
      </p:sp>
      <p:sp>
        <p:nvSpPr>
          <p:cNvPr id="66563" name="Rectangle 3">
            <a:extLst>
              <a:ext uri="{FF2B5EF4-FFF2-40B4-BE49-F238E27FC236}">
                <a16:creationId xmlns:a16="http://schemas.microsoft.com/office/drawing/2014/main" id="{3DC1BD6C-5F3E-3BBB-0B5E-2E6A09D07A1A}"/>
              </a:ext>
            </a:extLst>
          </p:cNvPr>
          <p:cNvSpPr>
            <a:spLocks noGrp="1" noChangeArrowheads="1"/>
          </p:cNvSpPr>
          <p:nvPr>
            <p:ph type="body" idx="4294967295"/>
          </p:nvPr>
        </p:nvSpPr>
        <p:spPr>
          <a:xfrm>
            <a:off x="381000" y="1524000"/>
            <a:ext cx="8229600" cy="2438400"/>
          </a:xfrm>
        </p:spPr>
        <p:txBody>
          <a:bodyPr/>
          <a:lstStyle/>
          <a:p>
            <a:pPr eaLnBrk="1" hangingPunct="1"/>
            <a:r>
              <a:rPr lang="en-US" altLang="en-US">
                <a:solidFill>
                  <a:srgbClr val="0000FF"/>
                </a:solidFill>
                <a:ea typeface="ＭＳ Ｐゴシック" panose="020B0600070205080204" pitchFamily="34" charset="-128"/>
              </a:rPr>
              <a:t>R </a:t>
            </a:r>
            <a:r>
              <a:rPr lang="en-US" altLang="en-US">
                <a:solidFill>
                  <a:srgbClr val="0000FF"/>
                </a:solidFill>
                <a:latin typeface="Arial Unicode MS" panose="020B0604020202020204" pitchFamily="34" charset="-128"/>
                <a:ea typeface="ＭＳ Ｐゴシック" panose="020B0600070205080204" pitchFamily="34" charset="-128"/>
              </a:rPr>
              <a:t>⊆ Proc X Proc </a:t>
            </a:r>
            <a:r>
              <a:rPr lang="en-US" altLang="en-US">
                <a:latin typeface="Arial Unicode MS" panose="020B0604020202020204" pitchFamily="34" charset="-128"/>
                <a:ea typeface="ＭＳ Ｐゴシック" panose="020B0600070205080204" pitchFamily="34" charset="-128"/>
              </a:rPr>
              <a:t>is a </a:t>
            </a:r>
            <a:r>
              <a:rPr lang="en-US" altLang="en-US">
                <a:solidFill>
                  <a:srgbClr val="FF0000"/>
                </a:solidFill>
                <a:latin typeface="Arial Unicode MS" panose="020B0604020202020204" pitchFamily="34" charset="-128"/>
                <a:ea typeface="ＭＳ Ｐゴシック" panose="020B0600070205080204" pitchFamily="34" charset="-128"/>
              </a:rPr>
              <a:t>weak-bisimulation </a:t>
            </a:r>
            <a:r>
              <a:rPr lang="en-US" altLang="en-US">
                <a:solidFill>
                  <a:srgbClr val="0000FF"/>
                </a:solidFill>
                <a:latin typeface="Arial Unicode MS" panose="020B0604020202020204" pitchFamily="34" charset="-128"/>
                <a:ea typeface="ＭＳ Ｐゴシック" panose="020B0600070205080204" pitchFamily="34" charset="-128"/>
              </a:rPr>
              <a:t>≈</a:t>
            </a:r>
            <a:r>
              <a:rPr lang="en-US" altLang="en-US" baseline="-25000">
                <a:solidFill>
                  <a:srgbClr val="0000FF"/>
                </a:solidFill>
                <a:latin typeface="Arial Unicode MS" panose="020B0604020202020204" pitchFamily="34" charset="-128"/>
                <a:ea typeface="ＭＳ Ｐゴシック" panose="020B0600070205080204" pitchFamily="34" charset="-128"/>
              </a:rPr>
              <a:t>t</a:t>
            </a:r>
            <a:r>
              <a:rPr lang="en-US" altLang="en-US">
                <a:latin typeface="Arial Unicode MS" panose="020B0604020202020204" pitchFamily="34" charset="-128"/>
                <a:ea typeface="ＭＳ Ｐゴシック" panose="020B0600070205080204" pitchFamily="34" charset="-128"/>
              </a:rPr>
              <a:t> iff </a:t>
            </a:r>
            <a:r>
              <a:rPr lang="en-US" altLang="en-US">
                <a:ea typeface="ＭＳ Ｐゴシック" panose="020B0600070205080204" pitchFamily="34" charset="-128"/>
                <a:sym typeface="Symbol" pitchFamily="2" charset="2"/>
              </a:rPr>
              <a:t>∀x∈</a:t>
            </a:r>
            <a:r>
              <a:rPr lang="el-GR" altLang="en-US">
                <a:ea typeface="ＭＳ Ｐゴシック" panose="020B0600070205080204" pitchFamily="34" charset="-128"/>
                <a:cs typeface="Arial" panose="020B0604020202020204" pitchFamily="34" charset="0"/>
              </a:rPr>
              <a:t>Σ</a:t>
            </a:r>
            <a:r>
              <a:rPr lang="en-US" altLang="en-US" baseline="30000">
                <a:ea typeface="ＭＳ Ｐゴシック" panose="020B0600070205080204" pitchFamily="34" charset="-128"/>
                <a:cs typeface="Arial" panose="020B0604020202020204" pitchFamily="34" charset="0"/>
              </a:rPr>
              <a:t>t,</a:t>
            </a:r>
            <a:r>
              <a:rPr lang="en-US" altLang="en-US" baseline="30000">
                <a:latin typeface="Symbol" pitchFamily="2" charset="2"/>
                <a:ea typeface="ＭＳ Ｐゴシック" panose="020B0600070205080204" pitchFamily="34" charset="-128"/>
                <a:cs typeface="Arial" panose="020B0604020202020204" pitchFamily="34" charset="0"/>
              </a:rPr>
              <a:t>t</a:t>
            </a:r>
            <a:r>
              <a:rPr lang="en-US" altLang="en-US">
                <a:ea typeface="ＭＳ Ｐゴシック" panose="020B0600070205080204" pitchFamily="34" charset="-128"/>
                <a:sym typeface="Symbol" pitchFamily="2" charset="2"/>
              </a:rPr>
              <a:t>, R(p,q)</a:t>
            </a:r>
          </a:p>
          <a:p>
            <a:pPr lvl="1" eaLnBrk="1" hangingPunct="1">
              <a:buFont typeface="Arial" panose="020B0604020202020204" pitchFamily="34" charset="0"/>
              <a:buNone/>
            </a:pPr>
            <a:r>
              <a:rPr lang="en-US" altLang="en-US">
                <a:ea typeface="ＭＳ Ｐゴシック" panose="020B0600070205080204" pitchFamily="34" charset="-128"/>
              </a:rPr>
              <a:t>p</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q</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rPr>
              <a:t>q</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p</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endParaRPr lang="en-US" altLang="en-US">
              <a:ea typeface="ＭＳ Ｐゴシック" panose="020B0600070205080204" pitchFamily="34" charset="-128"/>
            </a:endParaRPr>
          </a:p>
        </p:txBody>
      </p:sp>
      <p:sp>
        <p:nvSpPr>
          <p:cNvPr id="66564" name="Oval 4">
            <a:extLst>
              <a:ext uri="{FF2B5EF4-FFF2-40B4-BE49-F238E27FC236}">
                <a16:creationId xmlns:a16="http://schemas.microsoft.com/office/drawing/2014/main" id="{421E4602-846F-5157-5F02-DE0B5A4D6F9B}"/>
              </a:ext>
            </a:extLst>
          </p:cNvPr>
          <p:cNvSpPr>
            <a:spLocks noChangeArrowheads="1"/>
          </p:cNvSpPr>
          <p:nvPr/>
        </p:nvSpPr>
        <p:spPr bwMode="auto">
          <a:xfrm>
            <a:off x="9906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6565" name="Oval 5">
            <a:extLst>
              <a:ext uri="{FF2B5EF4-FFF2-40B4-BE49-F238E27FC236}">
                <a16:creationId xmlns:a16="http://schemas.microsoft.com/office/drawing/2014/main" id="{F04B7D24-4C1C-071D-33C6-DD330E1F5CB7}"/>
              </a:ext>
            </a:extLst>
          </p:cNvPr>
          <p:cNvSpPr>
            <a:spLocks noChangeArrowheads="1"/>
          </p:cNvSpPr>
          <p:nvPr/>
        </p:nvSpPr>
        <p:spPr bwMode="auto">
          <a:xfrm>
            <a:off x="9906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6566" name="Oval 6">
            <a:extLst>
              <a:ext uri="{FF2B5EF4-FFF2-40B4-BE49-F238E27FC236}">
                <a16:creationId xmlns:a16="http://schemas.microsoft.com/office/drawing/2014/main" id="{647EF828-F32C-D2EF-6013-FBBC98B1BFAC}"/>
              </a:ext>
            </a:extLst>
          </p:cNvPr>
          <p:cNvSpPr>
            <a:spLocks noChangeArrowheads="1"/>
          </p:cNvSpPr>
          <p:nvPr/>
        </p:nvSpPr>
        <p:spPr bwMode="auto">
          <a:xfrm>
            <a:off x="25908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67" name="Oval 7">
            <a:extLst>
              <a:ext uri="{FF2B5EF4-FFF2-40B4-BE49-F238E27FC236}">
                <a16:creationId xmlns:a16="http://schemas.microsoft.com/office/drawing/2014/main" id="{411F464B-672E-E90E-877B-5DBE191A0778}"/>
              </a:ext>
            </a:extLst>
          </p:cNvPr>
          <p:cNvSpPr>
            <a:spLocks noChangeArrowheads="1"/>
          </p:cNvSpPr>
          <p:nvPr/>
        </p:nvSpPr>
        <p:spPr bwMode="auto">
          <a:xfrm>
            <a:off x="2590800" y="60960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68" name="Line 8">
            <a:extLst>
              <a:ext uri="{FF2B5EF4-FFF2-40B4-BE49-F238E27FC236}">
                <a16:creationId xmlns:a16="http://schemas.microsoft.com/office/drawing/2014/main" id="{F9BDD159-DA57-5004-2A1D-271ED3107897}"/>
              </a:ext>
            </a:extLst>
          </p:cNvPr>
          <p:cNvSpPr>
            <a:spLocks noChangeShapeType="1"/>
          </p:cNvSpPr>
          <p:nvPr/>
        </p:nvSpPr>
        <p:spPr bwMode="auto">
          <a:xfrm>
            <a:off x="1447800" y="53340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69" name="Line 9">
            <a:extLst>
              <a:ext uri="{FF2B5EF4-FFF2-40B4-BE49-F238E27FC236}">
                <a16:creationId xmlns:a16="http://schemas.microsoft.com/office/drawing/2014/main" id="{9007B7BD-31F3-24F0-5AA8-0C274650E8B0}"/>
              </a:ext>
            </a:extLst>
          </p:cNvPr>
          <p:cNvSpPr>
            <a:spLocks noChangeShapeType="1"/>
          </p:cNvSpPr>
          <p:nvPr/>
        </p:nvSpPr>
        <p:spPr bwMode="auto">
          <a:xfrm>
            <a:off x="11430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70" name="Line 10">
            <a:extLst>
              <a:ext uri="{FF2B5EF4-FFF2-40B4-BE49-F238E27FC236}">
                <a16:creationId xmlns:a16="http://schemas.microsoft.com/office/drawing/2014/main" id="{D61F3277-DB09-6644-C4C6-273E62728D10}"/>
              </a:ext>
            </a:extLst>
          </p:cNvPr>
          <p:cNvSpPr>
            <a:spLocks noChangeShapeType="1"/>
          </p:cNvSpPr>
          <p:nvPr/>
        </p:nvSpPr>
        <p:spPr bwMode="auto">
          <a:xfrm>
            <a:off x="27432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71" name="Text Box 11">
            <a:extLst>
              <a:ext uri="{FF2B5EF4-FFF2-40B4-BE49-F238E27FC236}">
                <a16:creationId xmlns:a16="http://schemas.microsoft.com/office/drawing/2014/main" id="{B5D51F13-E1D8-37CE-8539-3AC0DD521E7D}"/>
              </a:ext>
            </a:extLst>
          </p:cNvPr>
          <p:cNvSpPr txBox="1">
            <a:spLocks noChangeArrowheads="1"/>
          </p:cNvSpPr>
          <p:nvPr/>
        </p:nvSpPr>
        <p:spPr bwMode="auto">
          <a:xfrm>
            <a:off x="17526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72" name="Line 12">
            <a:extLst>
              <a:ext uri="{FF2B5EF4-FFF2-40B4-BE49-F238E27FC236}">
                <a16:creationId xmlns:a16="http://schemas.microsoft.com/office/drawing/2014/main" id="{B4E12526-1307-32D2-0DE5-B911E5C5E938}"/>
              </a:ext>
            </a:extLst>
          </p:cNvPr>
          <p:cNvSpPr>
            <a:spLocks noChangeShapeType="1"/>
          </p:cNvSpPr>
          <p:nvPr/>
        </p:nvSpPr>
        <p:spPr bwMode="auto">
          <a:xfrm>
            <a:off x="1447800" y="62484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73" name="Text Box 13">
            <a:extLst>
              <a:ext uri="{FF2B5EF4-FFF2-40B4-BE49-F238E27FC236}">
                <a16:creationId xmlns:a16="http://schemas.microsoft.com/office/drawing/2014/main" id="{D1BBFCEE-9494-7F9E-BEF8-0161899741D1}"/>
              </a:ext>
            </a:extLst>
          </p:cNvPr>
          <p:cNvSpPr txBox="1">
            <a:spLocks noChangeArrowheads="1"/>
          </p:cNvSpPr>
          <p:nvPr/>
        </p:nvSpPr>
        <p:spPr bwMode="auto">
          <a:xfrm>
            <a:off x="1752600" y="62484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74" name="Text Box 14">
            <a:extLst>
              <a:ext uri="{FF2B5EF4-FFF2-40B4-BE49-F238E27FC236}">
                <a16:creationId xmlns:a16="http://schemas.microsoft.com/office/drawing/2014/main" id="{7858B073-C5FE-CD93-BD6D-CD28A7DB1934}"/>
              </a:ext>
            </a:extLst>
          </p:cNvPr>
          <p:cNvSpPr txBox="1">
            <a:spLocks noChangeArrowheads="1"/>
          </p:cNvSpPr>
          <p:nvPr/>
        </p:nvSpPr>
        <p:spPr bwMode="auto">
          <a:xfrm>
            <a:off x="6858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75" name="Text Box 15">
            <a:extLst>
              <a:ext uri="{FF2B5EF4-FFF2-40B4-BE49-F238E27FC236}">
                <a16:creationId xmlns:a16="http://schemas.microsoft.com/office/drawing/2014/main" id="{A00B7E99-5A89-5613-9BF8-1FA4C552E727}"/>
              </a:ext>
            </a:extLst>
          </p:cNvPr>
          <p:cNvSpPr txBox="1">
            <a:spLocks noChangeArrowheads="1"/>
          </p:cNvSpPr>
          <p:nvPr/>
        </p:nvSpPr>
        <p:spPr bwMode="auto">
          <a:xfrm>
            <a:off x="2819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76" name="Oval 16">
            <a:extLst>
              <a:ext uri="{FF2B5EF4-FFF2-40B4-BE49-F238E27FC236}">
                <a16:creationId xmlns:a16="http://schemas.microsoft.com/office/drawing/2014/main" id="{49AB8A9D-B759-CD89-682E-348557DA5F21}"/>
              </a:ext>
            </a:extLst>
          </p:cNvPr>
          <p:cNvSpPr>
            <a:spLocks noChangeArrowheads="1"/>
          </p:cNvSpPr>
          <p:nvPr/>
        </p:nvSpPr>
        <p:spPr bwMode="auto">
          <a:xfrm>
            <a:off x="54102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6577" name="Oval 17">
            <a:extLst>
              <a:ext uri="{FF2B5EF4-FFF2-40B4-BE49-F238E27FC236}">
                <a16:creationId xmlns:a16="http://schemas.microsoft.com/office/drawing/2014/main" id="{DE7DF55B-7880-07D8-689A-6FDFFD2B2B35}"/>
              </a:ext>
            </a:extLst>
          </p:cNvPr>
          <p:cNvSpPr>
            <a:spLocks noChangeArrowheads="1"/>
          </p:cNvSpPr>
          <p:nvPr/>
        </p:nvSpPr>
        <p:spPr bwMode="auto">
          <a:xfrm>
            <a:off x="54102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6578" name="Oval 18">
            <a:extLst>
              <a:ext uri="{FF2B5EF4-FFF2-40B4-BE49-F238E27FC236}">
                <a16:creationId xmlns:a16="http://schemas.microsoft.com/office/drawing/2014/main" id="{B13ED4F2-DD35-A68F-23C2-C23E7D386AC5}"/>
              </a:ext>
            </a:extLst>
          </p:cNvPr>
          <p:cNvSpPr>
            <a:spLocks noChangeArrowheads="1"/>
          </p:cNvSpPr>
          <p:nvPr/>
        </p:nvSpPr>
        <p:spPr bwMode="auto">
          <a:xfrm>
            <a:off x="7010400" y="51054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79" name="Oval 19">
            <a:extLst>
              <a:ext uri="{FF2B5EF4-FFF2-40B4-BE49-F238E27FC236}">
                <a16:creationId xmlns:a16="http://schemas.microsoft.com/office/drawing/2014/main" id="{809F936E-EAE8-4CFA-8DA4-CEFDB6808BD4}"/>
              </a:ext>
            </a:extLst>
          </p:cNvPr>
          <p:cNvSpPr>
            <a:spLocks noChangeArrowheads="1"/>
          </p:cNvSpPr>
          <p:nvPr/>
        </p:nvSpPr>
        <p:spPr bwMode="auto">
          <a:xfrm>
            <a:off x="70104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80" name="Line 20">
            <a:extLst>
              <a:ext uri="{FF2B5EF4-FFF2-40B4-BE49-F238E27FC236}">
                <a16:creationId xmlns:a16="http://schemas.microsoft.com/office/drawing/2014/main" id="{812179AD-F76D-9C3E-ACF9-BC87DBB63D0E}"/>
              </a:ext>
            </a:extLst>
          </p:cNvPr>
          <p:cNvSpPr>
            <a:spLocks noChangeShapeType="1"/>
          </p:cNvSpPr>
          <p:nvPr/>
        </p:nvSpPr>
        <p:spPr bwMode="auto">
          <a:xfrm>
            <a:off x="5867400" y="63246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81" name="Line 21">
            <a:extLst>
              <a:ext uri="{FF2B5EF4-FFF2-40B4-BE49-F238E27FC236}">
                <a16:creationId xmlns:a16="http://schemas.microsoft.com/office/drawing/2014/main" id="{FEF6C67A-ECC2-3622-783B-DECB11AF8C4A}"/>
              </a:ext>
            </a:extLst>
          </p:cNvPr>
          <p:cNvSpPr>
            <a:spLocks noChangeShapeType="1"/>
          </p:cNvSpPr>
          <p:nvPr/>
        </p:nvSpPr>
        <p:spPr bwMode="auto">
          <a:xfrm>
            <a:off x="55626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82" name="Line 22">
            <a:extLst>
              <a:ext uri="{FF2B5EF4-FFF2-40B4-BE49-F238E27FC236}">
                <a16:creationId xmlns:a16="http://schemas.microsoft.com/office/drawing/2014/main" id="{31A41D0D-71E0-FA8F-0719-CD3B0B4B99F4}"/>
              </a:ext>
            </a:extLst>
          </p:cNvPr>
          <p:cNvSpPr>
            <a:spLocks noChangeShapeType="1"/>
          </p:cNvSpPr>
          <p:nvPr/>
        </p:nvSpPr>
        <p:spPr bwMode="auto">
          <a:xfrm>
            <a:off x="71628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83" name="Line 23">
            <a:extLst>
              <a:ext uri="{FF2B5EF4-FFF2-40B4-BE49-F238E27FC236}">
                <a16:creationId xmlns:a16="http://schemas.microsoft.com/office/drawing/2014/main" id="{D6DF9CA7-8830-54DD-676B-D012FACE705D}"/>
              </a:ext>
            </a:extLst>
          </p:cNvPr>
          <p:cNvSpPr>
            <a:spLocks noChangeShapeType="1"/>
          </p:cNvSpPr>
          <p:nvPr/>
        </p:nvSpPr>
        <p:spPr bwMode="auto">
          <a:xfrm>
            <a:off x="5867400" y="53340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84" name="Text Box 24">
            <a:extLst>
              <a:ext uri="{FF2B5EF4-FFF2-40B4-BE49-F238E27FC236}">
                <a16:creationId xmlns:a16="http://schemas.microsoft.com/office/drawing/2014/main" id="{99292B5F-E158-DB1D-01CE-7BBFE6C5F3CA}"/>
              </a:ext>
            </a:extLst>
          </p:cNvPr>
          <p:cNvSpPr txBox="1">
            <a:spLocks noChangeArrowheads="1"/>
          </p:cNvSpPr>
          <p:nvPr/>
        </p:nvSpPr>
        <p:spPr bwMode="auto">
          <a:xfrm>
            <a:off x="5105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85" name="Text Box 25">
            <a:extLst>
              <a:ext uri="{FF2B5EF4-FFF2-40B4-BE49-F238E27FC236}">
                <a16:creationId xmlns:a16="http://schemas.microsoft.com/office/drawing/2014/main" id="{A686AA51-2509-AC0A-EE09-6375F9A26623}"/>
              </a:ext>
            </a:extLst>
          </p:cNvPr>
          <p:cNvSpPr txBox="1">
            <a:spLocks noChangeArrowheads="1"/>
          </p:cNvSpPr>
          <p:nvPr/>
        </p:nvSpPr>
        <p:spPr bwMode="auto">
          <a:xfrm>
            <a:off x="72390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86" name="Text Box 26">
            <a:extLst>
              <a:ext uri="{FF2B5EF4-FFF2-40B4-BE49-F238E27FC236}">
                <a16:creationId xmlns:a16="http://schemas.microsoft.com/office/drawing/2014/main" id="{973E9BA6-2A1F-F648-96D2-4F11B5D09349}"/>
              </a:ext>
            </a:extLst>
          </p:cNvPr>
          <p:cNvSpPr txBox="1">
            <a:spLocks noChangeArrowheads="1"/>
          </p:cNvSpPr>
          <p:nvPr/>
        </p:nvSpPr>
        <p:spPr bwMode="auto">
          <a:xfrm>
            <a:off x="61722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87" name="Text Box 27">
            <a:extLst>
              <a:ext uri="{FF2B5EF4-FFF2-40B4-BE49-F238E27FC236}">
                <a16:creationId xmlns:a16="http://schemas.microsoft.com/office/drawing/2014/main" id="{D99B4AE2-78EB-4DBF-626F-8310F18979F0}"/>
              </a:ext>
            </a:extLst>
          </p:cNvPr>
          <p:cNvSpPr txBox="1">
            <a:spLocks noChangeArrowheads="1"/>
          </p:cNvSpPr>
          <p:nvPr/>
        </p:nvSpPr>
        <p:spPr bwMode="auto">
          <a:xfrm>
            <a:off x="6172200" y="63246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584</TotalTime>
  <Words>4421</Words>
  <Application>Microsoft Macintosh PowerPoint</Application>
  <PresentationFormat>On-screen Show (4:3)</PresentationFormat>
  <Paragraphs>575</Paragraphs>
  <Slides>49</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7" baseType="lpstr">
      <vt:lpstr>Arial Unicode MS</vt:lpstr>
      <vt:lpstr>Arial</vt:lpstr>
      <vt:lpstr>Calibri</vt:lpstr>
      <vt:lpstr>Symbol</vt:lpstr>
      <vt:lpstr>Times New Roman</vt:lpstr>
      <vt:lpstr>Wingdings</vt:lpstr>
      <vt:lpstr>Office Theme</vt:lpstr>
      <vt:lpstr>Document</vt:lpstr>
      <vt:lpstr>p - Calculus A Model for Mobile Processes</vt:lpstr>
      <vt:lpstr>References</vt:lpstr>
      <vt:lpstr>Theoretical Foundations of Concurrency</vt:lpstr>
      <vt:lpstr>A Quick Overview of the Syntax</vt:lpstr>
      <vt:lpstr>The Structure of a Process </vt:lpstr>
      <vt:lpstr>A Sequential Process in p-calculus  </vt:lpstr>
      <vt:lpstr>A Recursive Sequential Process in p-calculus </vt:lpstr>
      <vt:lpstr>A Process with Alternative Behavior</vt:lpstr>
      <vt:lpstr>Communicating Processes in p-calculus </vt:lpstr>
      <vt:lpstr>Binding Names on Input</vt:lpstr>
      <vt:lpstr>Semantics of Concurrent Communication</vt:lpstr>
      <vt:lpstr>Modeling Mobility in p-Calculus</vt:lpstr>
      <vt:lpstr>Example Mobile Processes in p-Calculus </vt:lpstr>
      <vt:lpstr>Milner’s Mobility Example for p-Calculus-1 </vt:lpstr>
      <vt:lpstr>Milner’s Mobility Example for p-Calculus: 2 </vt:lpstr>
      <vt:lpstr>Milner’s Mobility Example for p-Calculus: 3</vt:lpstr>
      <vt:lpstr>Milner’s Mobility Example for p-Calculus: 4 </vt:lpstr>
      <vt:lpstr>Process Replication in p-Calculus </vt:lpstr>
      <vt:lpstr>Restricting Names in p-Calculus  - Scoping - </vt:lpstr>
      <vt:lpstr>Polyadic p-Calculus </vt:lpstr>
      <vt:lpstr>A Process with Alternative Behaviors</vt:lpstr>
      <vt:lpstr>A Process with Alternative Behaviors</vt:lpstr>
      <vt:lpstr>Modeling a Bounded Buffer</vt:lpstr>
      <vt:lpstr>Reusing a Process Definition </vt:lpstr>
      <vt:lpstr>Modeling Mutual Exclusion - 1 </vt:lpstr>
      <vt:lpstr>Modeling Mutual Exclusion - 2 </vt:lpstr>
      <vt:lpstr>Modeling a Bounded Buffer</vt:lpstr>
      <vt:lpstr>Equality of Processes</vt:lpstr>
      <vt:lpstr>Structural Congruence</vt:lpstr>
      <vt:lpstr>Reaction Rules</vt:lpstr>
      <vt:lpstr>Reaction Rules</vt:lpstr>
      <vt:lpstr>Modeling a Process's Behavior</vt:lpstr>
      <vt:lpstr>More of the Behavior</vt:lpstr>
      <vt:lpstr>Showing a Process’s Behavior</vt:lpstr>
      <vt:lpstr>Process Equivalence</vt:lpstr>
      <vt:lpstr>Bisimulation</vt:lpstr>
      <vt:lpstr>Process Equivalences</vt:lpstr>
      <vt:lpstr>Test Equivalence</vt:lpstr>
      <vt:lpstr>The Basic Concept </vt:lpstr>
      <vt:lpstr>Definitions</vt:lpstr>
      <vt:lpstr>Definitions - 2</vt:lpstr>
      <vt:lpstr>An Example</vt:lpstr>
      <vt:lpstr>Formulating a Test Result</vt:lpstr>
      <vt:lpstr>Test Equivalence</vt:lpstr>
      <vt:lpstr>Can use Partial Orders to Compare</vt:lpstr>
      <vt:lpstr>Comparisons</vt:lpstr>
      <vt:lpstr>Complication: May vs. Must !</vt:lpstr>
      <vt:lpstr>Weak Bisimulation</vt:lpstr>
      <vt:lpstr>Strong Bisimulation</vt:lpstr>
    </vt:vector>
  </TitlesOfParts>
  <Company>GMU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 Calculus A Model for Mobile Processes</dc:title>
  <dc:creator>duminda wijesekera</dc:creator>
  <cp:lastModifiedBy>Duminda Wijesekera</cp:lastModifiedBy>
  <cp:revision>117</cp:revision>
  <dcterms:created xsi:type="dcterms:W3CDTF">2013-10-01T14:37:20Z</dcterms:created>
  <dcterms:modified xsi:type="dcterms:W3CDTF">2026-02-11T23:17:37Z</dcterms:modified>
</cp:coreProperties>
</file>